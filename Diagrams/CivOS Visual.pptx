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46"/>
  </p:notesMasterIdLst>
  <p:sldIdLst>
    <p:sldId id="257" r:id="rId2"/>
    <p:sldId id="295" r:id="rId3"/>
    <p:sldId id="296" r:id="rId4"/>
    <p:sldId id="261" r:id="rId5"/>
    <p:sldId id="262" r:id="rId6"/>
    <p:sldId id="263" r:id="rId7"/>
    <p:sldId id="264" r:id="rId8"/>
    <p:sldId id="265" r:id="rId9"/>
    <p:sldId id="266" r:id="rId10"/>
    <p:sldId id="267" r:id="rId11"/>
    <p:sldId id="268" r:id="rId12"/>
    <p:sldId id="269" r:id="rId13"/>
    <p:sldId id="270" r:id="rId14"/>
    <p:sldId id="272" r:id="rId15"/>
    <p:sldId id="271"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7" r:id="rId39"/>
    <p:sldId id="299" r:id="rId40"/>
    <p:sldId id="300" r:id="rId41"/>
    <p:sldId id="258" r:id="rId42"/>
    <p:sldId id="260" r:id="rId43"/>
    <p:sldId id="256" r:id="rId44"/>
    <p:sldId id="259" r:id="rId45"/>
  </p:sldIdLst>
  <p:sldSz cx="15840075" cy="80994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ivOS Visual Map" id="{79CCB614-96A3-4021-B1C3-ACC133CCB3A7}">
          <p14:sldIdLst>
            <p14:sldId id="257"/>
          </p14:sldIdLst>
        </p14:section>
        <p14:section name="Layer 1" id="{9CF24136-F0D9-4D8F-AA64-2F19EBF017CE}">
          <p14:sldIdLst>
            <p14:sldId id="295"/>
          </p14:sldIdLst>
        </p14:section>
        <p14:section name="Layer 2" id="{43BC0162-B680-4776-B17C-693A1560CF87}">
          <p14:sldIdLst>
            <p14:sldId id="296"/>
          </p14:sldIdLst>
        </p14:section>
        <p14:section name="Layer 3 and 4" id="{EA3310DF-0AE7-450B-90C8-01C351B74933}">
          <p14:sldIdLst>
            <p14:sldId id="261"/>
            <p14:sldId id="262"/>
            <p14:sldId id="263"/>
            <p14:sldId id="264"/>
            <p14:sldId id="265"/>
            <p14:sldId id="266"/>
            <p14:sldId id="267"/>
            <p14:sldId id="268"/>
            <p14:sldId id="269"/>
            <p14:sldId id="270"/>
            <p14:sldId id="272"/>
            <p14:sldId id="271"/>
          </p14:sldIdLst>
        </p14:section>
        <p14:section name="Layer 5" id="{81F2265F-9A58-4018-AEAE-15ABC5FEDE4D}">
          <p14:sldIdLst>
            <p14:sldId id="273"/>
          </p14:sldIdLst>
        </p14:section>
        <p14:section name="Layer 6" id="{22DF2679-1BB5-4C62-BAB8-8CE726E96101}">
          <p14:sldIdLst>
            <p14:sldId id="274"/>
            <p14:sldId id="275"/>
            <p14:sldId id="276"/>
            <p14:sldId id="277"/>
            <p14:sldId id="278"/>
            <p14:sldId id="279"/>
            <p14:sldId id="280"/>
            <p14:sldId id="281"/>
            <p14:sldId id="282"/>
            <p14:sldId id="283"/>
            <p14:sldId id="284"/>
          </p14:sldIdLst>
        </p14:section>
        <p14:section name="Level 7 - Civic UX" id="{C2425BC7-EED0-49DF-97F9-DA07657159E0}">
          <p14:sldIdLst>
            <p14:sldId id="285"/>
            <p14:sldId id="286"/>
            <p14:sldId id="287"/>
            <p14:sldId id="288"/>
            <p14:sldId id="289"/>
            <p14:sldId id="290"/>
            <p14:sldId id="291"/>
            <p14:sldId id="292"/>
            <p14:sldId id="293"/>
            <p14:sldId id="294"/>
          </p14:sldIdLst>
        </p14:section>
        <p14:section name="Profession Mapping" id="{0CAC3F52-DEB1-4964-B18E-CD568E95DA7B}">
          <p14:sldIdLst>
            <p14:sldId id="297"/>
            <p14:sldId id="299"/>
            <p14:sldId id="300"/>
          </p14:sldIdLst>
        </p14:section>
        <p14:section name="Archive" id="{E579EB99-BDFF-4455-A095-240D8C73E9E6}">
          <p14:sldIdLst>
            <p14:sldId id="258"/>
            <p14:sldId id="260"/>
            <p14:sldId id="256"/>
            <p14:sldId id="259"/>
          </p14:sldIdLst>
        </p14:section>
      </p14:sectionLst>
    </p:ext>
    <p:ext uri="{EFAFB233-063F-42B5-8137-9DF3F51BA10A}">
      <p15:sldGuideLst xmlns:p15="http://schemas.microsoft.com/office/powerpoint/2012/main">
        <p15:guide id="1" orient="horz" pos="2551" userDrawn="1">
          <p15:clr>
            <a:srgbClr val="A4A3A4"/>
          </p15:clr>
        </p15:guide>
        <p15:guide id="2" pos="4989"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95E5F6-894B-6579-5A12-2F7D23BE1A15}" name="Steve Coe" initials="SC" userId="c022ba151d941eb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AF7E8"/>
    <a:srgbClr val="E8F0FE"/>
    <a:srgbClr val="B9DDDA"/>
    <a:srgbClr val="816169"/>
    <a:srgbClr val="CAD1D5"/>
    <a:srgbClr val="5D6061"/>
    <a:srgbClr val="D2C2E2"/>
    <a:srgbClr val="C4DAC9"/>
    <a:srgbClr val="D3CECC"/>
    <a:srgbClr val="F5E4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434FFE-4FDA-4BB7-9022-935F3447212B}" v="641" dt="2026-06-08T18:54:37.72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688" autoAdjust="0"/>
  </p:normalViewPr>
  <p:slideViewPr>
    <p:cSldViewPr snapToGrid="0">
      <p:cViewPr varScale="1">
        <p:scale>
          <a:sx n="66" d="100"/>
          <a:sy n="66" d="100"/>
        </p:scale>
        <p:origin x="542" y="53"/>
      </p:cViewPr>
      <p:guideLst>
        <p:guide orient="horz" pos="2551"/>
        <p:guide pos="4989"/>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8/10/relationships/authors" Target="author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 Coe" userId="c022ba151d941ebf" providerId="LiveId" clId="{DCA37EE4-24E6-4363-8B16-19816C2FF323}"/>
    <pc:docChg chg="undo custSel addSld modSld">
      <pc:chgData name="Steve Coe" userId="c022ba151d941ebf" providerId="LiveId" clId="{DCA37EE4-24E6-4363-8B16-19816C2FF323}" dt="2026-06-08T18:54:46.606" v="947" actId="1076"/>
      <pc:docMkLst>
        <pc:docMk/>
      </pc:docMkLst>
      <pc:sldChg chg="addSp delSp modSp mod">
        <pc:chgData name="Steve Coe" userId="c022ba151d941ebf" providerId="LiveId" clId="{DCA37EE4-24E6-4363-8B16-19816C2FF323}" dt="2026-05-21T09:14:09.833" v="301" actId="14100"/>
        <pc:sldMkLst>
          <pc:docMk/>
          <pc:sldMk cId="2058350887" sldId="256"/>
        </pc:sldMkLst>
        <pc:spChg chg="add mod">
          <ac:chgData name="Steve Coe" userId="c022ba151d941ebf" providerId="LiveId" clId="{DCA37EE4-24E6-4363-8B16-19816C2FF323}" dt="2026-05-21T08:13:04.154" v="9" actId="20577"/>
          <ac:spMkLst>
            <pc:docMk/>
            <pc:sldMk cId="2058350887" sldId="256"/>
            <ac:spMk id="2" creationId="{B5608104-90B4-C226-7196-F4D7C2D1BB6C}"/>
          </ac:spMkLst>
        </pc:spChg>
        <pc:spChg chg="add mod">
          <ac:chgData name="Steve Coe" userId="c022ba151d941ebf" providerId="LiveId" clId="{DCA37EE4-24E6-4363-8B16-19816C2FF323}" dt="2026-05-21T08:13:50.466" v="22" actId="1076"/>
          <ac:spMkLst>
            <pc:docMk/>
            <pc:sldMk cId="2058350887" sldId="256"/>
            <ac:spMk id="3" creationId="{3A093ABF-B70E-67AA-C638-EE5EE1445C90}"/>
          </ac:spMkLst>
        </pc:spChg>
        <pc:spChg chg="add mod">
          <ac:chgData name="Steve Coe" userId="c022ba151d941ebf" providerId="LiveId" clId="{DCA37EE4-24E6-4363-8B16-19816C2FF323}" dt="2026-05-21T08:13:44.449" v="21" actId="1076"/>
          <ac:spMkLst>
            <pc:docMk/>
            <pc:sldMk cId="2058350887" sldId="256"/>
            <ac:spMk id="11" creationId="{AEB7DB39-B6B4-6B4B-C810-F2B3DBB39CFC}"/>
          </ac:spMkLst>
        </pc:spChg>
        <pc:spChg chg="mod">
          <ac:chgData name="Steve Coe" userId="c022ba151d941ebf" providerId="LiveId" clId="{DCA37EE4-24E6-4363-8B16-19816C2FF323}" dt="2026-05-21T08:55:29.581" v="181" actId="1076"/>
          <ac:spMkLst>
            <pc:docMk/>
            <pc:sldMk cId="2058350887" sldId="256"/>
            <ac:spMk id="37" creationId="{A351431D-F163-235F-713B-8667A6008A56}"/>
          </ac:spMkLst>
        </pc:spChg>
        <pc:spChg chg="mod">
          <ac:chgData name="Steve Coe" userId="c022ba151d941ebf" providerId="LiveId" clId="{DCA37EE4-24E6-4363-8B16-19816C2FF323}" dt="2026-05-21T08:35:53.815" v="24" actId="1076"/>
          <ac:spMkLst>
            <pc:docMk/>
            <pc:sldMk cId="2058350887" sldId="256"/>
            <ac:spMk id="53" creationId="{34A875F9-5794-3930-1DDF-6C8CA4995EE2}"/>
          </ac:spMkLst>
        </pc:spChg>
        <pc:spChg chg="mod">
          <ac:chgData name="Steve Coe" userId="c022ba151d941ebf" providerId="LiveId" clId="{DCA37EE4-24E6-4363-8B16-19816C2FF323}" dt="2026-05-21T08:38:02.001" v="38" actId="1076"/>
          <ac:spMkLst>
            <pc:docMk/>
            <pc:sldMk cId="2058350887" sldId="256"/>
            <ac:spMk id="54" creationId="{9683A3A0-2F6A-76C4-0EA3-1CF628EF5518}"/>
          </ac:spMkLst>
        </pc:spChg>
        <pc:spChg chg="mod">
          <ac:chgData name="Steve Coe" userId="c022ba151d941ebf" providerId="LiveId" clId="{DCA37EE4-24E6-4363-8B16-19816C2FF323}" dt="2026-05-21T08:38:11.015" v="39" actId="1076"/>
          <ac:spMkLst>
            <pc:docMk/>
            <pc:sldMk cId="2058350887" sldId="256"/>
            <ac:spMk id="55" creationId="{FA9F665B-900E-6E1F-3BF7-5E3A4658D400}"/>
          </ac:spMkLst>
        </pc:spChg>
        <pc:spChg chg="mod">
          <ac:chgData name="Steve Coe" userId="c022ba151d941ebf" providerId="LiveId" clId="{DCA37EE4-24E6-4363-8B16-19816C2FF323}" dt="2026-05-21T08:53:23.826" v="162" actId="1076"/>
          <ac:spMkLst>
            <pc:docMk/>
            <pc:sldMk cId="2058350887" sldId="256"/>
            <ac:spMk id="56" creationId="{573AC55B-AA5C-212D-EFBB-8011BB28A2EB}"/>
          </ac:spMkLst>
        </pc:spChg>
        <pc:spChg chg="mod">
          <ac:chgData name="Steve Coe" userId="c022ba151d941ebf" providerId="LiveId" clId="{DCA37EE4-24E6-4363-8B16-19816C2FF323}" dt="2026-05-21T08:43:26.174" v="75" actId="1076"/>
          <ac:spMkLst>
            <pc:docMk/>
            <pc:sldMk cId="2058350887" sldId="256"/>
            <ac:spMk id="57" creationId="{4BBCD67E-1C97-522A-FFF6-31AED9D86F5A}"/>
          </ac:spMkLst>
        </pc:spChg>
        <pc:spChg chg="mod">
          <ac:chgData name="Steve Coe" userId="c022ba151d941ebf" providerId="LiveId" clId="{DCA37EE4-24E6-4363-8B16-19816C2FF323}" dt="2026-05-21T08:43:30.552" v="76" actId="1076"/>
          <ac:spMkLst>
            <pc:docMk/>
            <pc:sldMk cId="2058350887" sldId="256"/>
            <ac:spMk id="58" creationId="{55DD9C16-5151-4FAF-FD98-CF01D0C90505}"/>
          </ac:spMkLst>
        </pc:spChg>
        <pc:spChg chg="mod">
          <ac:chgData name="Steve Coe" userId="c022ba151d941ebf" providerId="LiveId" clId="{DCA37EE4-24E6-4363-8B16-19816C2FF323}" dt="2026-05-21T08:55:11.550" v="178" actId="1076"/>
          <ac:spMkLst>
            <pc:docMk/>
            <pc:sldMk cId="2058350887" sldId="256"/>
            <ac:spMk id="59" creationId="{9DB1454D-2DF8-8DB8-11F8-D5994432F4E9}"/>
          </ac:spMkLst>
        </pc:spChg>
        <pc:spChg chg="mod">
          <ac:chgData name="Steve Coe" userId="c022ba151d941ebf" providerId="LiveId" clId="{DCA37EE4-24E6-4363-8B16-19816C2FF323}" dt="2026-05-21T08:57:24.296" v="197" actId="1076"/>
          <ac:spMkLst>
            <pc:docMk/>
            <pc:sldMk cId="2058350887" sldId="256"/>
            <ac:spMk id="62" creationId="{31B7BA8B-4A8A-8787-4F60-21B3B07BEE1A}"/>
          </ac:spMkLst>
        </pc:spChg>
        <pc:spChg chg="mod">
          <ac:chgData name="Steve Coe" userId="c022ba151d941ebf" providerId="LiveId" clId="{DCA37EE4-24E6-4363-8B16-19816C2FF323}" dt="2026-05-21T08:45:53.262" v="102" actId="1076"/>
          <ac:spMkLst>
            <pc:docMk/>
            <pc:sldMk cId="2058350887" sldId="256"/>
            <ac:spMk id="63" creationId="{83D86E07-2E12-2EB9-589F-EFBB8ED4C38D}"/>
          </ac:spMkLst>
        </pc:spChg>
        <pc:spChg chg="mod">
          <ac:chgData name="Steve Coe" userId="c022ba151d941ebf" providerId="LiveId" clId="{DCA37EE4-24E6-4363-8B16-19816C2FF323}" dt="2026-05-21T08:45:49.728" v="101" actId="1076"/>
          <ac:spMkLst>
            <pc:docMk/>
            <pc:sldMk cId="2058350887" sldId="256"/>
            <ac:spMk id="64" creationId="{46E95F8B-FD37-4361-C538-444698FF9828}"/>
          </ac:spMkLst>
        </pc:spChg>
        <pc:spChg chg="mod">
          <ac:chgData name="Steve Coe" userId="c022ba151d941ebf" providerId="LiveId" clId="{DCA37EE4-24E6-4363-8B16-19816C2FF323}" dt="2026-05-21T09:00:08.115" v="218" actId="1076"/>
          <ac:spMkLst>
            <pc:docMk/>
            <pc:sldMk cId="2058350887" sldId="256"/>
            <ac:spMk id="65" creationId="{53B51862-0960-9F38-C55B-28B0C4F46376}"/>
          </ac:spMkLst>
        </pc:spChg>
        <pc:spChg chg="mod">
          <ac:chgData name="Steve Coe" userId="c022ba151d941ebf" providerId="LiveId" clId="{DCA37EE4-24E6-4363-8B16-19816C2FF323}" dt="2026-05-21T08:46:55.076" v="104" actId="1076"/>
          <ac:spMkLst>
            <pc:docMk/>
            <pc:sldMk cId="2058350887" sldId="256"/>
            <ac:spMk id="66" creationId="{0FA316FD-0101-AF05-D473-1F855ED42FDF}"/>
          </ac:spMkLst>
        </pc:spChg>
        <pc:spChg chg="mod">
          <ac:chgData name="Steve Coe" userId="c022ba151d941ebf" providerId="LiveId" clId="{DCA37EE4-24E6-4363-8B16-19816C2FF323}" dt="2026-05-21T08:47:50.454" v="115" actId="1076"/>
          <ac:spMkLst>
            <pc:docMk/>
            <pc:sldMk cId="2058350887" sldId="256"/>
            <ac:spMk id="69" creationId="{A3D3830F-5AC9-7C8F-37B7-D141E7279BFA}"/>
          </ac:spMkLst>
        </pc:spChg>
        <pc:spChg chg="mod">
          <ac:chgData name="Steve Coe" userId="c022ba151d941ebf" providerId="LiveId" clId="{DCA37EE4-24E6-4363-8B16-19816C2FF323}" dt="2026-05-21T08:48:49.977" v="126" actId="1076"/>
          <ac:spMkLst>
            <pc:docMk/>
            <pc:sldMk cId="2058350887" sldId="256"/>
            <ac:spMk id="72" creationId="{8312B029-21A1-3BBD-8929-9BB495AC1C61}"/>
          </ac:spMkLst>
        </pc:spChg>
        <pc:spChg chg="mod">
          <ac:chgData name="Steve Coe" userId="c022ba151d941ebf" providerId="LiveId" clId="{DCA37EE4-24E6-4363-8B16-19816C2FF323}" dt="2026-05-21T08:49:45.775" v="141" actId="1076"/>
          <ac:spMkLst>
            <pc:docMk/>
            <pc:sldMk cId="2058350887" sldId="256"/>
            <ac:spMk id="73" creationId="{C6FD7BEB-BEF3-B774-B44C-ACBF46774B5B}"/>
          </ac:spMkLst>
        </pc:spChg>
        <pc:spChg chg="mod">
          <ac:chgData name="Steve Coe" userId="c022ba151d941ebf" providerId="LiveId" clId="{DCA37EE4-24E6-4363-8B16-19816C2FF323}" dt="2026-05-21T08:49:51.014" v="142" actId="1076"/>
          <ac:spMkLst>
            <pc:docMk/>
            <pc:sldMk cId="2058350887" sldId="256"/>
            <ac:spMk id="74" creationId="{79DE8204-53BF-9300-1FC9-06F308B2F154}"/>
          </ac:spMkLst>
        </pc:spChg>
        <pc:spChg chg="mod">
          <ac:chgData name="Steve Coe" userId="c022ba151d941ebf" providerId="LiveId" clId="{DCA37EE4-24E6-4363-8B16-19816C2FF323}" dt="2026-05-21T08:36:34.874" v="28" actId="20577"/>
          <ac:spMkLst>
            <pc:docMk/>
            <pc:sldMk cId="2058350887" sldId="256"/>
            <ac:spMk id="88" creationId="{B180A664-3FFC-817D-07DB-CB94412A0890}"/>
          </ac:spMkLst>
        </pc:spChg>
        <pc:spChg chg="mod">
          <ac:chgData name="Steve Coe" userId="c022ba151d941ebf" providerId="LiveId" clId="{DCA37EE4-24E6-4363-8B16-19816C2FF323}" dt="2026-05-21T08:44:41.344" v="88" actId="1076"/>
          <ac:spMkLst>
            <pc:docMk/>
            <pc:sldMk cId="2058350887" sldId="256"/>
            <ac:spMk id="99" creationId="{4854E1BF-6A7C-7AF4-9A79-B859BE517574}"/>
          </ac:spMkLst>
        </pc:spChg>
        <pc:spChg chg="mod">
          <ac:chgData name="Steve Coe" userId="c022ba151d941ebf" providerId="LiveId" clId="{DCA37EE4-24E6-4363-8B16-19816C2FF323}" dt="2026-05-21T08:45:31.930" v="97" actId="1076"/>
          <ac:spMkLst>
            <pc:docMk/>
            <pc:sldMk cId="2058350887" sldId="256"/>
            <ac:spMk id="100" creationId="{5D3489BF-4470-A26C-C485-F4B7F7F0851F}"/>
          </ac:spMkLst>
        </pc:spChg>
        <pc:spChg chg="mod">
          <ac:chgData name="Steve Coe" userId="c022ba151d941ebf" providerId="LiveId" clId="{DCA37EE4-24E6-4363-8B16-19816C2FF323}" dt="2026-05-21T08:48:55.846" v="128" actId="1076"/>
          <ac:spMkLst>
            <pc:docMk/>
            <pc:sldMk cId="2058350887" sldId="256"/>
            <ac:spMk id="108" creationId="{C7B71753-DA6A-7BBD-4F35-3351BA56BD37}"/>
          </ac:spMkLst>
        </pc:spChg>
        <pc:spChg chg="mod">
          <ac:chgData name="Steve Coe" userId="c022ba151d941ebf" providerId="LiveId" clId="{DCA37EE4-24E6-4363-8B16-19816C2FF323}" dt="2026-05-21T08:48:58.916" v="129" actId="1076"/>
          <ac:spMkLst>
            <pc:docMk/>
            <pc:sldMk cId="2058350887" sldId="256"/>
            <ac:spMk id="109" creationId="{15C608C5-DA1D-F1D6-21FF-186569A62C48}"/>
          </ac:spMkLst>
        </pc:spChg>
        <pc:cxnChg chg="add mod">
          <ac:chgData name="Steve Coe" userId="c022ba151d941ebf" providerId="LiveId" clId="{DCA37EE4-24E6-4363-8B16-19816C2FF323}" dt="2026-05-21T08:55:29.581" v="181" actId="1076"/>
          <ac:cxnSpMkLst>
            <pc:docMk/>
            <pc:sldMk cId="2058350887" sldId="256"/>
            <ac:cxnSpMk id="15" creationId="{D0AD9A4F-D523-3E74-349A-40EAECFC3A5D}"/>
          </ac:cxnSpMkLst>
        </pc:cxnChg>
        <pc:cxnChg chg="add mod">
          <ac:chgData name="Steve Coe" userId="c022ba151d941ebf" providerId="LiveId" clId="{DCA37EE4-24E6-4363-8B16-19816C2FF323}" dt="2026-05-21T08:37:36.040" v="34" actId="14100"/>
          <ac:cxnSpMkLst>
            <pc:docMk/>
            <pc:sldMk cId="2058350887" sldId="256"/>
            <ac:cxnSpMk id="16" creationId="{C1E498B8-B2B2-04EE-CAB3-E764D1C904B2}"/>
          </ac:cxnSpMkLst>
        </pc:cxnChg>
        <pc:cxnChg chg="add mod">
          <ac:chgData name="Steve Coe" userId="c022ba151d941ebf" providerId="LiveId" clId="{DCA37EE4-24E6-4363-8B16-19816C2FF323}" dt="2026-05-21T08:38:02.001" v="38" actId="1076"/>
          <ac:cxnSpMkLst>
            <pc:docMk/>
            <pc:sldMk cId="2058350887" sldId="256"/>
            <ac:cxnSpMk id="19" creationId="{752CD482-1809-F080-EBFB-CC0D1B29C8F8}"/>
          </ac:cxnSpMkLst>
        </pc:cxnChg>
        <pc:cxnChg chg="add mod">
          <ac:chgData name="Steve Coe" userId="c022ba151d941ebf" providerId="LiveId" clId="{DCA37EE4-24E6-4363-8B16-19816C2FF323}" dt="2026-05-21T08:38:20.846" v="42" actId="14100"/>
          <ac:cxnSpMkLst>
            <pc:docMk/>
            <pc:sldMk cId="2058350887" sldId="256"/>
            <ac:cxnSpMk id="27" creationId="{2779D61A-DE3C-A630-63AF-9BED27E0A315}"/>
          </ac:cxnSpMkLst>
        </pc:cxnChg>
        <pc:cxnChg chg="add mod">
          <ac:chgData name="Steve Coe" userId="c022ba151d941ebf" providerId="LiveId" clId="{DCA37EE4-24E6-4363-8B16-19816C2FF323}" dt="2026-05-21T08:53:23.826" v="162" actId="1076"/>
          <ac:cxnSpMkLst>
            <pc:docMk/>
            <pc:sldMk cId="2058350887" sldId="256"/>
            <ac:cxnSpMk id="40" creationId="{A3B7F853-09FE-CA2D-65D4-9204A637DCB5}"/>
          </ac:cxnSpMkLst>
        </pc:cxnChg>
        <pc:cxnChg chg="add mod">
          <ac:chgData name="Steve Coe" userId="c022ba151d941ebf" providerId="LiveId" clId="{DCA37EE4-24E6-4363-8B16-19816C2FF323}" dt="2026-05-21T08:43:35.223" v="77" actId="14100"/>
          <ac:cxnSpMkLst>
            <pc:docMk/>
            <pc:sldMk cId="2058350887" sldId="256"/>
            <ac:cxnSpMk id="114" creationId="{ADE1308A-EE74-2599-5F7E-3E17B06F6CFA}"/>
          </ac:cxnSpMkLst>
        </pc:cxnChg>
        <pc:cxnChg chg="add mod">
          <ac:chgData name="Steve Coe" userId="c022ba151d941ebf" providerId="LiveId" clId="{DCA37EE4-24E6-4363-8B16-19816C2FF323}" dt="2026-05-21T08:43:26.174" v="75" actId="1076"/>
          <ac:cxnSpMkLst>
            <pc:docMk/>
            <pc:sldMk cId="2058350887" sldId="256"/>
            <ac:cxnSpMk id="115" creationId="{CB9CE842-7FE9-1CE9-7634-2D37A8766EE2}"/>
          </ac:cxnSpMkLst>
        </pc:cxnChg>
        <pc:cxnChg chg="add mod">
          <ac:chgData name="Steve Coe" userId="c022ba151d941ebf" providerId="LiveId" clId="{DCA37EE4-24E6-4363-8B16-19816C2FF323}" dt="2026-05-21T08:55:11.550" v="178" actId="1076"/>
          <ac:cxnSpMkLst>
            <pc:docMk/>
            <pc:sldMk cId="2058350887" sldId="256"/>
            <ac:cxnSpMk id="123" creationId="{046CE5FE-FB37-86CB-168B-860502AF1A3F}"/>
          </ac:cxnSpMkLst>
        </pc:cxnChg>
        <pc:cxnChg chg="add mod">
          <ac:chgData name="Steve Coe" userId="c022ba151d941ebf" providerId="LiveId" clId="{DCA37EE4-24E6-4363-8B16-19816C2FF323}" dt="2026-05-21T08:42:49.210" v="72" actId="14100"/>
          <ac:cxnSpMkLst>
            <pc:docMk/>
            <pc:sldMk cId="2058350887" sldId="256"/>
            <ac:cxnSpMk id="126" creationId="{EB3DEFC3-1CD7-1F22-445A-EF906F428724}"/>
          </ac:cxnSpMkLst>
        </pc:cxnChg>
        <pc:cxnChg chg="add mod">
          <ac:chgData name="Steve Coe" userId="c022ba151d941ebf" providerId="LiveId" clId="{DCA37EE4-24E6-4363-8B16-19816C2FF323}" dt="2026-05-21T08:42:59.840" v="74" actId="14100"/>
          <ac:cxnSpMkLst>
            <pc:docMk/>
            <pc:sldMk cId="2058350887" sldId="256"/>
            <ac:cxnSpMk id="127" creationId="{0B9F6494-330A-ABDD-26B4-3821603903D6}"/>
          </ac:cxnSpMkLst>
        </pc:cxnChg>
        <pc:cxnChg chg="add mod">
          <ac:chgData name="Steve Coe" userId="c022ba151d941ebf" providerId="LiveId" clId="{DCA37EE4-24E6-4363-8B16-19816C2FF323}" dt="2026-05-21T08:57:24.296" v="197" actId="1076"/>
          <ac:cxnSpMkLst>
            <pc:docMk/>
            <pc:sldMk cId="2058350887" sldId="256"/>
            <ac:cxnSpMk id="135" creationId="{F70589E4-D54D-CAE9-DBED-0499128FA6FD}"/>
          </ac:cxnSpMkLst>
        </pc:cxnChg>
        <pc:cxnChg chg="add mod">
          <ac:chgData name="Steve Coe" userId="c022ba151d941ebf" providerId="LiveId" clId="{DCA37EE4-24E6-4363-8B16-19816C2FF323}" dt="2026-05-21T08:45:53.262" v="102" actId="1076"/>
          <ac:cxnSpMkLst>
            <pc:docMk/>
            <pc:sldMk cId="2058350887" sldId="256"/>
            <ac:cxnSpMk id="138" creationId="{D990ADD8-01E1-D599-6364-3E1667014CEC}"/>
          </ac:cxnSpMkLst>
        </pc:cxnChg>
        <pc:cxnChg chg="add mod">
          <ac:chgData name="Steve Coe" userId="c022ba151d941ebf" providerId="LiveId" clId="{DCA37EE4-24E6-4363-8B16-19816C2FF323}" dt="2026-05-21T08:45:49.728" v="101" actId="1076"/>
          <ac:cxnSpMkLst>
            <pc:docMk/>
            <pc:sldMk cId="2058350887" sldId="256"/>
            <ac:cxnSpMk id="139" creationId="{3C39A93E-AFB6-BB5E-018C-07268697C01E}"/>
          </ac:cxnSpMkLst>
        </pc:cxnChg>
        <pc:cxnChg chg="add mod">
          <ac:chgData name="Steve Coe" userId="c022ba151d941ebf" providerId="LiveId" clId="{DCA37EE4-24E6-4363-8B16-19816C2FF323}" dt="2026-05-21T09:00:08.115" v="218" actId="1076"/>
          <ac:cxnSpMkLst>
            <pc:docMk/>
            <pc:sldMk cId="2058350887" sldId="256"/>
            <ac:cxnSpMk id="140" creationId="{59A036C8-66AE-66CB-7A31-0DEF84BFBED5}"/>
          </ac:cxnSpMkLst>
        </pc:cxnChg>
        <pc:cxnChg chg="add mod">
          <ac:chgData name="Steve Coe" userId="c022ba151d941ebf" providerId="LiveId" clId="{DCA37EE4-24E6-4363-8B16-19816C2FF323}" dt="2026-05-21T08:47:13.437" v="108" actId="14100"/>
          <ac:cxnSpMkLst>
            <pc:docMk/>
            <pc:sldMk cId="2058350887" sldId="256"/>
            <ac:cxnSpMk id="153" creationId="{81DB62B2-58F7-E007-ADE9-7FEC6FCA97C1}"/>
          </ac:cxnSpMkLst>
        </pc:cxnChg>
        <pc:cxnChg chg="add mod">
          <ac:chgData name="Steve Coe" userId="c022ba151d941ebf" providerId="LiveId" clId="{DCA37EE4-24E6-4363-8B16-19816C2FF323}" dt="2026-05-21T08:47:21.438" v="111" actId="14100"/>
          <ac:cxnSpMkLst>
            <pc:docMk/>
            <pc:sldMk cId="2058350887" sldId="256"/>
            <ac:cxnSpMk id="156" creationId="{6DA8BEC4-0867-F667-6462-8F451F9A4967}"/>
          </ac:cxnSpMkLst>
        </pc:cxnChg>
        <pc:cxnChg chg="add mod">
          <ac:chgData name="Steve Coe" userId="c022ba151d941ebf" providerId="LiveId" clId="{DCA37EE4-24E6-4363-8B16-19816C2FF323}" dt="2026-05-21T08:47:34.790" v="114" actId="14100"/>
          <ac:cxnSpMkLst>
            <pc:docMk/>
            <pc:sldMk cId="2058350887" sldId="256"/>
            <ac:cxnSpMk id="159" creationId="{3AB46F34-0491-EA22-10C4-E105A7AB72E3}"/>
          </ac:cxnSpMkLst>
        </pc:cxnChg>
        <pc:cxnChg chg="add mod">
          <ac:chgData name="Steve Coe" userId="c022ba151d941ebf" providerId="LiveId" clId="{DCA37EE4-24E6-4363-8B16-19816C2FF323}" dt="2026-05-21T08:48:09.555" v="119" actId="208"/>
          <ac:cxnSpMkLst>
            <pc:docMk/>
            <pc:sldMk cId="2058350887" sldId="256"/>
            <ac:cxnSpMk id="162" creationId="{9E39F00C-EBED-469D-B753-71CCE276FFD2}"/>
          </ac:cxnSpMkLst>
        </pc:cxnChg>
        <pc:cxnChg chg="add mod">
          <ac:chgData name="Steve Coe" userId="c022ba151d941ebf" providerId="LiveId" clId="{DCA37EE4-24E6-4363-8B16-19816C2FF323}" dt="2026-05-21T08:48:26.284" v="123" actId="14100"/>
          <ac:cxnSpMkLst>
            <pc:docMk/>
            <pc:sldMk cId="2058350887" sldId="256"/>
            <ac:cxnSpMk id="165" creationId="{EDFF32C1-3806-5A16-7487-76203E6D25F9}"/>
          </ac:cxnSpMkLst>
        </pc:cxnChg>
        <pc:cxnChg chg="add mod">
          <ac:chgData name="Steve Coe" userId="c022ba151d941ebf" providerId="LiveId" clId="{DCA37EE4-24E6-4363-8B16-19816C2FF323}" dt="2026-05-21T08:48:38.093" v="125" actId="14100"/>
          <ac:cxnSpMkLst>
            <pc:docMk/>
            <pc:sldMk cId="2058350887" sldId="256"/>
            <ac:cxnSpMk id="166" creationId="{017CDC95-E7A4-A76D-7817-EC8B427380D6}"/>
          </ac:cxnSpMkLst>
        </pc:cxnChg>
        <pc:cxnChg chg="add mod">
          <ac:chgData name="Steve Coe" userId="c022ba151d941ebf" providerId="LiveId" clId="{DCA37EE4-24E6-4363-8B16-19816C2FF323}" dt="2026-05-21T08:49:16.029" v="134" actId="208"/>
          <ac:cxnSpMkLst>
            <pc:docMk/>
            <pc:sldMk cId="2058350887" sldId="256"/>
            <ac:cxnSpMk id="171" creationId="{761C59D4-A4D4-0242-EDDE-5A3AB8C945CA}"/>
          </ac:cxnSpMkLst>
        </pc:cxnChg>
        <pc:cxnChg chg="add mod">
          <ac:chgData name="Steve Coe" userId="c022ba151d941ebf" providerId="LiveId" clId="{DCA37EE4-24E6-4363-8B16-19816C2FF323}" dt="2026-05-21T08:49:45.775" v="141" actId="1076"/>
          <ac:cxnSpMkLst>
            <pc:docMk/>
            <pc:sldMk cId="2058350887" sldId="256"/>
            <ac:cxnSpMk id="174" creationId="{16078D8F-4284-7FF3-901B-20F2FB6AF7E2}"/>
          </ac:cxnSpMkLst>
        </pc:cxnChg>
        <pc:cxnChg chg="add mod">
          <ac:chgData name="Steve Coe" userId="c022ba151d941ebf" providerId="LiveId" clId="{DCA37EE4-24E6-4363-8B16-19816C2FF323}" dt="2026-05-21T08:49:51.014" v="142" actId="1076"/>
          <ac:cxnSpMkLst>
            <pc:docMk/>
            <pc:sldMk cId="2058350887" sldId="256"/>
            <ac:cxnSpMk id="175" creationId="{11E85DC6-148F-F674-77AE-18517880C058}"/>
          </ac:cxnSpMkLst>
        </pc:cxnChg>
        <pc:cxnChg chg="add mod">
          <ac:chgData name="Steve Coe" userId="c022ba151d941ebf" providerId="LiveId" clId="{DCA37EE4-24E6-4363-8B16-19816C2FF323}" dt="2026-05-21T08:50:44.253" v="146" actId="14100"/>
          <ac:cxnSpMkLst>
            <pc:docMk/>
            <pc:sldMk cId="2058350887" sldId="256"/>
            <ac:cxnSpMk id="182" creationId="{78950475-EC8F-538B-ABB4-C229E6E1D98A}"/>
          </ac:cxnSpMkLst>
        </pc:cxnChg>
        <pc:cxnChg chg="add mod">
          <ac:chgData name="Steve Coe" userId="c022ba151d941ebf" providerId="LiveId" clId="{DCA37EE4-24E6-4363-8B16-19816C2FF323}" dt="2026-05-21T08:50:58.062" v="149" actId="14100"/>
          <ac:cxnSpMkLst>
            <pc:docMk/>
            <pc:sldMk cId="2058350887" sldId="256"/>
            <ac:cxnSpMk id="185" creationId="{B275A437-1E0A-4419-DB09-16A583AB65F7}"/>
          </ac:cxnSpMkLst>
        </pc:cxnChg>
        <pc:cxnChg chg="add mod">
          <ac:chgData name="Steve Coe" userId="c022ba151d941ebf" providerId="LiveId" clId="{DCA37EE4-24E6-4363-8B16-19816C2FF323}" dt="2026-05-21T08:51:23.231" v="153" actId="14100"/>
          <ac:cxnSpMkLst>
            <pc:docMk/>
            <pc:sldMk cId="2058350887" sldId="256"/>
            <ac:cxnSpMk id="188" creationId="{223E5B3C-E610-1A7F-BEC0-9AF34416F267}"/>
          </ac:cxnSpMkLst>
        </pc:cxnChg>
        <pc:cxnChg chg="add mod">
          <ac:chgData name="Steve Coe" userId="c022ba151d941ebf" providerId="LiveId" clId="{DCA37EE4-24E6-4363-8B16-19816C2FF323}" dt="2026-05-21T09:13:38.879" v="292" actId="14100"/>
          <ac:cxnSpMkLst>
            <pc:docMk/>
            <pc:sldMk cId="2058350887" sldId="256"/>
            <ac:cxnSpMk id="285" creationId="{429EAD34-66C2-100E-2A4F-ACCC7E6FB837}"/>
          </ac:cxnSpMkLst>
        </pc:cxnChg>
        <pc:cxnChg chg="add mod">
          <ac:chgData name="Steve Coe" userId="c022ba151d941ebf" providerId="LiveId" clId="{DCA37EE4-24E6-4363-8B16-19816C2FF323}" dt="2026-05-21T09:13:49.959" v="295" actId="14100"/>
          <ac:cxnSpMkLst>
            <pc:docMk/>
            <pc:sldMk cId="2058350887" sldId="256"/>
            <ac:cxnSpMk id="288" creationId="{7E514181-C1E1-17B0-7CDD-C8224C91C1E9}"/>
          </ac:cxnSpMkLst>
        </pc:cxnChg>
        <pc:cxnChg chg="add mod">
          <ac:chgData name="Steve Coe" userId="c022ba151d941ebf" providerId="LiveId" clId="{DCA37EE4-24E6-4363-8B16-19816C2FF323}" dt="2026-05-21T09:14:01.874" v="298" actId="14100"/>
          <ac:cxnSpMkLst>
            <pc:docMk/>
            <pc:sldMk cId="2058350887" sldId="256"/>
            <ac:cxnSpMk id="291" creationId="{DAE3CCB8-496C-DD7C-CE5A-29440CF274AF}"/>
          </ac:cxnSpMkLst>
        </pc:cxnChg>
        <pc:cxnChg chg="add mod">
          <ac:chgData name="Steve Coe" userId="c022ba151d941ebf" providerId="LiveId" clId="{DCA37EE4-24E6-4363-8B16-19816C2FF323}" dt="2026-05-21T09:14:09.833" v="301" actId="14100"/>
          <ac:cxnSpMkLst>
            <pc:docMk/>
            <pc:sldMk cId="2058350887" sldId="256"/>
            <ac:cxnSpMk id="294" creationId="{740E9721-7A0F-D023-5741-BAA4020DBE17}"/>
          </ac:cxnSpMkLst>
        </pc:cxnChg>
      </pc:sldChg>
      <pc:sldChg chg="addSp delSp modSp mod delAnim modAnim">
        <pc:chgData name="Steve Coe" userId="c022ba151d941ebf" providerId="LiveId" clId="{DCA37EE4-24E6-4363-8B16-19816C2FF323}" dt="2026-06-08T18:54:46.606" v="947" actId="1076"/>
        <pc:sldMkLst>
          <pc:docMk/>
          <pc:sldMk cId="53315384" sldId="257"/>
        </pc:sldMkLst>
        <pc:spChg chg="add del mod">
          <ac:chgData name="Steve Coe" userId="c022ba151d941ebf" providerId="LiveId" clId="{DCA37EE4-24E6-4363-8B16-19816C2FF323}" dt="2026-06-08T18:48:27.256" v="359" actId="478"/>
          <ac:spMkLst>
            <pc:docMk/>
            <pc:sldMk cId="53315384" sldId="257"/>
            <ac:spMk id="3" creationId="{C12971E6-8FE5-BB00-DEDA-055F3C495460}"/>
          </ac:spMkLst>
        </pc:spChg>
        <pc:spChg chg="mod">
          <ac:chgData name="Steve Coe" userId="c022ba151d941ebf" providerId="LiveId" clId="{DCA37EE4-24E6-4363-8B16-19816C2FF323}" dt="2026-06-08T18:48:38.475" v="361" actId="14100"/>
          <ac:spMkLst>
            <pc:docMk/>
            <pc:sldMk cId="53315384" sldId="257"/>
            <ac:spMk id="4" creationId="{7FCABD84-2410-7020-F51C-C30C60B7DDBA}"/>
          </ac:spMkLst>
        </pc:spChg>
        <pc:spChg chg="mod">
          <ac:chgData name="Steve Coe" userId="c022ba151d941ebf" providerId="LiveId" clId="{DCA37EE4-24E6-4363-8B16-19816C2FF323}" dt="2026-06-08T18:49:16.082" v="402" actId="14100"/>
          <ac:spMkLst>
            <pc:docMk/>
            <pc:sldMk cId="53315384" sldId="257"/>
            <ac:spMk id="10" creationId="{7B4F29E7-0ADB-0D1C-C28A-7C9629867CC3}"/>
          </ac:spMkLst>
        </pc:spChg>
        <pc:spChg chg="mod">
          <ac:chgData name="Steve Coe" userId="c022ba151d941ebf" providerId="LiveId" clId="{DCA37EE4-24E6-4363-8B16-19816C2FF323}" dt="2026-06-08T18:49:04.265" v="401" actId="20577"/>
          <ac:spMkLst>
            <pc:docMk/>
            <pc:sldMk cId="53315384" sldId="257"/>
            <ac:spMk id="21" creationId="{DE1565F0-7F5E-5713-3C3D-939408D767BC}"/>
          </ac:spMkLst>
        </pc:spChg>
        <pc:spChg chg="mod">
          <ac:chgData name="Steve Coe" userId="c022ba151d941ebf" providerId="LiveId" clId="{DCA37EE4-24E6-4363-8B16-19816C2FF323}" dt="2026-06-08T18:49:36.215" v="458" actId="20577"/>
          <ac:spMkLst>
            <pc:docMk/>
            <pc:sldMk cId="53315384" sldId="257"/>
            <ac:spMk id="22" creationId="{47051135-16F8-D528-AB25-989C0710B999}"/>
          </ac:spMkLst>
        </pc:spChg>
        <pc:spChg chg="mod">
          <ac:chgData name="Steve Coe" userId="c022ba151d941ebf" providerId="LiveId" clId="{DCA37EE4-24E6-4363-8B16-19816C2FF323}" dt="2026-06-08T18:50:03.777" v="541" actId="20577"/>
          <ac:spMkLst>
            <pc:docMk/>
            <pc:sldMk cId="53315384" sldId="257"/>
            <ac:spMk id="23" creationId="{8C7FCA63-00A5-2987-332D-4CC467285342}"/>
          </ac:spMkLst>
        </pc:spChg>
        <pc:spChg chg="mod">
          <ac:chgData name="Steve Coe" userId="c022ba151d941ebf" providerId="LiveId" clId="{DCA37EE4-24E6-4363-8B16-19816C2FF323}" dt="2026-06-08T18:50:45.521" v="632" actId="20577"/>
          <ac:spMkLst>
            <pc:docMk/>
            <pc:sldMk cId="53315384" sldId="257"/>
            <ac:spMk id="24" creationId="{9F5EEFDC-1068-B33C-4C62-EA662B5C7C07}"/>
          </ac:spMkLst>
        </pc:spChg>
        <pc:spChg chg="mod">
          <ac:chgData name="Steve Coe" userId="c022ba151d941ebf" providerId="LiveId" clId="{DCA37EE4-24E6-4363-8B16-19816C2FF323}" dt="2026-06-08T18:53:33.200" v="781" actId="20577"/>
          <ac:spMkLst>
            <pc:docMk/>
            <pc:sldMk cId="53315384" sldId="257"/>
            <ac:spMk id="30" creationId="{59BB1E79-D607-8535-CB75-753D7EE170E3}"/>
          </ac:spMkLst>
        </pc:spChg>
        <pc:spChg chg="mod">
          <ac:chgData name="Steve Coe" userId="c022ba151d941ebf" providerId="LiveId" clId="{DCA37EE4-24E6-4363-8B16-19816C2FF323}" dt="2026-06-08T18:54:37.722" v="946" actId="20577"/>
          <ac:spMkLst>
            <pc:docMk/>
            <pc:sldMk cId="53315384" sldId="257"/>
            <ac:spMk id="31" creationId="{4E5A42FB-D389-95C0-548B-6715FF688885}"/>
          </ac:spMkLst>
        </pc:spChg>
        <pc:spChg chg="mod">
          <ac:chgData name="Steve Coe" userId="c022ba151d941ebf" providerId="LiveId" clId="{DCA37EE4-24E6-4363-8B16-19816C2FF323}" dt="2026-06-08T18:54:46.606" v="947" actId="1076"/>
          <ac:spMkLst>
            <pc:docMk/>
            <pc:sldMk cId="53315384" sldId="257"/>
            <ac:spMk id="32" creationId="{2E779003-F8E3-6D79-73B8-FE0F68E21CA4}"/>
          </ac:spMkLst>
        </pc:spChg>
        <pc:spChg chg="mod">
          <ac:chgData name="Steve Coe" userId="c022ba151d941ebf" providerId="LiveId" clId="{DCA37EE4-24E6-4363-8B16-19816C2FF323}" dt="2026-06-08T18:51:14.954" v="671" actId="20577"/>
          <ac:spMkLst>
            <pc:docMk/>
            <pc:sldMk cId="53315384" sldId="257"/>
            <ac:spMk id="33" creationId="{D57F5AA4-627D-43F6-151C-9FAA97E2B40A}"/>
          </ac:spMkLst>
        </pc:spChg>
        <pc:spChg chg="mod">
          <ac:chgData name="Steve Coe" userId="c022ba151d941ebf" providerId="LiveId" clId="{DCA37EE4-24E6-4363-8B16-19816C2FF323}" dt="2026-06-08T18:53:17.058" v="726" actId="20577"/>
          <ac:spMkLst>
            <pc:docMk/>
            <pc:sldMk cId="53315384" sldId="257"/>
            <ac:spMk id="34" creationId="{A5FB57E0-ED0D-CF32-8567-4E4B9E60CF8A}"/>
          </ac:spMkLst>
        </pc:spChg>
        <pc:spChg chg="mod">
          <ac:chgData name="Steve Coe" userId="c022ba151d941ebf" providerId="LiveId" clId="{DCA37EE4-24E6-4363-8B16-19816C2FF323}" dt="2026-06-08T18:54:00.015" v="835" actId="20577"/>
          <ac:spMkLst>
            <pc:docMk/>
            <pc:sldMk cId="53315384" sldId="257"/>
            <ac:spMk id="35" creationId="{0756D1AB-6BF9-5F4C-8920-F2A0380EDC2C}"/>
          </ac:spMkLst>
        </pc:spChg>
        <pc:spChg chg="mod">
          <ac:chgData name="Steve Coe" userId="c022ba151d941ebf" providerId="LiveId" clId="{DCA37EE4-24E6-4363-8B16-19816C2FF323}" dt="2026-06-08T18:54:30.327" v="920" actId="20577"/>
          <ac:spMkLst>
            <pc:docMk/>
            <pc:sldMk cId="53315384" sldId="257"/>
            <ac:spMk id="36" creationId="{4F99E9FA-DE40-A7B2-1EE1-38C0F84DAFF9}"/>
          </ac:spMkLst>
        </pc:spChg>
      </pc:sldChg>
      <pc:sldChg chg="add">
        <pc:chgData name="Steve Coe" userId="c022ba151d941ebf" providerId="LiveId" clId="{DCA37EE4-24E6-4363-8B16-19816C2FF323}" dt="2026-05-21T09:07:25.802" v="265" actId="2890"/>
        <pc:sldMkLst>
          <pc:docMk/>
          <pc:sldMk cId="976319487" sldId="258"/>
        </pc:sldMkLst>
      </pc:sldChg>
    </pc:docChg>
  </pc:docChgLst>
  <pc:docChgLst>
    <pc:chgData name="Steve Coe" userId="c022ba151d941ebf" providerId="LiveId" clId="{CA44BCD1-603D-4FC5-A303-389B531CAC82}"/>
    <pc:docChg chg="undo custSel addSld delSld modSld sldOrd addSection modSection">
      <pc:chgData name="Steve Coe" userId="c022ba151d941ebf" providerId="LiveId" clId="{CA44BCD1-603D-4FC5-A303-389B531CAC82}" dt="2026-06-01T20:59:33.885" v="6561" actId="47"/>
      <pc:docMkLst>
        <pc:docMk/>
      </pc:docMkLst>
      <pc:sldChg chg="addSp delSp modSp mod ord">
        <pc:chgData name="Steve Coe" userId="c022ba151d941ebf" providerId="LiveId" clId="{CA44BCD1-603D-4FC5-A303-389B531CAC82}" dt="2026-05-27T15:27:42.384" v="4766" actId="790"/>
        <pc:sldMkLst>
          <pc:docMk/>
          <pc:sldMk cId="2058350887" sldId="256"/>
        </pc:sldMkLst>
        <pc:spChg chg="mod ord">
          <ac:chgData name="Steve Coe" userId="c022ba151d941ebf" providerId="LiveId" clId="{CA44BCD1-603D-4FC5-A303-389B531CAC82}" dt="2026-05-20T19:49:00.957" v="1104" actId="1076"/>
          <ac:spMkLst>
            <pc:docMk/>
            <pc:sldMk cId="2058350887" sldId="256"/>
            <ac:spMk id="4" creationId="{9BF5FB9F-E6A2-9E14-1BEE-B4F04C1EA49E}"/>
          </ac:spMkLst>
        </pc:spChg>
        <pc:spChg chg="mod ord">
          <ac:chgData name="Steve Coe" userId="c022ba151d941ebf" providerId="LiveId" clId="{CA44BCD1-603D-4FC5-A303-389B531CAC82}" dt="2026-05-20T19:48:58.286" v="1101" actId="1076"/>
          <ac:spMkLst>
            <pc:docMk/>
            <pc:sldMk cId="2058350887" sldId="256"/>
            <ac:spMk id="5" creationId="{97B2E891-CEFE-EE91-3DAA-E6DC6A11DAC2}"/>
          </ac:spMkLst>
        </pc:spChg>
        <pc:spChg chg="mod ord">
          <ac:chgData name="Steve Coe" userId="c022ba151d941ebf" providerId="LiveId" clId="{CA44BCD1-603D-4FC5-A303-389B531CAC82}" dt="2026-05-20T19:49:00.957" v="1104" actId="1076"/>
          <ac:spMkLst>
            <pc:docMk/>
            <pc:sldMk cId="2058350887" sldId="256"/>
            <ac:spMk id="6" creationId="{9BA6FE2B-5903-F76C-7AE7-7AB5F7AD96FD}"/>
          </ac:spMkLst>
        </pc:spChg>
        <pc:spChg chg="mod ord">
          <ac:chgData name="Steve Coe" userId="c022ba151d941ebf" providerId="LiveId" clId="{CA44BCD1-603D-4FC5-A303-389B531CAC82}" dt="2026-05-20T19:25:30.341" v="746" actId="465"/>
          <ac:spMkLst>
            <pc:docMk/>
            <pc:sldMk cId="2058350887" sldId="256"/>
            <ac:spMk id="7" creationId="{469493A1-E6FD-F3DB-B0D8-762B1429F982}"/>
          </ac:spMkLst>
        </pc:spChg>
        <pc:spChg chg="mod ord">
          <ac:chgData name="Steve Coe" userId="c022ba151d941ebf" providerId="LiveId" clId="{CA44BCD1-603D-4FC5-A303-389B531CAC82}" dt="2026-05-21T10:42:05.495" v="1729" actId="5793"/>
          <ac:spMkLst>
            <pc:docMk/>
            <pc:sldMk cId="2058350887" sldId="256"/>
            <ac:spMk id="8" creationId="{B2C06F69-1BBA-E9D1-A780-72FA350B59A1}"/>
          </ac:spMkLst>
        </pc:spChg>
        <pc:spChg chg="mod ord">
          <ac:chgData name="Steve Coe" userId="c022ba151d941ebf" providerId="LiveId" clId="{CA44BCD1-603D-4FC5-A303-389B531CAC82}" dt="2026-05-20T19:49:07.282" v="1105" actId="34135"/>
          <ac:spMkLst>
            <pc:docMk/>
            <pc:sldMk cId="2058350887" sldId="256"/>
            <ac:spMk id="9" creationId="{3750A08E-43C5-7588-DF84-5979CA72B5F5}"/>
          </ac:spMkLst>
        </pc:spChg>
        <pc:spChg chg="mod ord">
          <ac:chgData name="Steve Coe" userId="c022ba151d941ebf" providerId="LiveId" clId="{CA44BCD1-603D-4FC5-A303-389B531CAC82}" dt="2026-05-20T19:49:07.282" v="1105" actId="34135"/>
          <ac:spMkLst>
            <pc:docMk/>
            <pc:sldMk cId="2058350887" sldId="256"/>
            <ac:spMk id="10" creationId="{1D25882C-FEBF-264D-985C-5AC9ED6A6153}"/>
          </ac:spMkLst>
        </pc:spChg>
        <pc:spChg chg="add mod ord">
          <ac:chgData name="Steve Coe" userId="c022ba151d941ebf" providerId="LiveId" clId="{CA44BCD1-603D-4FC5-A303-389B531CAC82}" dt="2026-05-20T19:49:07.282" v="1105" actId="34135"/>
          <ac:spMkLst>
            <pc:docMk/>
            <pc:sldMk cId="2058350887" sldId="256"/>
            <ac:spMk id="21" creationId="{ED261416-600F-DE4B-B03B-E8AA8ED1D853}"/>
          </ac:spMkLst>
        </pc:spChg>
        <pc:spChg chg="add mod ord">
          <ac:chgData name="Steve Coe" userId="c022ba151d941ebf" providerId="LiveId" clId="{CA44BCD1-603D-4FC5-A303-389B531CAC82}" dt="2026-05-20T20:10:56.311" v="1582" actId="108"/>
          <ac:spMkLst>
            <pc:docMk/>
            <pc:sldMk cId="2058350887" sldId="256"/>
            <ac:spMk id="22" creationId="{E896329F-9ACE-C62E-96EB-429892DE9D60}"/>
          </ac:spMkLst>
        </pc:spChg>
        <pc:spChg chg="add mod ord">
          <ac:chgData name="Steve Coe" userId="c022ba151d941ebf" providerId="LiveId" clId="{CA44BCD1-603D-4FC5-A303-389B531CAC82}" dt="2026-05-20T19:49:00.957" v="1104" actId="1076"/>
          <ac:spMkLst>
            <pc:docMk/>
            <pc:sldMk cId="2058350887" sldId="256"/>
            <ac:spMk id="23" creationId="{66A1CDF4-799F-AB45-5F6D-56B22922FF38}"/>
          </ac:spMkLst>
        </pc:spChg>
        <pc:spChg chg="add del mod ord">
          <ac:chgData name="Steve Coe" userId="c022ba151d941ebf" providerId="LiveId" clId="{CA44BCD1-603D-4FC5-A303-389B531CAC82}" dt="2026-05-20T19:49:07.282" v="1105" actId="34135"/>
          <ac:spMkLst>
            <pc:docMk/>
            <pc:sldMk cId="2058350887" sldId="256"/>
            <ac:spMk id="24" creationId="{512655B8-74ED-5106-C196-3E176508B3A4}"/>
          </ac:spMkLst>
        </pc:spChg>
        <pc:spChg chg="add mod ord">
          <ac:chgData name="Steve Coe" userId="c022ba151d941ebf" providerId="LiveId" clId="{CA44BCD1-603D-4FC5-A303-389B531CAC82}" dt="2026-05-20T19:49:07.282" v="1105" actId="34135"/>
          <ac:spMkLst>
            <pc:docMk/>
            <pc:sldMk cId="2058350887" sldId="256"/>
            <ac:spMk id="30" creationId="{4F23E50D-FB8D-178A-F72F-D9E07A91209C}"/>
          </ac:spMkLst>
        </pc:spChg>
        <pc:spChg chg="add mod ord">
          <ac:chgData name="Steve Coe" userId="c022ba151d941ebf" providerId="LiveId" clId="{CA44BCD1-603D-4FC5-A303-389B531CAC82}" dt="2026-05-20T19:49:07.282" v="1105" actId="34135"/>
          <ac:spMkLst>
            <pc:docMk/>
            <pc:sldMk cId="2058350887" sldId="256"/>
            <ac:spMk id="31" creationId="{0F6AB2EF-A46F-6B5C-72C9-7170459C5051}"/>
          </ac:spMkLst>
        </pc:spChg>
        <pc:spChg chg="add mod ord">
          <ac:chgData name="Steve Coe" userId="c022ba151d941ebf" providerId="LiveId" clId="{CA44BCD1-603D-4FC5-A303-389B531CAC82}" dt="2026-05-27T15:27:42.384" v="4766" actId="790"/>
          <ac:spMkLst>
            <pc:docMk/>
            <pc:sldMk cId="2058350887" sldId="256"/>
            <ac:spMk id="33" creationId="{7703307F-E75E-0AF1-38F8-9ABEC25CC209}"/>
          </ac:spMkLst>
        </pc:spChg>
        <pc:spChg chg="add mod ord">
          <ac:chgData name="Steve Coe" userId="c022ba151d941ebf" providerId="LiveId" clId="{CA44BCD1-603D-4FC5-A303-389B531CAC82}" dt="2026-05-20T19:49:00.957" v="1104" actId="1076"/>
          <ac:spMkLst>
            <pc:docMk/>
            <pc:sldMk cId="2058350887" sldId="256"/>
            <ac:spMk id="34" creationId="{B6C75120-2484-DDE7-CEB0-0698C6901C0C}"/>
          </ac:spMkLst>
        </pc:spChg>
        <pc:spChg chg="add del mod ord">
          <ac:chgData name="Steve Coe" userId="c022ba151d941ebf" providerId="LiveId" clId="{CA44BCD1-603D-4FC5-A303-389B531CAC82}" dt="2026-05-20T19:49:07.282" v="1105" actId="34135"/>
          <ac:spMkLst>
            <pc:docMk/>
            <pc:sldMk cId="2058350887" sldId="256"/>
            <ac:spMk id="35" creationId="{FA1DE700-BB82-2C6C-C332-84BDE85B4E68}"/>
          </ac:spMkLst>
        </pc:spChg>
        <pc:spChg chg="add mod ord">
          <ac:chgData name="Steve Coe" userId="c022ba151d941ebf" providerId="LiveId" clId="{CA44BCD1-603D-4FC5-A303-389B531CAC82}" dt="2026-05-20T19:49:07.282" v="1105" actId="34135"/>
          <ac:spMkLst>
            <pc:docMk/>
            <pc:sldMk cId="2058350887" sldId="256"/>
            <ac:spMk id="36" creationId="{04BDC2B6-D5E5-175A-50E6-E99ACFE6AFE2}"/>
          </ac:spMkLst>
        </pc:spChg>
        <pc:spChg chg="add mod">
          <ac:chgData name="Steve Coe" userId="c022ba151d941ebf" providerId="LiveId" clId="{CA44BCD1-603D-4FC5-A303-389B531CAC82}" dt="2026-05-20T19:59:10.962" v="1334" actId="1076"/>
          <ac:spMkLst>
            <pc:docMk/>
            <pc:sldMk cId="2058350887" sldId="256"/>
            <ac:spMk id="37" creationId="{A351431D-F163-235F-713B-8667A6008A56}"/>
          </ac:spMkLst>
        </pc:spChg>
        <pc:spChg chg="add mod">
          <ac:chgData name="Steve Coe" userId="c022ba151d941ebf" providerId="LiveId" clId="{CA44BCD1-603D-4FC5-A303-389B531CAC82}" dt="2026-05-20T20:10:30.290" v="1575" actId="14100"/>
          <ac:spMkLst>
            <pc:docMk/>
            <pc:sldMk cId="2058350887" sldId="256"/>
            <ac:spMk id="38" creationId="{09DD5E7E-5F3A-D63B-1C96-7B3A866E1221}"/>
          </ac:spMkLst>
        </pc:spChg>
        <pc:spChg chg="add mod">
          <ac:chgData name="Steve Coe" userId="c022ba151d941ebf" providerId="LiveId" clId="{CA44BCD1-603D-4FC5-A303-389B531CAC82}" dt="2026-05-20T19:39:39.973" v="893" actId="20577"/>
          <ac:spMkLst>
            <pc:docMk/>
            <pc:sldMk cId="2058350887" sldId="256"/>
            <ac:spMk id="39" creationId="{B66E5898-F190-0DBC-55FD-02F5CEEE9862}"/>
          </ac:spMkLst>
        </pc:spChg>
        <pc:spChg chg="add mod">
          <ac:chgData name="Steve Coe" userId="c022ba151d941ebf" providerId="LiveId" clId="{CA44BCD1-603D-4FC5-A303-389B531CAC82}" dt="2026-05-20T19:39:42.843" v="895" actId="20577"/>
          <ac:spMkLst>
            <pc:docMk/>
            <pc:sldMk cId="2058350887" sldId="256"/>
            <ac:spMk id="44" creationId="{E9E3E519-B66F-4795-0117-428DD62E54F6}"/>
          </ac:spMkLst>
        </pc:spChg>
        <pc:spChg chg="add mod">
          <ac:chgData name="Steve Coe" userId="c022ba151d941ebf" providerId="LiveId" clId="{CA44BCD1-603D-4FC5-A303-389B531CAC82}" dt="2026-05-20T19:40:26.182" v="935" actId="20577"/>
          <ac:spMkLst>
            <pc:docMk/>
            <pc:sldMk cId="2058350887" sldId="256"/>
            <ac:spMk id="45" creationId="{40180EF0-5C13-7A9F-3D97-2BBFD2881B9A}"/>
          </ac:spMkLst>
        </pc:spChg>
        <pc:spChg chg="add mod">
          <ac:chgData name="Steve Coe" userId="c022ba151d941ebf" providerId="LiveId" clId="{CA44BCD1-603D-4FC5-A303-389B531CAC82}" dt="2026-05-20T19:40:15.861" v="925" actId="20577"/>
          <ac:spMkLst>
            <pc:docMk/>
            <pc:sldMk cId="2058350887" sldId="256"/>
            <ac:spMk id="46" creationId="{90EB0D3B-B4FD-00AD-16AC-493562A4EEF9}"/>
          </ac:spMkLst>
        </pc:spChg>
        <pc:spChg chg="add mod">
          <ac:chgData name="Steve Coe" userId="c022ba151d941ebf" providerId="LiveId" clId="{CA44BCD1-603D-4FC5-A303-389B531CAC82}" dt="2026-05-20T19:40:07.771" v="915" actId="20577"/>
          <ac:spMkLst>
            <pc:docMk/>
            <pc:sldMk cId="2058350887" sldId="256"/>
            <ac:spMk id="47" creationId="{008D25BF-0654-E809-08D0-26D6FDDB759C}"/>
          </ac:spMkLst>
        </pc:spChg>
        <pc:spChg chg="add mod">
          <ac:chgData name="Steve Coe" userId="c022ba151d941ebf" providerId="LiveId" clId="{CA44BCD1-603D-4FC5-A303-389B531CAC82}" dt="2026-05-20T19:39:58.383" v="904" actId="20577"/>
          <ac:spMkLst>
            <pc:docMk/>
            <pc:sldMk cId="2058350887" sldId="256"/>
            <ac:spMk id="48" creationId="{61EE193F-DCE9-9A58-4710-09A52FAF1BF8}"/>
          </ac:spMkLst>
        </pc:spChg>
        <pc:spChg chg="add mod">
          <ac:chgData name="Steve Coe" userId="c022ba151d941ebf" providerId="LiveId" clId="{CA44BCD1-603D-4FC5-A303-389B531CAC82}" dt="2026-05-20T19:39:45.981" v="897" actId="20577"/>
          <ac:spMkLst>
            <pc:docMk/>
            <pc:sldMk cId="2058350887" sldId="256"/>
            <ac:spMk id="49" creationId="{83D0FCF0-C3D8-CA45-4A83-C56011E64CFD}"/>
          </ac:spMkLst>
        </pc:spChg>
        <pc:spChg chg="add mod">
          <ac:chgData name="Steve Coe" userId="c022ba151d941ebf" providerId="LiveId" clId="{CA44BCD1-603D-4FC5-A303-389B531CAC82}" dt="2026-05-20T19:40:57.211" v="964" actId="20577"/>
          <ac:spMkLst>
            <pc:docMk/>
            <pc:sldMk cId="2058350887" sldId="256"/>
            <ac:spMk id="50" creationId="{730B655F-86AC-B3C1-3B70-1F1FB5DEAA0B}"/>
          </ac:spMkLst>
        </pc:spChg>
        <pc:spChg chg="add mod">
          <ac:chgData name="Steve Coe" userId="c022ba151d941ebf" providerId="LiveId" clId="{CA44BCD1-603D-4FC5-A303-389B531CAC82}" dt="2026-05-20T19:40:47.672" v="956" actId="20577"/>
          <ac:spMkLst>
            <pc:docMk/>
            <pc:sldMk cId="2058350887" sldId="256"/>
            <ac:spMk id="51" creationId="{A4525906-B360-1B4C-6E39-8654AEBC54CF}"/>
          </ac:spMkLst>
        </pc:spChg>
        <pc:spChg chg="add mod">
          <ac:chgData name="Steve Coe" userId="c022ba151d941ebf" providerId="LiveId" clId="{CA44BCD1-603D-4FC5-A303-389B531CAC82}" dt="2026-05-27T15:27:42.384" v="4766" actId="790"/>
          <ac:spMkLst>
            <pc:docMk/>
            <pc:sldMk cId="2058350887" sldId="256"/>
            <ac:spMk id="52" creationId="{40325252-82E4-8DD5-439E-C76A0A607FB7}"/>
          </ac:spMkLst>
        </pc:spChg>
        <pc:spChg chg="add mod">
          <ac:chgData name="Steve Coe" userId="c022ba151d941ebf" providerId="LiveId" clId="{CA44BCD1-603D-4FC5-A303-389B531CAC82}" dt="2026-05-20T19:59:03.611" v="1331" actId="14100"/>
          <ac:spMkLst>
            <pc:docMk/>
            <pc:sldMk cId="2058350887" sldId="256"/>
            <ac:spMk id="53" creationId="{34A875F9-5794-3930-1DDF-6C8CA4995EE2}"/>
          </ac:spMkLst>
        </pc:spChg>
        <pc:spChg chg="add mod">
          <ac:chgData name="Steve Coe" userId="c022ba151d941ebf" providerId="LiveId" clId="{CA44BCD1-603D-4FC5-A303-389B531CAC82}" dt="2026-05-20T19:59:05.875" v="1332" actId="1076"/>
          <ac:spMkLst>
            <pc:docMk/>
            <pc:sldMk cId="2058350887" sldId="256"/>
            <ac:spMk id="54" creationId="{9683A3A0-2F6A-76C4-0EA3-1CF628EF5518}"/>
          </ac:spMkLst>
        </pc:spChg>
        <pc:spChg chg="add mod">
          <ac:chgData name="Steve Coe" userId="c022ba151d941ebf" providerId="LiveId" clId="{CA44BCD1-603D-4FC5-A303-389B531CAC82}" dt="2026-05-20T19:59:00.475" v="1329" actId="1076"/>
          <ac:spMkLst>
            <pc:docMk/>
            <pc:sldMk cId="2058350887" sldId="256"/>
            <ac:spMk id="55" creationId="{FA9F665B-900E-6E1F-3BF7-5E3A4658D400}"/>
          </ac:spMkLst>
        </pc:spChg>
        <pc:spChg chg="add mod">
          <ac:chgData name="Steve Coe" userId="c022ba151d941ebf" providerId="LiveId" clId="{CA44BCD1-603D-4FC5-A303-389B531CAC82}" dt="2026-05-20T20:11:00.840" v="1584" actId="108"/>
          <ac:spMkLst>
            <pc:docMk/>
            <pc:sldMk cId="2058350887" sldId="256"/>
            <ac:spMk id="56" creationId="{573AC55B-AA5C-212D-EFBB-8011BB28A2EB}"/>
          </ac:spMkLst>
        </pc:spChg>
        <pc:spChg chg="add mod">
          <ac:chgData name="Steve Coe" userId="c022ba151d941ebf" providerId="LiveId" clId="{CA44BCD1-603D-4FC5-A303-389B531CAC82}" dt="2026-05-20T19:45:25.867" v="1053" actId="20577"/>
          <ac:spMkLst>
            <pc:docMk/>
            <pc:sldMk cId="2058350887" sldId="256"/>
            <ac:spMk id="57" creationId="{4BBCD67E-1C97-522A-FFF6-31AED9D86F5A}"/>
          </ac:spMkLst>
        </pc:spChg>
        <pc:spChg chg="add mod">
          <ac:chgData name="Steve Coe" userId="c022ba151d941ebf" providerId="LiveId" clId="{CA44BCD1-603D-4FC5-A303-389B531CAC82}" dt="2026-05-27T15:27:42.384" v="4766" actId="790"/>
          <ac:spMkLst>
            <pc:docMk/>
            <pc:sldMk cId="2058350887" sldId="256"/>
            <ac:spMk id="58" creationId="{55DD9C16-5151-4FAF-FD98-CF01D0C90505}"/>
          </ac:spMkLst>
        </pc:spChg>
        <pc:spChg chg="add mod">
          <ac:chgData name="Steve Coe" userId="c022ba151d941ebf" providerId="LiveId" clId="{CA44BCD1-603D-4FC5-A303-389B531CAC82}" dt="2026-05-20T19:47:20.392" v="1067" actId="1076"/>
          <ac:spMkLst>
            <pc:docMk/>
            <pc:sldMk cId="2058350887" sldId="256"/>
            <ac:spMk id="59" creationId="{9DB1454D-2DF8-8DB8-11F8-D5994432F4E9}"/>
          </ac:spMkLst>
        </pc:spChg>
        <pc:spChg chg="add mod">
          <ac:chgData name="Steve Coe" userId="c022ba151d941ebf" providerId="LiveId" clId="{CA44BCD1-603D-4FC5-A303-389B531CAC82}" dt="2026-05-27T15:27:42.384" v="4766" actId="790"/>
          <ac:spMkLst>
            <pc:docMk/>
            <pc:sldMk cId="2058350887" sldId="256"/>
            <ac:spMk id="60" creationId="{3E776D22-ED97-7CEA-612E-D4894BBBBCFC}"/>
          </ac:spMkLst>
        </pc:spChg>
        <pc:spChg chg="add mod">
          <ac:chgData name="Steve Coe" userId="c022ba151d941ebf" providerId="LiveId" clId="{CA44BCD1-603D-4FC5-A303-389B531CAC82}" dt="2026-05-20T19:47:46.737" v="1084" actId="1076"/>
          <ac:spMkLst>
            <pc:docMk/>
            <pc:sldMk cId="2058350887" sldId="256"/>
            <ac:spMk id="61" creationId="{C545CC5A-0B83-BFA7-A624-4DE86E2AFB00}"/>
          </ac:spMkLst>
        </pc:spChg>
        <pc:spChg chg="add mod">
          <ac:chgData name="Steve Coe" userId="c022ba151d941ebf" providerId="LiveId" clId="{CA44BCD1-603D-4FC5-A303-389B531CAC82}" dt="2026-05-20T19:59:21.206" v="1339" actId="1076"/>
          <ac:spMkLst>
            <pc:docMk/>
            <pc:sldMk cId="2058350887" sldId="256"/>
            <ac:spMk id="62" creationId="{31B7BA8B-4A8A-8787-4F60-21B3B07BEE1A}"/>
          </ac:spMkLst>
        </pc:spChg>
        <pc:spChg chg="add mod">
          <ac:chgData name="Steve Coe" userId="c022ba151d941ebf" providerId="LiveId" clId="{CA44BCD1-603D-4FC5-A303-389B531CAC82}" dt="2026-05-20T19:59:33.081" v="1344" actId="1076"/>
          <ac:spMkLst>
            <pc:docMk/>
            <pc:sldMk cId="2058350887" sldId="256"/>
            <ac:spMk id="63" creationId="{83D86E07-2E12-2EB9-589F-EFBB8ED4C38D}"/>
          </ac:spMkLst>
        </pc:spChg>
        <pc:spChg chg="add mod">
          <ac:chgData name="Steve Coe" userId="c022ba151d941ebf" providerId="LiveId" clId="{CA44BCD1-603D-4FC5-A303-389B531CAC82}" dt="2026-05-20T19:59:17.070" v="1337" actId="14100"/>
          <ac:spMkLst>
            <pc:docMk/>
            <pc:sldMk cId="2058350887" sldId="256"/>
            <ac:spMk id="64" creationId="{46E95F8B-FD37-4361-C538-444698FF9828}"/>
          </ac:spMkLst>
        </pc:spChg>
        <pc:spChg chg="add mod">
          <ac:chgData name="Steve Coe" userId="c022ba151d941ebf" providerId="LiveId" clId="{CA44BCD1-603D-4FC5-A303-389B531CAC82}" dt="2026-05-20T19:59:29.116" v="1343" actId="1076"/>
          <ac:spMkLst>
            <pc:docMk/>
            <pc:sldMk cId="2058350887" sldId="256"/>
            <ac:spMk id="65" creationId="{53B51862-0960-9F38-C55B-28B0C4F46376}"/>
          </ac:spMkLst>
        </pc:spChg>
        <pc:spChg chg="add mod">
          <ac:chgData name="Steve Coe" userId="c022ba151d941ebf" providerId="LiveId" clId="{CA44BCD1-603D-4FC5-A303-389B531CAC82}" dt="2026-05-20T19:51:30.097" v="1191" actId="1076"/>
          <ac:spMkLst>
            <pc:docMk/>
            <pc:sldMk cId="2058350887" sldId="256"/>
            <ac:spMk id="66" creationId="{0FA316FD-0101-AF05-D473-1F855ED42FDF}"/>
          </ac:spMkLst>
        </pc:spChg>
        <pc:spChg chg="add mod">
          <ac:chgData name="Steve Coe" userId="c022ba151d941ebf" providerId="LiveId" clId="{CA44BCD1-603D-4FC5-A303-389B531CAC82}" dt="2026-05-20T19:51:33.789" v="1192" actId="1076"/>
          <ac:spMkLst>
            <pc:docMk/>
            <pc:sldMk cId="2058350887" sldId="256"/>
            <ac:spMk id="67" creationId="{3B4A1FBF-4FB7-6322-38D6-451337BC57D7}"/>
          </ac:spMkLst>
        </pc:spChg>
        <pc:spChg chg="add mod">
          <ac:chgData name="Steve Coe" userId="c022ba151d941ebf" providerId="LiveId" clId="{CA44BCD1-603D-4FC5-A303-389B531CAC82}" dt="2026-05-20T19:51:40.035" v="1193" actId="1076"/>
          <ac:spMkLst>
            <pc:docMk/>
            <pc:sldMk cId="2058350887" sldId="256"/>
            <ac:spMk id="68" creationId="{33379D2E-07B4-09ED-67CA-3B7C17B22321}"/>
          </ac:spMkLst>
        </pc:spChg>
        <pc:spChg chg="add mod">
          <ac:chgData name="Steve Coe" userId="c022ba151d941ebf" providerId="LiveId" clId="{CA44BCD1-603D-4FC5-A303-389B531CAC82}" dt="2026-05-20T19:52:55.073" v="1216" actId="14100"/>
          <ac:spMkLst>
            <pc:docMk/>
            <pc:sldMk cId="2058350887" sldId="256"/>
            <ac:spMk id="69" creationId="{A3D3830F-5AC9-7C8F-37B7-D141E7279BFA}"/>
          </ac:spMkLst>
        </pc:spChg>
        <pc:spChg chg="add mod">
          <ac:chgData name="Steve Coe" userId="c022ba151d941ebf" providerId="LiveId" clId="{CA44BCD1-603D-4FC5-A303-389B531CAC82}" dt="2026-05-20T19:53:53.484" v="1253" actId="1076"/>
          <ac:spMkLst>
            <pc:docMk/>
            <pc:sldMk cId="2058350887" sldId="256"/>
            <ac:spMk id="70" creationId="{E01E6A3C-8A9E-C938-E9BF-2BA53A173928}"/>
          </ac:spMkLst>
        </pc:spChg>
        <pc:spChg chg="add mod">
          <ac:chgData name="Steve Coe" userId="c022ba151d941ebf" providerId="LiveId" clId="{CA44BCD1-603D-4FC5-A303-389B531CAC82}" dt="2026-05-27T15:27:42.384" v="4766" actId="790"/>
          <ac:spMkLst>
            <pc:docMk/>
            <pc:sldMk cId="2058350887" sldId="256"/>
            <ac:spMk id="71" creationId="{C12D3C7C-400C-6B8C-FA49-45F0FD90156B}"/>
          </ac:spMkLst>
        </pc:spChg>
        <pc:spChg chg="add mod">
          <ac:chgData name="Steve Coe" userId="c022ba151d941ebf" providerId="LiveId" clId="{CA44BCD1-603D-4FC5-A303-389B531CAC82}" dt="2026-05-20T19:57:56.623" v="1312" actId="1076"/>
          <ac:spMkLst>
            <pc:docMk/>
            <pc:sldMk cId="2058350887" sldId="256"/>
            <ac:spMk id="72" creationId="{8312B029-21A1-3BBD-8929-9BB495AC1C61}"/>
          </ac:spMkLst>
        </pc:spChg>
        <pc:spChg chg="add mod">
          <ac:chgData name="Steve Coe" userId="c022ba151d941ebf" providerId="LiveId" clId="{CA44BCD1-603D-4FC5-A303-389B531CAC82}" dt="2026-05-20T19:55:22.066" v="1290" actId="1076"/>
          <ac:spMkLst>
            <pc:docMk/>
            <pc:sldMk cId="2058350887" sldId="256"/>
            <ac:spMk id="73" creationId="{C6FD7BEB-BEF3-B774-B44C-ACBF46774B5B}"/>
          </ac:spMkLst>
        </pc:spChg>
        <pc:spChg chg="add mod">
          <ac:chgData name="Steve Coe" userId="c022ba151d941ebf" providerId="LiveId" clId="{CA44BCD1-603D-4FC5-A303-389B531CAC82}" dt="2026-05-27T15:27:42.384" v="4766" actId="790"/>
          <ac:spMkLst>
            <pc:docMk/>
            <pc:sldMk cId="2058350887" sldId="256"/>
            <ac:spMk id="74" creationId="{79DE8204-53BF-9300-1FC9-06F308B2F154}"/>
          </ac:spMkLst>
        </pc:spChg>
        <pc:spChg chg="add mod">
          <ac:chgData name="Steve Coe" userId="c022ba151d941ebf" providerId="LiveId" clId="{CA44BCD1-603D-4FC5-A303-389B531CAC82}" dt="2026-05-20T20:00:53.733" v="1401" actId="1076"/>
          <ac:spMkLst>
            <pc:docMk/>
            <pc:sldMk cId="2058350887" sldId="256"/>
            <ac:spMk id="75" creationId="{1B3F9551-68FE-4192-68B2-05F9801B205A}"/>
          </ac:spMkLst>
        </pc:spChg>
        <pc:spChg chg="add mod">
          <ac:chgData name="Steve Coe" userId="c022ba151d941ebf" providerId="LiveId" clId="{CA44BCD1-603D-4FC5-A303-389B531CAC82}" dt="2026-05-20T20:00:40.843" v="1385" actId="1076"/>
          <ac:spMkLst>
            <pc:docMk/>
            <pc:sldMk cId="2058350887" sldId="256"/>
            <ac:spMk id="76" creationId="{01263324-5161-EE2A-387B-5CCD5659F017}"/>
          </ac:spMkLst>
        </pc:spChg>
        <pc:spChg chg="add mod">
          <ac:chgData name="Steve Coe" userId="c022ba151d941ebf" providerId="LiveId" clId="{CA44BCD1-603D-4FC5-A303-389B531CAC82}" dt="2026-05-27T15:27:42.384" v="4766" actId="790"/>
          <ac:spMkLst>
            <pc:docMk/>
            <pc:sldMk cId="2058350887" sldId="256"/>
            <ac:spMk id="77" creationId="{563AEB89-3B2F-D224-9981-024EA0B3319B}"/>
          </ac:spMkLst>
        </pc:spChg>
        <pc:spChg chg="add mod">
          <ac:chgData name="Steve Coe" userId="c022ba151d941ebf" providerId="LiveId" clId="{CA44BCD1-603D-4FC5-A303-389B531CAC82}" dt="2026-05-27T15:27:42.384" v="4766" actId="790"/>
          <ac:spMkLst>
            <pc:docMk/>
            <pc:sldMk cId="2058350887" sldId="256"/>
            <ac:spMk id="78" creationId="{FB724D35-5D86-449F-8B8C-55635CFB6D95}"/>
          </ac:spMkLst>
        </pc:spChg>
        <pc:spChg chg="add mod">
          <ac:chgData name="Steve Coe" userId="c022ba151d941ebf" providerId="LiveId" clId="{CA44BCD1-603D-4FC5-A303-389B531CAC82}" dt="2026-05-20T20:00:59.035" v="1403" actId="1076"/>
          <ac:spMkLst>
            <pc:docMk/>
            <pc:sldMk cId="2058350887" sldId="256"/>
            <ac:spMk id="79" creationId="{092758D0-1B01-1ECD-304B-BF7B4154702E}"/>
          </ac:spMkLst>
        </pc:spChg>
        <pc:spChg chg="add mod">
          <ac:chgData name="Steve Coe" userId="c022ba151d941ebf" providerId="LiveId" clId="{CA44BCD1-603D-4FC5-A303-389B531CAC82}" dt="2026-05-20T20:01:44.763" v="1423" actId="1076"/>
          <ac:spMkLst>
            <pc:docMk/>
            <pc:sldMk cId="2058350887" sldId="256"/>
            <ac:spMk id="80" creationId="{39F1A26B-3DCB-9AC8-4DD1-494176D20C98}"/>
          </ac:spMkLst>
        </pc:spChg>
        <pc:spChg chg="add mod">
          <ac:chgData name="Steve Coe" userId="c022ba151d941ebf" providerId="LiveId" clId="{CA44BCD1-603D-4FC5-A303-389B531CAC82}" dt="2026-05-20T20:03:08.201" v="1466" actId="14100"/>
          <ac:spMkLst>
            <pc:docMk/>
            <pc:sldMk cId="2058350887" sldId="256"/>
            <ac:spMk id="81" creationId="{52050129-B982-7B59-F82F-941EE0DDEB95}"/>
          </ac:spMkLst>
        </pc:spChg>
        <pc:spChg chg="add mod">
          <ac:chgData name="Steve Coe" userId="c022ba151d941ebf" providerId="LiveId" clId="{CA44BCD1-603D-4FC5-A303-389B531CAC82}" dt="2026-05-20T20:02:56.446" v="1463" actId="1076"/>
          <ac:spMkLst>
            <pc:docMk/>
            <pc:sldMk cId="2058350887" sldId="256"/>
            <ac:spMk id="82" creationId="{198450FE-F03F-6418-567D-E603A52AAD12}"/>
          </ac:spMkLst>
        </pc:spChg>
        <pc:spChg chg="add mod">
          <ac:chgData name="Steve Coe" userId="c022ba151d941ebf" providerId="LiveId" clId="{CA44BCD1-603D-4FC5-A303-389B531CAC82}" dt="2026-05-20T20:03:03.466" v="1465" actId="1076"/>
          <ac:spMkLst>
            <pc:docMk/>
            <pc:sldMk cId="2058350887" sldId="256"/>
            <ac:spMk id="83" creationId="{42855639-C7AA-8D39-887E-4D5985F1441D}"/>
          </ac:spMkLst>
        </pc:spChg>
        <pc:spChg chg="add mod">
          <ac:chgData name="Steve Coe" userId="c022ba151d941ebf" providerId="LiveId" clId="{CA44BCD1-603D-4FC5-A303-389B531CAC82}" dt="2026-05-20T20:02:58.669" v="1464" actId="1076"/>
          <ac:spMkLst>
            <pc:docMk/>
            <pc:sldMk cId="2058350887" sldId="256"/>
            <ac:spMk id="84" creationId="{AA787316-72AF-5609-802D-DACD65BB8363}"/>
          </ac:spMkLst>
        </pc:spChg>
        <pc:spChg chg="add mod">
          <ac:chgData name="Steve Coe" userId="c022ba151d941ebf" providerId="LiveId" clId="{CA44BCD1-603D-4FC5-A303-389B531CAC82}" dt="2026-05-20T20:07:57.363" v="1496" actId="14100"/>
          <ac:spMkLst>
            <pc:docMk/>
            <pc:sldMk cId="2058350887" sldId="256"/>
            <ac:spMk id="85" creationId="{33355EB1-193E-1C19-B080-B3D9BC0737F2}"/>
          </ac:spMkLst>
        </pc:spChg>
        <pc:spChg chg="add mod">
          <ac:chgData name="Steve Coe" userId="c022ba151d941ebf" providerId="LiveId" clId="{CA44BCD1-603D-4FC5-A303-389B531CAC82}" dt="2026-05-27T15:27:42.384" v="4766" actId="790"/>
          <ac:spMkLst>
            <pc:docMk/>
            <pc:sldMk cId="2058350887" sldId="256"/>
            <ac:spMk id="86" creationId="{66B752BE-F305-7451-F672-780E0457383F}"/>
          </ac:spMkLst>
        </pc:spChg>
        <pc:spChg chg="add mod">
          <ac:chgData name="Steve Coe" userId="c022ba151d941ebf" providerId="LiveId" clId="{CA44BCD1-603D-4FC5-A303-389B531CAC82}" dt="2026-05-20T20:08:34.436" v="1526" actId="1076"/>
          <ac:spMkLst>
            <pc:docMk/>
            <pc:sldMk cId="2058350887" sldId="256"/>
            <ac:spMk id="87" creationId="{150F525D-F8AE-F34E-135E-683F2EDD79B5}"/>
          </ac:spMkLst>
        </pc:spChg>
        <pc:spChg chg="add mod">
          <ac:chgData name="Steve Coe" userId="c022ba151d941ebf" providerId="LiveId" clId="{CA44BCD1-603D-4FC5-A303-389B531CAC82}" dt="2026-05-20T20:10:38.013" v="1577" actId="14100"/>
          <ac:spMkLst>
            <pc:docMk/>
            <pc:sldMk cId="2058350887" sldId="256"/>
            <ac:spMk id="88" creationId="{B180A664-3FFC-817D-07DB-CB94412A0890}"/>
          </ac:spMkLst>
        </pc:spChg>
        <pc:spChg chg="add mod">
          <ac:chgData name="Steve Coe" userId="c022ba151d941ebf" providerId="LiveId" clId="{CA44BCD1-603D-4FC5-A303-389B531CAC82}" dt="2026-05-20T20:10:27.401" v="1574" actId="14100"/>
          <ac:spMkLst>
            <pc:docMk/>
            <pc:sldMk cId="2058350887" sldId="256"/>
            <ac:spMk id="89" creationId="{AEF8BC1F-8EC4-7E4E-3CEC-963DA1D2550E}"/>
          </ac:spMkLst>
        </pc:spChg>
        <pc:spChg chg="add mod">
          <ac:chgData name="Steve Coe" userId="c022ba151d941ebf" providerId="LiveId" clId="{CA44BCD1-603D-4FC5-A303-389B531CAC82}" dt="2026-05-20T20:10:39.879" v="1578" actId="1076"/>
          <ac:spMkLst>
            <pc:docMk/>
            <pc:sldMk cId="2058350887" sldId="256"/>
            <ac:spMk id="90" creationId="{CBDD1980-68E7-26D0-76C5-B7869D2DB5AF}"/>
          </ac:spMkLst>
        </pc:spChg>
        <pc:spChg chg="add mod">
          <ac:chgData name="Steve Coe" userId="c022ba151d941ebf" providerId="LiveId" clId="{CA44BCD1-603D-4FC5-A303-389B531CAC82}" dt="2026-05-20T20:11:24.293" v="1596" actId="14100"/>
          <ac:spMkLst>
            <pc:docMk/>
            <pc:sldMk cId="2058350887" sldId="256"/>
            <ac:spMk id="91" creationId="{BCFCEE20-E883-7200-89AE-8EA926C1B489}"/>
          </ac:spMkLst>
        </pc:spChg>
        <pc:spChg chg="add mod">
          <ac:chgData name="Steve Coe" userId="c022ba151d941ebf" providerId="LiveId" clId="{CA44BCD1-603D-4FC5-A303-389B531CAC82}" dt="2026-05-20T20:15:14.549" v="1701" actId="1076"/>
          <ac:spMkLst>
            <pc:docMk/>
            <pc:sldMk cId="2058350887" sldId="256"/>
            <ac:spMk id="92" creationId="{A5F70697-8F7F-20CB-4532-C807C87D5429}"/>
          </ac:spMkLst>
        </pc:spChg>
        <pc:spChg chg="add mod">
          <ac:chgData name="Steve Coe" userId="c022ba151d941ebf" providerId="LiveId" clId="{CA44BCD1-603D-4FC5-A303-389B531CAC82}" dt="2026-05-20T20:15:17.380" v="1702" actId="1076"/>
          <ac:spMkLst>
            <pc:docMk/>
            <pc:sldMk cId="2058350887" sldId="256"/>
            <ac:spMk id="93" creationId="{3CFD351A-76C8-44B6-4622-926B39363EF5}"/>
          </ac:spMkLst>
        </pc:spChg>
        <pc:spChg chg="add mod">
          <ac:chgData name="Steve Coe" userId="c022ba151d941ebf" providerId="LiveId" clId="{CA44BCD1-603D-4FC5-A303-389B531CAC82}" dt="2026-05-20T20:12:40.702" v="1633" actId="1076"/>
          <ac:spMkLst>
            <pc:docMk/>
            <pc:sldMk cId="2058350887" sldId="256"/>
            <ac:spMk id="95" creationId="{010842A8-FA58-B5B9-D868-B2F45144062B}"/>
          </ac:spMkLst>
        </pc:spChg>
        <pc:spChg chg="add mod">
          <ac:chgData name="Steve Coe" userId="c022ba151d941ebf" providerId="LiveId" clId="{CA44BCD1-603D-4FC5-A303-389B531CAC82}" dt="2026-05-20T20:15:25.104" v="1704" actId="1076"/>
          <ac:spMkLst>
            <pc:docMk/>
            <pc:sldMk cId="2058350887" sldId="256"/>
            <ac:spMk id="96" creationId="{4B998343-F1C0-6DB4-82CC-3885D685B81C}"/>
          </ac:spMkLst>
        </pc:spChg>
        <pc:spChg chg="add mod">
          <ac:chgData name="Steve Coe" userId="c022ba151d941ebf" providerId="LiveId" clId="{CA44BCD1-603D-4FC5-A303-389B531CAC82}" dt="2026-05-20T20:15:21.939" v="1703" actId="1076"/>
          <ac:spMkLst>
            <pc:docMk/>
            <pc:sldMk cId="2058350887" sldId="256"/>
            <ac:spMk id="97" creationId="{A97F66E8-05C8-7F3E-D35A-9C80E29A8C89}"/>
          </ac:spMkLst>
        </pc:spChg>
        <pc:spChg chg="add mod">
          <ac:chgData name="Steve Coe" userId="c022ba151d941ebf" providerId="LiveId" clId="{CA44BCD1-603D-4FC5-A303-389B531CAC82}" dt="2026-05-20T20:13:13.434" v="1647" actId="14100"/>
          <ac:spMkLst>
            <pc:docMk/>
            <pc:sldMk cId="2058350887" sldId="256"/>
            <ac:spMk id="98" creationId="{EE6661FA-EBC6-2427-6416-882360B717AE}"/>
          </ac:spMkLst>
        </pc:spChg>
        <pc:spChg chg="add mod">
          <ac:chgData name="Steve Coe" userId="c022ba151d941ebf" providerId="LiveId" clId="{CA44BCD1-603D-4FC5-A303-389B531CAC82}" dt="2026-05-20T20:13:23.336" v="1653" actId="20577"/>
          <ac:spMkLst>
            <pc:docMk/>
            <pc:sldMk cId="2058350887" sldId="256"/>
            <ac:spMk id="99" creationId="{4854E1BF-6A7C-7AF4-9A79-B859BE517574}"/>
          </ac:spMkLst>
        </pc:spChg>
        <pc:spChg chg="add mod">
          <ac:chgData name="Steve Coe" userId="c022ba151d941ebf" providerId="LiveId" clId="{CA44BCD1-603D-4FC5-A303-389B531CAC82}" dt="2026-05-20T20:13:25.897" v="1655" actId="20577"/>
          <ac:spMkLst>
            <pc:docMk/>
            <pc:sldMk cId="2058350887" sldId="256"/>
            <ac:spMk id="100" creationId="{5D3489BF-4470-A26C-C485-F4B7F7F0851F}"/>
          </ac:spMkLst>
        </pc:spChg>
        <pc:spChg chg="add mod">
          <ac:chgData name="Steve Coe" userId="c022ba151d941ebf" providerId="LiveId" clId="{CA44BCD1-603D-4FC5-A303-389B531CAC82}" dt="2026-05-20T20:13:54.338" v="1664" actId="20577"/>
          <ac:spMkLst>
            <pc:docMk/>
            <pc:sldMk cId="2058350887" sldId="256"/>
            <ac:spMk id="101" creationId="{FF0C9376-632C-8DF0-1F65-F31627FB6269}"/>
          </ac:spMkLst>
        </pc:spChg>
        <pc:spChg chg="add mod">
          <ac:chgData name="Steve Coe" userId="c022ba151d941ebf" providerId="LiveId" clId="{CA44BCD1-603D-4FC5-A303-389B531CAC82}" dt="2026-05-20T20:14:09.778" v="1674" actId="14100"/>
          <ac:spMkLst>
            <pc:docMk/>
            <pc:sldMk cId="2058350887" sldId="256"/>
            <ac:spMk id="102" creationId="{8DA18FD5-860A-7C6B-9B50-952AD9842FEB}"/>
          </ac:spMkLst>
        </pc:spChg>
        <pc:spChg chg="add mod">
          <ac:chgData name="Steve Coe" userId="c022ba151d941ebf" providerId="LiveId" clId="{CA44BCD1-603D-4FC5-A303-389B531CAC82}" dt="2026-05-20T20:14:13.305" v="1676" actId="20577"/>
          <ac:spMkLst>
            <pc:docMk/>
            <pc:sldMk cId="2058350887" sldId="256"/>
            <ac:spMk id="103" creationId="{66F810CF-033B-6A4D-A80E-87EF45512A28}"/>
          </ac:spMkLst>
        </pc:spChg>
        <pc:spChg chg="add mod">
          <ac:chgData name="Steve Coe" userId="c022ba151d941ebf" providerId="LiveId" clId="{CA44BCD1-603D-4FC5-A303-389B531CAC82}" dt="2026-05-20T20:14:45.465" v="1689" actId="14100"/>
          <ac:spMkLst>
            <pc:docMk/>
            <pc:sldMk cId="2058350887" sldId="256"/>
            <ac:spMk id="104" creationId="{8191BD20-6F19-F3A5-B17C-2255DA742104}"/>
          </ac:spMkLst>
        </pc:spChg>
        <pc:spChg chg="add mod">
          <ac:chgData name="Steve Coe" userId="c022ba151d941ebf" providerId="LiveId" clId="{CA44BCD1-603D-4FC5-A303-389B531CAC82}" dt="2026-05-20T20:15:07.510" v="1700" actId="1076"/>
          <ac:spMkLst>
            <pc:docMk/>
            <pc:sldMk cId="2058350887" sldId="256"/>
            <ac:spMk id="105" creationId="{1838892E-F20D-939E-1AB5-7CD34E48CFB5}"/>
          </ac:spMkLst>
        </pc:spChg>
        <pc:spChg chg="add mod">
          <ac:chgData name="Steve Coe" userId="c022ba151d941ebf" providerId="LiveId" clId="{CA44BCD1-603D-4FC5-A303-389B531CAC82}" dt="2026-05-20T20:15:04.155" v="1699" actId="20577"/>
          <ac:spMkLst>
            <pc:docMk/>
            <pc:sldMk cId="2058350887" sldId="256"/>
            <ac:spMk id="106" creationId="{E4FE2321-D8BC-C292-6868-36DB0350E441}"/>
          </ac:spMkLst>
        </pc:spChg>
        <pc:spChg chg="add mod">
          <ac:chgData name="Steve Coe" userId="c022ba151d941ebf" providerId="LiveId" clId="{CA44BCD1-603D-4FC5-A303-389B531CAC82}" dt="2026-05-27T15:27:42.384" v="4766" actId="790"/>
          <ac:spMkLst>
            <pc:docMk/>
            <pc:sldMk cId="2058350887" sldId="256"/>
            <ac:spMk id="107" creationId="{275BC10C-D037-F559-F2F1-4BF96731E667}"/>
          </ac:spMkLst>
        </pc:spChg>
        <pc:spChg chg="add mod">
          <ac:chgData name="Steve Coe" userId="c022ba151d941ebf" providerId="LiveId" clId="{CA44BCD1-603D-4FC5-A303-389B531CAC82}" dt="2026-05-20T20:16:10.261" v="1725" actId="14100"/>
          <ac:spMkLst>
            <pc:docMk/>
            <pc:sldMk cId="2058350887" sldId="256"/>
            <ac:spMk id="108" creationId="{C7B71753-DA6A-7BBD-4F35-3351BA56BD37}"/>
          </ac:spMkLst>
        </pc:spChg>
        <pc:spChg chg="add mod">
          <ac:chgData name="Steve Coe" userId="c022ba151d941ebf" providerId="LiveId" clId="{CA44BCD1-603D-4FC5-A303-389B531CAC82}" dt="2026-05-20T20:16:13.885" v="1727" actId="20577"/>
          <ac:spMkLst>
            <pc:docMk/>
            <pc:sldMk cId="2058350887" sldId="256"/>
            <ac:spMk id="109" creationId="{15C608C5-DA1D-F1D6-21FF-186569A62C48}"/>
          </ac:spMkLst>
        </pc:spChg>
        <pc:cxnChg chg="add mod">
          <ac:chgData name="Steve Coe" userId="c022ba151d941ebf" providerId="LiveId" clId="{CA44BCD1-603D-4FC5-A303-389B531CAC82}" dt="2026-05-20T19:31:33.503" v="809" actId="692"/>
          <ac:cxnSpMkLst>
            <pc:docMk/>
            <pc:sldMk cId="2058350887" sldId="256"/>
            <ac:cxnSpMk id="41" creationId="{871E38E3-3C71-FD4E-74C7-6DD8F2A246E5}"/>
          </ac:cxnSpMkLst>
        </pc:cxnChg>
        <pc:cxnChg chg="add mod">
          <ac:chgData name="Steve Coe" userId="c022ba151d941ebf" providerId="LiveId" clId="{CA44BCD1-603D-4FC5-A303-389B531CAC82}" dt="2026-05-20T19:32:12.822" v="812" actId="692"/>
          <ac:cxnSpMkLst>
            <pc:docMk/>
            <pc:sldMk cId="2058350887" sldId="256"/>
            <ac:cxnSpMk id="43" creationId="{519D866A-7463-9802-D29C-8D5CA8198A38}"/>
          </ac:cxnSpMkLst>
        </pc:cxnChg>
      </pc:sldChg>
      <pc:sldChg chg="addSp delSp modSp add mod ord setBg addAnim delAnim modAnim">
        <pc:chgData name="Steve Coe" userId="c022ba151d941ebf" providerId="LiveId" clId="{CA44BCD1-603D-4FC5-A303-389B531CAC82}" dt="2026-06-01T19:59:42.228" v="6224"/>
        <pc:sldMkLst>
          <pc:docMk/>
          <pc:sldMk cId="53315384" sldId="257"/>
        </pc:sldMkLst>
        <pc:spChg chg="add mod">
          <ac:chgData name="Steve Coe" userId="c022ba151d941ebf" providerId="LiveId" clId="{CA44BCD1-603D-4FC5-A303-389B531CAC82}" dt="2026-05-27T19:09:37.033" v="5519" actId="1036"/>
          <ac:spMkLst>
            <pc:docMk/>
            <pc:sldMk cId="53315384" sldId="257"/>
            <ac:spMk id="2" creationId="{283513D6-245D-5C23-DA3B-B17BECB81620}"/>
          </ac:spMkLst>
        </pc:spChg>
        <pc:spChg chg="mod">
          <ac:chgData name="Steve Coe" userId="c022ba151d941ebf" providerId="LiveId" clId="{CA44BCD1-603D-4FC5-A303-389B531CAC82}" dt="2026-05-27T19:52:57.561" v="5931" actId="242"/>
          <ac:spMkLst>
            <pc:docMk/>
            <pc:sldMk cId="53315384" sldId="257"/>
            <ac:spMk id="4" creationId="{7FCABD84-2410-7020-F51C-C30C60B7DDBA}"/>
          </ac:spMkLst>
        </pc:spChg>
        <pc:spChg chg="mod">
          <ac:chgData name="Steve Coe" userId="c022ba151d941ebf" providerId="LiveId" clId="{CA44BCD1-603D-4FC5-A303-389B531CAC82}" dt="2026-05-27T19:52:57.561" v="5931" actId="242"/>
          <ac:spMkLst>
            <pc:docMk/>
            <pc:sldMk cId="53315384" sldId="257"/>
            <ac:spMk id="5" creationId="{C11C8665-97ED-DC3A-6263-F108817CBBDB}"/>
          </ac:spMkLst>
        </pc:spChg>
        <pc:spChg chg="mod">
          <ac:chgData name="Steve Coe" userId="c022ba151d941ebf" providerId="LiveId" clId="{CA44BCD1-603D-4FC5-A303-389B531CAC82}" dt="2026-06-01T19:51:26.448" v="6204"/>
          <ac:spMkLst>
            <pc:docMk/>
            <pc:sldMk cId="53315384" sldId="257"/>
            <ac:spMk id="6" creationId="{A2D020A1-1A64-D230-F730-EDDC78134BA2}"/>
          </ac:spMkLst>
        </pc:spChg>
        <pc:spChg chg="mod">
          <ac:chgData name="Steve Coe" userId="c022ba151d941ebf" providerId="LiveId" clId="{CA44BCD1-603D-4FC5-A303-389B531CAC82}" dt="2026-05-27T19:52:57.561" v="5931" actId="242"/>
          <ac:spMkLst>
            <pc:docMk/>
            <pc:sldMk cId="53315384" sldId="257"/>
            <ac:spMk id="7" creationId="{5E3F3441-ACF1-A514-21A2-7F8A91B0D985}"/>
          </ac:spMkLst>
        </pc:spChg>
        <pc:spChg chg="mod">
          <ac:chgData name="Steve Coe" userId="c022ba151d941ebf" providerId="LiveId" clId="{CA44BCD1-603D-4FC5-A303-389B531CAC82}" dt="2026-05-27T19:52:57.561" v="5931" actId="242"/>
          <ac:spMkLst>
            <pc:docMk/>
            <pc:sldMk cId="53315384" sldId="257"/>
            <ac:spMk id="8" creationId="{28756C82-8F40-C177-C954-A3BA8A471BFC}"/>
          </ac:spMkLst>
        </pc:spChg>
        <pc:spChg chg="mod">
          <ac:chgData name="Steve Coe" userId="c022ba151d941ebf" providerId="LiveId" clId="{CA44BCD1-603D-4FC5-A303-389B531CAC82}" dt="2026-05-27T19:52:57.561" v="5931" actId="242"/>
          <ac:spMkLst>
            <pc:docMk/>
            <pc:sldMk cId="53315384" sldId="257"/>
            <ac:spMk id="9" creationId="{52F32B8C-82C5-59F5-440E-3A58DDCFBE87}"/>
          </ac:spMkLst>
        </pc:spChg>
        <pc:spChg chg="mod">
          <ac:chgData name="Steve Coe" userId="c022ba151d941ebf" providerId="LiveId" clId="{CA44BCD1-603D-4FC5-A303-389B531CAC82}" dt="2026-05-27T19:52:57.561" v="5931" actId="242"/>
          <ac:spMkLst>
            <pc:docMk/>
            <pc:sldMk cId="53315384" sldId="257"/>
            <ac:spMk id="10" creationId="{7B4F29E7-0ADB-0D1C-C28A-7C9629867CC3}"/>
          </ac:spMkLst>
        </pc:spChg>
        <pc:spChg chg="add mod">
          <ac:chgData name="Steve Coe" userId="c022ba151d941ebf" providerId="LiveId" clId="{CA44BCD1-603D-4FC5-A303-389B531CAC82}" dt="2026-05-27T15:27:42.384" v="4766" actId="790"/>
          <ac:spMkLst>
            <pc:docMk/>
            <pc:sldMk cId="53315384" sldId="257"/>
            <ac:spMk id="20" creationId="{9ADC6E57-9079-3159-5B1C-29B27C1077AE}"/>
          </ac:spMkLst>
        </pc:spChg>
        <pc:spChg chg="mod">
          <ac:chgData name="Steve Coe" userId="c022ba151d941ebf" providerId="LiveId" clId="{CA44BCD1-603D-4FC5-A303-389B531CAC82}" dt="2026-05-25T18:08:42.162" v="1752" actId="403"/>
          <ac:spMkLst>
            <pc:docMk/>
            <pc:sldMk cId="53315384" sldId="257"/>
            <ac:spMk id="21" creationId="{DE1565F0-7F5E-5713-3C3D-939408D767BC}"/>
          </ac:spMkLst>
        </pc:spChg>
        <pc:spChg chg="mod">
          <ac:chgData name="Steve Coe" userId="c022ba151d941ebf" providerId="LiveId" clId="{CA44BCD1-603D-4FC5-A303-389B531CAC82}" dt="2026-05-25T18:10:40.212" v="1768" actId="108"/>
          <ac:spMkLst>
            <pc:docMk/>
            <pc:sldMk cId="53315384" sldId="257"/>
            <ac:spMk id="22" creationId="{47051135-16F8-D528-AB25-989C0710B999}"/>
          </ac:spMkLst>
        </pc:spChg>
        <pc:spChg chg="mod">
          <ac:chgData name="Steve Coe" userId="c022ba151d941ebf" providerId="LiveId" clId="{CA44BCD1-603D-4FC5-A303-389B531CAC82}" dt="2026-05-25T18:12:02.585" v="1778" actId="207"/>
          <ac:spMkLst>
            <pc:docMk/>
            <pc:sldMk cId="53315384" sldId="257"/>
            <ac:spMk id="23" creationId="{8C7FCA63-00A5-2987-332D-4CC467285342}"/>
          </ac:spMkLst>
        </pc:spChg>
        <pc:spChg chg="mod">
          <ac:chgData name="Steve Coe" userId="c022ba151d941ebf" providerId="LiveId" clId="{CA44BCD1-603D-4FC5-A303-389B531CAC82}" dt="2026-05-25T18:12:02.585" v="1778" actId="207"/>
          <ac:spMkLst>
            <pc:docMk/>
            <pc:sldMk cId="53315384" sldId="257"/>
            <ac:spMk id="24" creationId="{9F5EEFDC-1068-B33C-4C62-EA662B5C7C07}"/>
          </ac:spMkLst>
        </pc:spChg>
        <pc:spChg chg="add mod">
          <ac:chgData name="Steve Coe" userId="c022ba151d941ebf" providerId="LiveId" clId="{CA44BCD1-603D-4FC5-A303-389B531CAC82}" dt="2026-05-27T15:27:42.384" v="4766" actId="790"/>
          <ac:spMkLst>
            <pc:docMk/>
            <pc:sldMk cId="53315384" sldId="257"/>
            <ac:spMk id="25" creationId="{1A86A6EE-738E-E951-7B4A-37DA643602BD}"/>
          </ac:spMkLst>
        </pc:spChg>
        <pc:spChg chg="add mod">
          <ac:chgData name="Steve Coe" userId="c022ba151d941ebf" providerId="LiveId" clId="{CA44BCD1-603D-4FC5-A303-389B531CAC82}" dt="2026-05-25T19:52:39.708" v="2994"/>
          <ac:spMkLst>
            <pc:docMk/>
            <pc:sldMk cId="53315384" sldId="257"/>
            <ac:spMk id="26" creationId="{3D197155-0B42-2BF5-C2E2-8470196B4982}"/>
          </ac:spMkLst>
        </pc:spChg>
        <pc:spChg chg="add mod">
          <ac:chgData name="Steve Coe" userId="c022ba151d941ebf" providerId="LiveId" clId="{CA44BCD1-603D-4FC5-A303-389B531CAC82}" dt="2026-05-25T21:55:04.408" v="3963"/>
          <ac:spMkLst>
            <pc:docMk/>
            <pc:sldMk cId="53315384" sldId="257"/>
            <ac:spMk id="27" creationId="{BA089A8C-73EB-126F-0819-29896FB7AD6E}"/>
          </ac:spMkLst>
        </pc:spChg>
        <pc:spChg chg="add mod">
          <ac:chgData name="Steve Coe" userId="c022ba151d941ebf" providerId="LiveId" clId="{CA44BCD1-603D-4FC5-A303-389B531CAC82}" dt="2026-05-27T15:27:42.384" v="4766" actId="790"/>
          <ac:spMkLst>
            <pc:docMk/>
            <pc:sldMk cId="53315384" sldId="257"/>
            <ac:spMk id="28" creationId="{7D0774C9-DEE1-C35D-6039-E45BEA339D50}"/>
          </ac:spMkLst>
        </pc:spChg>
        <pc:spChg chg="add mod">
          <ac:chgData name="Steve Coe" userId="c022ba151d941ebf" providerId="LiveId" clId="{CA44BCD1-603D-4FC5-A303-389B531CAC82}" dt="2026-05-25T21:24:26.439" v="3858"/>
          <ac:spMkLst>
            <pc:docMk/>
            <pc:sldMk cId="53315384" sldId="257"/>
            <ac:spMk id="29" creationId="{2634A9BB-58CB-8D06-83A7-4A596846294F}"/>
          </ac:spMkLst>
        </pc:spChg>
        <pc:spChg chg="mod">
          <ac:chgData name="Steve Coe" userId="c022ba151d941ebf" providerId="LiveId" clId="{CA44BCD1-603D-4FC5-A303-389B531CAC82}" dt="2026-05-25T18:12:02.585" v="1778" actId="207"/>
          <ac:spMkLst>
            <pc:docMk/>
            <pc:sldMk cId="53315384" sldId="257"/>
            <ac:spMk id="30" creationId="{59BB1E79-D607-8535-CB75-753D7EE170E3}"/>
          </ac:spMkLst>
        </pc:spChg>
        <pc:spChg chg="mod">
          <ac:chgData name="Steve Coe" userId="c022ba151d941ebf" providerId="LiveId" clId="{CA44BCD1-603D-4FC5-A303-389B531CAC82}" dt="2026-05-25T18:12:02.585" v="1778" actId="207"/>
          <ac:spMkLst>
            <pc:docMk/>
            <pc:sldMk cId="53315384" sldId="257"/>
            <ac:spMk id="31" creationId="{4E5A42FB-D389-95C0-548B-6715FF688885}"/>
          </ac:spMkLst>
        </pc:spChg>
        <pc:spChg chg="add mod">
          <ac:chgData name="Steve Coe" userId="c022ba151d941ebf" providerId="LiveId" clId="{CA44BCD1-603D-4FC5-A303-389B531CAC82}" dt="2026-06-01T19:06:33.188" v="6018" actId="242"/>
          <ac:spMkLst>
            <pc:docMk/>
            <pc:sldMk cId="53315384" sldId="257"/>
            <ac:spMk id="32" creationId="{2E779003-F8E3-6D79-73B8-FE0F68E21CA4}"/>
          </ac:spMkLst>
        </pc:spChg>
        <pc:spChg chg="mod">
          <ac:chgData name="Steve Coe" userId="c022ba151d941ebf" providerId="LiveId" clId="{CA44BCD1-603D-4FC5-A303-389B531CAC82}" dt="2026-05-25T18:12:02.585" v="1778" actId="207"/>
          <ac:spMkLst>
            <pc:docMk/>
            <pc:sldMk cId="53315384" sldId="257"/>
            <ac:spMk id="33" creationId="{D57F5AA4-627D-43F6-151C-9FAA97E2B40A}"/>
          </ac:spMkLst>
        </pc:spChg>
        <pc:spChg chg="mod">
          <ac:chgData name="Steve Coe" userId="c022ba151d941ebf" providerId="LiveId" clId="{CA44BCD1-603D-4FC5-A303-389B531CAC82}" dt="2026-05-25T18:12:02.585" v="1778" actId="207"/>
          <ac:spMkLst>
            <pc:docMk/>
            <pc:sldMk cId="53315384" sldId="257"/>
            <ac:spMk id="34" creationId="{A5FB57E0-ED0D-CF32-8567-4E4B9E60CF8A}"/>
          </ac:spMkLst>
        </pc:spChg>
        <pc:spChg chg="mod">
          <ac:chgData name="Steve Coe" userId="c022ba151d941ebf" providerId="LiveId" clId="{CA44BCD1-603D-4FC5-A303-389B531CAC82}" dt="2026-05-25T18:12:02.585" v="1778" actId="207"/>
          <ac:spMkLst>
            <pc:docMk/>
            <pc:sldMk cId="53315384" sldId="257"/>
            <ac:spMk id="35" creationId="{0756D1AB-6BF9-5F4C-8920-F2A0380EDC2C}"/>
          </ac:spMkLst>
        </pc:spChg>
        <pc:spChg chg="mod">
          <ac:chgData name="Steve Coe" userId="c022ba151d941ebf" providerId="LiveId" clId="{CA44BCD1-603D-4FC5-A303-389B531CAC82}" dt="2026-05-27T15:27:42.384" v="4766" actId="790"/>
          <ac:spMkLst>
            <pc:docMk/>
            <pc:sldMk cId="53315384" sldId="257"/>
            <ac:spMk id="36" creationId="{4F99E9FA-DE40-A7B2-1EE1-38C0F84DAFF9}"/>
          </ac:spMkLst>
        </pc:spChg>
        <pc:spChg chg="add mod">
          <ac:chgData name="Steve Coe" userId="c022ba151d941ebf" providerId="LiveId" clId="{CA44BCD1-603D-4FC5-A303-389B531CAC82}" dt="2026-06-01T19:51:14.939" v="6203"/>
          <ac:spMkLst>
            <pc:docMk/>
            <pc:sldMk cId="53315384" sldId="257"/>
            <ac:spMk id="39" creationId="{4E29CEDD-6F32-817B-E013-DDFA9185332E}"/>
          </ac:spMkLst>
        </pc:spChg>
        <pc:spChg chg="add mod">
          <ac:chgData name="Steve Coe" userId="c022ba151d941ebf" providerId="LiveId" clId="{CA44BCD1-603D-4FC5-A303-389B531CAC82}" dt="2026-05-27T15:27:42.384" v="4766" actId="790"/>
          <ac:spMkLst>
            <pc:docMk/>
            <pc:sldMk cId="53315384" sldId="257"/>
            <ac:spMk id="40" creationId="{3E7E8157-D98F-AB14-E856-E5B37C3E8102}"/>
          </ac:spMkLst>
        </pc:spChg>
        <pc:spChg chg="add mod">
          <ac:chgData name="Steve Coe" userId="c022ba151d941ebf" providerId="LiveId" clId="{CA44BCD1-603D-4FC5-A303-389B531CAC82}" dt="2026-05-25T21:24:38.370" v="3860"/>
          <ac:spMkLst>
            <pc:docMk/>
            <pc:sldMk cId="53315384" sldId="257"/>
            <ac:spMk id="42" creationId="{8CE40B59-0D72-E4C6-8D53-57B625CCF67F}"/>
          </ac:spMkLst>
        </pc:spChg>
        <pc:spChg chg="add mod">
          <ac:chgData name="Steve Coe" userId="c022ba151d941ebf" providerId="LiveId" clId="{CA44BCD1-603D-4FC5-A303-389B531CAC82}" dt="2026-05-25T21:24:46.993" v="3861"/>
          <ac:spMkLst>
            <pc:docMk/>
            <pc:sldMk cId="53315384" sldId="257"/>
            <ac:spMk id="44" creationId="{C47BDB00-A316-6932-6B94-ED36B37131F8}"/>
          </ac:spMkLst>
        </pc:spChg>
        <pc:spChg chg="add mod">
          <ac:chgData name="Steve Coe" userId="c022ba151d941ebf" providerId="LiveId" clId="{CA44BCD1-603D-4FC5-A303-389B531CAC82}" dt="2026-05-25T21:24:56.068" v="3862"/>
          <ac:spMkLst>
            <pc:docMk/>
            <pc:sldMk cId="53315384" sldId="257"/>
            <ac:spMk id="45" creationId="{76DD92CE-36CD-FA6D-F24B-7A18676B251B}"/>
          </ac:spMkLst>
        </pc:spChg>
        <pc:spChg chg="add mod">
          <ac:chgData name="Steve Coe" userId="c022ba151d941ebf" providerId="LiveId" clId="{CA44BCD1-603D-4FC5-A303-389B531CAC82}" dt="2026-06-01T19:55:09.226" v="6205"/>
          <ac:spMkLst>
            <pc:docMk/>
            <pc:sldMk cId="53315384" sldId="257"/>
            <ac:spMk id="46" creationId="{BF75A9AE-C991-F25B-D198-E7B7A22B4C9C}"/>
          </ac:spMkLst>
        </pc:spChg>
        <pc:spChg chg="add mod">
          <ac:chgData name="Steve Coe" userId="c022ba151d941ebf" providerId="LiveId" clId="{CA44BCD1-603D-4FC5-A303-389B531CAC82}" dt="2026-06-01T19:55:19.355" v="6206"/>
          <ac:spMkLst>
            <pc:docMk/>
            <pc:sldMk cId="53315384" sldId="257"/>
            <ac:spMk id="47" creationId="{7173CC6D-A44D-BB3F-8E90-BCDF87E88637}"/>
          </ac:spMkLst>
        </pc:spChg>
        <pc:spChg chg="add mod">
          <ac:chgData name="Steve Coe" userId="c022ba151d941ebf" providerId="LiveId" clId="{CA44BCD1-603D-4FC5-A303-389B531CAC82}" dt="2026-06-01T19:55:48.171" v="6207"/>
          <ac:spMkLst>
            <pc:docMk/>
            <pc:sldMk cId="53315384" sldId="257"/>
            <ac:spMk id="48" creationId="{1697DAA8-F449-3CA6-38AC-2C65C16223CB}"/>
          </ac:spMkLst>
        </pc:spChg>
        <pc:spChg chg="add mod">
          <ac:chgData name="Steve Coe" userId="c022ba151d941ebf" providerId="LiveId" clId="{CA44BCD1-603D-4FC5-A303-389B531CAC82}" dt="2026-06-01T19:55:57.309" v="6208"/>
          <ac:spMkLst>
            <pc:docMk/>
            <pc:sldMk cId="53315384" sldId="257"/>
            <ac:spMk id="49" creationId="{B97962FA-9E74-B4C5-DC2F-F60E005FA9FE}"/>
          </ac:spMkLst>
        </pc:spChg>
        <pc:spChg chg="add mod">
          <ac:chgData name="Steve Coe" userId="c022ba151d941ebf" providerId="LiveId" clId="{CA44BCD1-603D-4FC5-A303-389B531CAC82}" dt="2026-06-01T19:56:05.965" v="6209"/>
          <ac:spMkLst>
            <pc:docMk/>
            <pc:sldMk cId="53315384" sldId="257"/>
            <ac:spMk id="50" creationId="{B1D9B328-2B0C-DE9F-391B-11F46AB6086F}"/>
          </ac:spMkLst>
        </pc:spChg>
        <pc:spChg chg="add mod">
          <ac:chgData name="Steve Coe" userId="c022ba151d941ebf" providerId="LiveId" clId="{CA44BCD1-603D-4FC5-A303-389B531CAC82}" dt="2026-06-01T19:56:50.747" v="6210"/>
          <ac:spMkLst>
            <pc:docMk/>
            <pc:sldMk cId="53315384" sldId="257"/>
            <ac:spMk id="51" creationId="{4CFEE9C6-8B36-178B-3507-055BCC63BF42}"/>
          </ac:spMkLst>
        </pc:spChg>
        <pc:spChg chg="add mod">
          <ac:chgData name="Steve Coe" userId="c022ba151d941ebf" providerId="LiveId" clId="{CA44BCD1-603D-4FC5-A303-389B531CAC82}" dt="2026-06-01T19:57:01.965" v="6211"/>
          <ac:spMkLst>
            <pc:docMk/>
            <pc:sldMk cId="53315384" sldId="257"/>
            <ac:spMk id="52" creationId="{417F47FA-5282-09ED-2C76-9DCFDC018D4C}"/>
          </ac:spMkLst>
        </pc:spChg>
        <pc:spChg chg="add mod">
          <ac:chgData name="Steve Coe" userId="c022ba151d941ebf" providerId="LiveId" clId="{CA44BCD1-603D-4FC5-A303-389B531CAC82}" dt="2026-06-01T19:57:09.845" v="6212"/>
          <ac:spMkLst>
            <pc:docMk/>
            <pc:sldMk cId="53315384" sldId="257"/>
            <ac:spMk id="53" creationId="{822A4ABC-BEAB-6C0D-F0EC-50A557309555}"/>
          </ac:spMkLst>
        </pc:spChg>
        <pc:spChg chg="add mod">
          <ac:chgData name="Steve Coe" userId="c022ba151d941ebf" providerId="LiveId" clId="{CA44BCD1-603D-4FC5-A303-389B531CAC82}" dt="2026-06-01T19:57:18.965" v="6213"/>
          <ac:spMkLst>
            <pc:docMk/>
            <pc:sldMk cId="53315384" sldId="257"/>
            <ac:spMk id="54" creationId="{E461DC24-D5E7-C1B5-C0A4-037E13EDA458}"/>
          </ac:spMkLst>
        </pc:spChg>
        <pc:spChg chg="add mod">
          <ac:chgData name="Steve Coe" userId="c022ba151d941ebf" providerId="LiveId" clId="{CA44BCD1-603D-4FC5-A303-389B531CAC82}" dt="2026-06-01T19:57:56.993" v="6215"/>
          <ac:spMkLst>
            <pc:docMk/>
            <pc:sldMk cId="53315384" sldId="257"/>
            <ac:spMk id="55" creationId="{76825FAE-5E93-B4AA-E178-27BF3C4B4A96}"/>
          </ac:spMkLst>
        </pc:spChg>
        <pc:spChg chg="add mod">
          <ac:chgData name="Steve Coe" userId="c022ba151d941ebf" providerId="LiveId" clId="{CA44BCD1-603D-4FC5-A303-389B531CAC82}" dt="2026-06-01T19:58:07.088" v="6216"/>
          <ac:spMkLst>
            <pc:docMk/>
            <pc:sldMk cId="53315384" sldId="257"/>
            <ac:spMk id="57" creationId="{E9312F6B-127B-7331-DC78-4F7058EC39B9}"/>
          </ac:spMkLst>
        </pc:spChg>
        <pc:spChg chg="add mod">
          <ac:chgData name="Steve Coe" userId="c022ba151d941ebf" providerId="LiveId" clId="{CA44BCD1-603D-4FC5-A303-389B531CAC82}" dt="2026-06-01T19:58:18.933" v="6217"/>
          <ac:spMkLst>
            <pc:docMk/>
            <pc:sldMk cId="53315384" sldId="257"/>
            <ac:spMk id="58" creationId="{27CFE287-311A-1541-6365-AFD08F60491F}"/>
          </ac:spMkLst>
        </pc:spChg>
        <pc:spChg chg="add mod">
          <ac:chgData name="Steve Coe" userId="c022ba151d941ebf" providerId="LiveId" clId="{CA44BCD1-603D-4FC5-A303-389B531CAC82}" dt="2026-06-01T19:58:29.542" v="6218"/>
          <ac:spMkLst>
            <pc:docMk/>
            <pc:sldMk cId="53315384" sldId="257"/>
            <ac:spMk id="59" creationId="{81C50424-2EC6-83EA-7C36-061C06BBAD55}"/>
          </ac:spMkLst>
        </pc:spChg>
        <pc:spChg chg="add mod">
          <ac:chgData name="Steve Coe" userId="c022ba151d941ebf" providerId="LiveId" clId="{CA44BCD1-603D-4FC5-A303-389B531CAC82}" dt="2026-06-01T19:58:40.220" v="6219"/>
          <ac:spMkLst>
            <pc:docMk/>
            <pc:sldMk cId="53315384" sldId="257"/>
            <ac:spMk id="60" creationId="{2D48B7DC-D848-6294-5C44-390DFB20DC3D}"/>
          </ac:spMkLst>
        </pc:spChg>
        <pc:spChg chg="add mod">
          <ac:chgData name="Steve Coe" userId="c022ba151d941ebf" providerId="LiveId" clId="{CA44BCD1-603D-4FC5-A303-389B531CAC82}" dt="2026-06-01T19:58:48.282" v="6220"/>
          <ac:spMkLst>
            <pc:docMk/>
            <pc:sldMk cId="53315384" sldId="257"/>
            <ac:spMk id="61" creationId="{2D1EB99E-46B3-B397-07F9-346450C4B05F}"/>
          </ac:spMkLst>
        </pc:spChg>
        <pc:spChg chg="add mod">
          <ac:chgData name="Steve Coe" userId="c022ba151d941ebf" providerId="LiveId" clId="{CA44BCD1-603D-4FC5-A303-389B531CAC82}" dt="2026-06-01T19:59:08.913" v="6221"/>
          <ac:spMkLst>
            <pc:docMk/>
            <pc:sldMk cId="53315384" sldId="257"/>
            <ac:spMk id="62" creationId="{7593A0FA-EF77-4FA2-B851-7489884E43C1}"/>
          </ac:spMkLst>
        </pc:spChg>
        <pc:spChg chg="add mod">
          <ac:chgData name="Steve Coe" userId="c022ba151d941ebf" providerId="LiveId" clId="{CA44BCD1-603D-4FC5-A303-389B531CAC82}" dt="2026-06-01T19:59:22.375" v="6222"/>
          <ac:spMkLst>
            <pc:docMk/>
            <pc:sldMk cId="53315384" sldId="257"/>
            <ac:spMk id="63" creationId="{D3E5DB68-2B58-2F7F-B71F-6D1CAA37B23C}"/>
          </ac:spMkLst>
        </pc:spChg>
        <pc:spChg chg="add mod">
          <ac:chgData name="Steve Coe" userId="c022ba151d941ebf" providerId="LiveId" clId="{CA44BCD1-603D-4FC5-A303-389B531CAC82}" dt="2026-06-01T19:59:30.809" v="6223"/>
          <ac:spMkLst>
            <pc:docMk/>
            <pc:sldMk cId="53315384" sldId="257"/>
            <ac:spMk id="64" creationId="{D40EDA57-90CC-7FDC-E658-6EF91403C794}"/>
          </ac:spMkLst>
        </pc:spChg>
        <pc:spChg chg="add mod">
          <ac:chgData name="Steve Coe" userId="c022ba151d941ebf" providerId="LiveId" clId="{CA44BCD1-603D-4FC5-A303-389B531CAC82}" dt="2026-06-01T19:59:42.228" v="6224"/>
          <ac:spMkLst>
            <pc:docMk/>
            <pc:sldMk cId="53315384" sldId="257"/>
            <ac:spMk id="65" creationId="{494F8BE1-4EC3-4797-1C7C-21F590DCEDD4}"/>
          </ac:spMkLst>
        </pc:spChg>
      </pc:sldChg>
      <pc:sldChg chg="modSp mod ord">
        <pc:chgData name="Steve Coe" userId="c022ba151d941ebf" providerId="LiveId" clId="{CA44BCD1-603D-4FC5-A303-389B531CAC82}" dt="2026-05-27T15:27:42.384" v="4766" actId="790"/>
        <pc:sldMkLst>
          <pc:docMk/>
          <pc:sldMk cId="976319487" sldId="258"/>
        </pc:sldMkLst>
        <pc:spChg chg="mod">
          <ac:chgData name="Steve Coe" userId="c022ba151d941ebf" providerId="LiveId" clId="{CA44BCD1-603D-4FC5-A303-389B531CAC82}" dt="2026-05-27T15:27:42.384" v="4766" actId="790"/>
          <ac:spMkLst>
            <pc:docMk/>
            <pc:sldMk cId="976319487" sldId="258"/>
            <ac:spMk id="2" creationId="{BFECCF4F-AAD1-C6D6-73DF-91F34ABA642E}"/>
          </ac:spMkLst>
        </pc:spChg>
        <pc:spChg chg="mod">
          <ac:chgData name="Steve Coe" userId="c022ba151d941ebf" providerId="LiveId" clId="{CA44BCD1-603D-4FC5-A303-389B531CAC82}" dt="2026-05-27T15:27:42.384" v="4766" actId="790"/>
          <ac:spMkLst>
            <pc:docMk/>
            <pc:sldMk cId="976319487" sldId="258"/>
            <ac:spMk id="23" creationId="{8FB50ADC-3007-F5E3-9C1D-3E53DCAA6359}"/>
          </ac:spMkLst>
        </pc:spChg>
        <pc:spChg chg="mod">
          <ac:chgData name="Steve Coe" userId="c022ba151d941ebf" providerId="LiveId" clId="{CA44BCD1-603D-4FC5-A303-389B531CAC82}" dt="2026-05-27T15:27:42.384" v="4766" actId="790"/>
          <ac:spMkLst>
            <pc:docMk/>
            <pc:sldMk cId="976319487" sldId="258"/>
            <ac:spMk id="30" creationId="{475D6036-10C4-D204-1A6C-ABD9770B7CB3}"/>
          </ac:spMkLst>
        </pc:spChg>
        <pc:spChg chg="mod">
          <ac:chgData name="Steve Coe" userId="c022ba151d941ebf" providerId="LiveId" clId="{CA44BCD1-603D-4FC5-A303-389B531CAC82}" dt="2026-05-27T15:27:42.384" v="4766" actId="790"/>
          <ac:spMkLst>
            <pc:docMk/>
            <pc:sldMk cId="976319487" sldId="258"/>
            <ac:spMk id="36" creationId="{BDA4B6BB-4C10-890F-79E7-79CAD0A543DB}"/>
          </ac:spMkLst>
        </pc:spChg>
        <pc:spChg chg="mod">
          <ac:chgData name="Steve Coe" userId="c022ba151d941ebf" providerId="LiveId" clId="{CA44BCD1-603D-4FC5-A303-389B531CAC82}" dt="2026-05-27T15:27:42.384" v="4766" actId="790"/>
          <ac:spMkLst>
            <pc:docMk/>
            <pc:sldMk cId="976319487" sldId="258"/>
            <ac:spMk id="55" creationId="{AE589ECB-784B-3242-17E5-6F4528CB1FA6}"/>
          </ac:spMkLst>
        </pc:spChg>
        <pc:spChg chg="mod">
          <ac:chgData name="Steve Coe" userId="c022ba151d941ebf" providerId="LiveId" clId="{CA44BCD1-603D-4FC5-A303-389B531CAC82}" dt="2026-05-27T15:27:42.384" v="4766" actId="790"/>
          <ac:spMkLst>
            <pc:docMk/>
            <pc:sldMk cId="976319487" sldId="258"/>
            <ac:spMk id="64" creationId="{7386BC7F-37E3-0504-930B-956BE5A6B872}"/>
          </ac:spMkLst>
        </pc:spChg>
        <pc:spChg chg="mod">
          <ac:chgData name="Steve Coe" userId="c022ba151d941ebf" providerId="LiveId" clId="{CA44BCD1-603D-4FC5-A303-389B531CAC82}" dt="2026-05-27T15:27:42.384" v="4766" actId="790"/>
          <ac:spMkLst>
            <pc:docMk/>
            <pc:sldMk cId="976319487" sldId="258"/>
            <ac:spMk id="90" creationId="{EE7F8B13-444C-73E8-0F9F-D4BD3ABBBCE8}"/>
          </ac:spMkLst>
        </pc:spChg>
        <pc:spChg chg="mod">
          <ac:chgData name="Steve Coe" userId="c022ba151d941ebf" providerId="LiveId" clId="{CA44BCD1-603D-4FC5-A303-389B531CAC82}" dt="2026-05-27T15:27:42.384" v="4766" actId="790"/>
          <ac:spMkLst>
            <pc:docMk/>
            <pc:sldMk cId="976319487" sldId="258"/>
            <ac:spMk id="102" creationId="{CFE4C23F-3133-6FF8-C26B-B53DCE8F42D0}"/>
          </ac:spMkLst>
        </pc:spChg>
        <pc:spChg chg="mod">
          <ac:chgData name="Steve Coe" userId="c022ba151d941ebf" providerId="LiveId" clId="{CA44BCD1-603D-4FC5-A303-389B531CAC82}" dt="2026-05-27T15:27:42.384" v="4766" actId="790"/>
          <ac:spMkLst>
            <pc:docMk/>
            <pc:sldMk cId="976319487" sldId="258"/>
            <ac:spMk id="106" creationId="{7B39C0C5-498D-46CC-9218-DCA78BAD812B}"/>
          </ac:spMkLst>
        </pc:spChg>
        <pc:spChg chg="mod">
          <ac:chgData name="Steve Coe" userId="c022ba151d941ebf" providerId="LiveId" clId="{CA44BCD1-603D-4FC5-A303-389B531CAC82}" dt="2026-05-27T15:27:42.384" v="4766" actId="790"/>
          <ac:spMkLst>
            <pc:docMk/>
            <pc:sldMk cId="976319487" sldId="258"/>
            <ac:spMk id="108" creationId="{C64E28D6-0165-69BF-AAD1-2E8FAF18082D}"/>
          </ac:spMkLst>
        </pc:spChg>
      </pc:sldChg>
      <pc:sldChg chg="modSp add mod ord">
        <pc:chgData name="Steve Coe" userId="c022ba151d941ebf" providerId="LiveId" clId="{CA44BCD1-603D-4FC5-A303-389B531CAC82}" dt="2026-05-27T15:27:42.384" v="4766" actId="790"/>
        <pc:sldMkLst>
          <pc:docMk/>
          <pc:sldMk cId="494323276" sldId="259"/>
        </pc:sldMkLst>
        <pc:spChg chg="mod">
          <ac:chgData name="Steve Coe" userId="c022ba151d941ebf" providerId="LiveId" clId="{CA44BCD1-603D-4FC5-A303-389B531CAC82}" dt="2026-05-27T15:27:42.384" v="4766" actId="790"/>
          <ac:spMkLst>
            <pc:docMk/>
            <pc:sldMk cId="494323276" sldId="259"/>
            <ac:spMk id="5" creationId="{279640F4-032A-3D24-32FF-30DC8C750EA7}"/>
          </ac:spMkLst>
        </pc:spChg>
        <pc:spChg chg="mod">
          <ac:chgData name="Steve Coe" userId="c022ba151d941ebf" providerId="LiveId" clId="{CA44BCD1-603D-4FC5-A303-389B531CAC82}" dt="2026-05-27T15:27:42.384" v="4766" actId="790"/>
          <ac:spMkLst>
            <pc:docMk/>
            <pc:sldMk cId="494323276" sldId="259"/>
            <ac:spMk id="7" creationId="{3FB62A0D-362E-0624-B612-4ED2458F5E31}"/>
          </ac:spMkLst>
        </pc:spChg>
        <pc:spChg chg="mod">
          <ac:chgData name="Steve Coe" userId="c022ba151d941ebf" providerId="LiveId" clId="{CA44BCD1-603D-4FC5-A303-389B531CAC82}" dt="2026-05-27T15:27:42.384" v="4766" actId="790"/>
          <ac:spMkLst>
            <pc:docMk/>
            <pc:sldMk cId="494323276" sldId="259"/>
            <ac:spMk id="9" creationId="{1C26D61D-A7DB-A750-275D-22C9D1EA14B1}"/>
          </ac:spMkLst>
        </pc:spChg>
        <pc:spChg chg="mod">
          <ac:chgData name="Steve Coe" userId="c022ba151d941ebf" providerId="LiveId" clId="{CA44BCD1-603D-4FC5-A303-389B531CAC82}" dt="2026-05-27T15:27:42.384" v="4766" actId="790"/>
          <ac:spMkLst>
            <pc:docMk/>
            <pc:sldMk cId="494323276" sldId="259"/>
            <ac:spMk id="10" creationId="{2DC0590B-C64F-0CB0-F170-E90ABBA60254}"/>
          </ac:spMkLst>
        </pc:spChg>
        <pc:spChg chg="mod">
          <ac:chgData name="Steve Coe" userId="c022ba151d941ebf" providerId="LiveId" clId="{CA44BCD1-603D-4FC5-A303-389B531CAC82}" dt="2026-05-27T15:27:42.384" v="4766" actId="790"/>
          <ac:spMkLst>
            <pc:docMk/>
            <pc:sldMk cId="494323276" sldId="259"/>
            <ac:spMk id="13" creationId="{54663DF5-B50B-C2F6-4C7C-42D95A6D1D8A}"/>
          </ac:spMkLst>
        </pc:spChg>
        <pc:spChg chg="mod">
          <ac:chgData name="Steve Coe" userId="c022ba151d941ebf" providerId="LiveId" clId="{CA44BCD1-603D-4FC5-A303-389B531CAC82}" dt="2026-05-27T15:27:42.384" v="4766" actId="790"/>
          <ac:spMkLst>
            <pc:docMk/>
            <pc:sldMk cId="494323276" sldId="259"/>
            <ac:spMk id="25" creationId="{2D6265A1-0067-E276-DB5E-F50D2B718468}"/>
          </ac:spMkLst>
        </pc:spChg>
        <pc:spChg chg="mod">
          <ac:chgData name="Steve Coe" userId="c022ba151d941ebf" providerId="LiveId" clId="{CA44BCD1-603D-4FC5-A303-389B531CAC82}" dt="2026-05-27T15:27:42.384" v="4766" actId="790"/>
          <ac:spMkLst>
            <pc:docMk/>
            <pc:sldMk cId="494323276" sldId="259"/>
            <ac:spMk id="26" creationId="{A7B830A5-666F-31D7-09DB-E7E88FE5D96B}"/>
          </ac:spMkLst>
        </pc:spChg>
        <pc:spChg chg="mod">
          <ac:chgData name="Steve Coe" userId="c022ba151d941ebf" providerId="LiveId" clId="{CA44BCD1-603D-4FC5-A303-389B531CAC82}" dt="2026-05-27T15:27:42.384" v="4766" actId="790"/>
          <ac:spMkLst>
            <pc:docMk/>
            <pc:sldMk cId="494323276" sldId="259"/>
            <ac:spMk id="33" creationId="{5A570668-E535-210C-EFDF-46BA53CCC6D4}"/>
          </ac:spMkLst>
        </pc:spChg>
        <pc:spChg chg="mod">
          <ac:chgData name="Steve Coe" userId="c022ba151d941ebf" providerId="LiveId" clId="{CA44BCD1-603D-4FC5-A303-389B531CAC82}" dt="2026-05-27T15:27:42.384" v="4766" actId="790"/>
          <ac:spMkLst>
            <pc:docMk/>
            <pc:sldMk cId="494323276" sldId="259"/>
            <ac:spMk id="36" creationId="{2C3EC93C-A562-DE10-9143-F9C9D981DE05}"/>
          </ac:spMkLst>
        </pc:spChg>
        <pc:spChg chg="mod">
          <ac:chgData name="Steve Coe" userId="c022ba151d941ebf" providerId="LiveId" clId="{CA44BCD1-603D-4FC5-A303-389B531CAC82}" dt="2026-05-27T15:27:42.384" v="4766" actId="790"/>
          <ac:spMkLst>
            <pc:docMk/>
            <pc:sldMk cId="494323276" sldId="259"/>
            <ac:spMk id="44" creationId="{87867E6B-8C85-85CE-813E-E3AA6AEED5F4}"/>
          </ac:spMkLst>
        </pc:spChg>
      </pc:sldChg>
      <pc:sldChg chg="addSp delSp modSp new mod ord modShow">
        <pc:chgData name="Steve Coe" userId="c022ba151d941ebf" providerId="LiveId" clId="{CA44BCD1-603D-4FC5-A303-389B531CAC82}" dt="2026-05-27T15:27:42.384" v="4766" actId="790"/>
        <pc:sldMkLst>
          <pc:docMk/>
          <pc:sldMk cId="2961429022" sldId="260"/>
        </pc:sldMkLst>
        <pc:spChg chg="add mod">
          <ac:chgData name="Steve Coe" userId="c022ba151d941ebf" providerId="LiveId" clId="{CA44BCD1-603D-4FC5-A303-389B531CAC82}" dt="2026-05-27T15:27:42.384" v="4766" actId="790"/>
          <ac:spMkLst>
            <pc:docMk/>
            <pc:sldMk cId="2961429022" sldId="260"/>
            <ac:spMk id="8" creationId="{B7396FB8-DD06-EADA-D132-4533DA8509C5}"/>
          </ac:spMkLst>
        </pc:spChg>
        <pc:graphicFrameChg chg="add mod modGraphic">
          <ac:chgData name="Steve Coe" userId="c022ba151d941ebf" providerId="LiveId" clId="{CA44BCD1-603D-4FC5-A303-389B531CAC82}" dt="2026-05-27T15:27:42.384" v="4766" actId="790"/>
          <ac:graphicFrameMkLst>
            <pc:docMk/>
            <pc:sldMk cId="2961429022" sldId="260"/>
            <ac:graphicFrameMk id="9" creationId="{EA7E3A1C-FB30-3B56-EA02-F2451BA21A16}"/>
          </ac:graphicFrameMkLst>
        </pc:graphicFrameChg>
        <pc:graphicFrameChg chg="add mod modGraphic">
          <ac:chgData name="Steve Coe" userId="c022ba151d941ebf" providerId="LiveId" clId="{CA44BCD1-603D-4FC5-A303-389B531CAC82}" dt="2026-05-27T15:27:42.384" v="4766" actId="790"/>
          <ac:graphicFrameMkLst>
            <pc:docMk/>
            <pc:sldMk cId="2961429022" sldId="260"/>
            <ac:graphicFrameMk id="10" creationId="{DBE455C4-DA52-8E7F-5853-1D2199408DCE}"/>
          </ac:graphicFrameMkLst>
        </pc:graphicFrameChg>
      </pc:sldChg>
      <pc:sldChg chg="addSp delSp modSp new mod">
        <pc:chgData name="Steve Coe" userId="c022ba151d941ebf" providerId="LiveId" clId="{CA44BCD1-603D-4FC5-A303-389B531CAC82}" dt="2026-05-27T15:27:42.384" v="4766" actId="790"/>
        <pc:sldMkLst>
          <pc:docMk/>
          <pc:sldMk cId="3165528097" sldId="261"/>
        </pc:sldMkLst>
        <pc:spChg chg="add mod">
          <ac:chgData name="Steve Coe" userId="c022ba151d941ebf" providerId="LiveId" clId="{CA44BCD1-603D-4FC5-A303-389B531CAC82}" dt="2026-05-27T15:27:42.384" v="4766" actId="790"/>
          <ac:spMkLst>
            <pc:docMk/>
            <pc:sldMk cId="3165528097" sldId="261"/>
            <ac:spMk id="6" creationId="{A56C6671-4306-44DF-B9CA-0A82999E7476}"/>
          </ac:spMkLst>
        </pc:spChg>
        <pc:spChg chg="add mod">
          <ac:chgData name="Steve Coe" userId="c022ba151d941ebf" providerId="LiveId" clId="{CA44BCD1-603D-4FC5-A303-389B531CAC82}" dt="2026-05-27T15:27:42.384" v="4766" actId="790"/>
          <ac:spMkLst>
            <pc:docMk/>
            <pc:sldMk cId="3165528097" sldId="261"/>
            <ac:spMk id="9" creationId="{E050571C-3E9B-5B52-6AE9-2F9D9068546B}"/>
          </ac:spMkLst>
        </pc:spChg>
        <pc:graphicFrameChg chg="add mod modGraphic">
          <ac:chgData name="Steve Coe" userId="c022ba151d941ebf" providerId="LiveId" clId="{CA44BCD1-603D-4FC5-A303-389B531CAC82}" dt="2026-05-27T15:27:42.384" v="4766" actId="790"/>
          <ac:graphicFrameMkLst>
            <pc:docMk/>
            <pc:sldMk cId="3165528097" sldId="261"/>
            <ac:graphicFrameMk id="5" creationId="{BC483781-9390-5F51-6D12-7D5EA9FD1679}"/>
          </ac:graphicFrameMkLst>
        </pc:graphicFrameChg>
        <pc:picChg chg="add mod modCrop">
          <ac:chgData name="Steve Coe" userId="c022ba151d941ebf" providerId="LiveId" clId="{CA44BCD1-603D-4FC5-A303-389B531CAC82}" dt="2026-05-25T19:29:48.188" v="2747"/>
          <ac:picMkLst>
            <pc:docMk/>
            <pc:sldMk cId="3165528097" sldId="261"/>
            <ac:picMk id="8" creationId="{AFFBA7BC-0334-5FD3-4687-7D02E2DE5248}"/>
          </ac:picMkLst>
        </pc:picChg>
      </pc:sldChg>
      <pc:sldChg chg="modSp add mod">
        <pc:chgData name="Steve Coe" userId="c022ba151d941ebf" providerId="LiveId" clId="{CA44BCD1-603D-4FC5-A303-389B531CAC82}" dt="2026-05-27T15:27:42.384" v="4766" actId="790"/>
        <pc:sldMkLst>
          <pc:docMk/>
          <pc:sldMk cId="1751647921" sldId="262"/>
        </pc:sldMkLst>
        <pc:spChg chg="mod">
          <ac:chgData name="Steve Coe" userId="c022ba151d941ebf" providerId="LiveId" clId="{CA44BCD1-603D-4FC5-A303-389B531CAC82}" dt="2026-05-27T15:27:42.384" v="4766" actId="790"/>
          <ac:spMkLst>
            <pc:docMk/>
            <pc:sldMk cId="1751647921" sldId="262"/>
            <ac:spMk id="6" creationId="{9AA18AEA-C52A-977E-F8A4-85773BF71BA7}"/>
          </ac:spMkLst>
        </pc:spChg>
        <pc:spChg chg="mod">
          <ac:chgData name="Steve Coe" userId="c022ba151d941ebf" providerId="LiveId" clId="{CA44BCD1-603D-4FC5-A303-389B531CAC82}" dt="2026-05-27T15:27:42.384" v="4766" actId="790"/>
          <ac:spMkLst>
            <pc:docMk/>
            <pc:sldMk cId="1751647921" sldId="262"/>
            <ac:spMk id="9" creationId="{C3E91D36-5C28-10D1-EFA8-E83AFF981D27}"/>
          </ac:spMkLst>
        </pc:spChg>
        <pc:graphicFrameChg chg="mod modGraphic">
          <ac:chgData name="Steve Coe" userId="c022ba151d941ebf" providerId="LiveId" clId="{CA44BCD1-603D-4FC5-A303-389B531CAC82}" dt="2026-05-27T15:27:42.384" v="4766" actId="790"/>
          <ac:graphicFrameMkLst>
            <pc:docMk/>
            <pc:sldMk cId="1751647921" sldId="262"/>
            <ac:graphicFrameMk id="5" creationId="{799C0048-6306-8207-FFF9-1B49DB70B592}"/>
          </ac:graphicFrameMkLst>
        </pc:graphicFrameChg>
      </pc:sldChg>
      <pc:sldChg chg="addSp delSp modSp add mod">
        <pc:chgData name="Steve Coe" userId="c022ba151d941ebf" providerId="LiveId" clId="{CA44BCD1-603D-4FC5-A303-389B531CAC82}" dt="2026-05-27T15:27:42.384" v="4766" actId="790"/>
        <pc:sldMkLst>
          <pc:docMk/>
          <pc:sldMk cId="569585641" sldId="263"/>
        </pc:sldMkLst>
        <pc:spChg chg="mod">
          <ac:chgData name="Steve Coe" userId="c022ba151d941ebf" providerId="LiveId" clId="{CA44BCD1-603D-4FC5-A303-389B531CAC82}" dt="2026-05-27T15:27:42.384" v="4766" actId="790"/>
          <ac:spMkLst>
            <pc:docMk/>
            <pc:sldMk cId="569585641" sldId="263"/>
            <ac:spMk id="6" creationId="{467EE569-E8DA-B491-F302-9C713DC3843C}"/>
          </ac:spMkLst>
        </pc:spChg>
        <pc:spChg chg="mod">
          <ac:chgData name="Steve Coe" userId="c022ba151d941ebf" providerId="LiveId" clId="{CA44BCD1-603D-4FC5-A303-389B531CAC82}" dt="2026-05-27T15:27:42.384" v="4766" actId="790"/>
          <ac:spMkLst>
            <pc:docMk/>
            <pc:sldMk cId="569585641" sldId="263"/>
            <ac:spMk id="9" creationId="{3FDA0937-1327-BCF1-2448-1118AC45789D}"/>
          </ac:spMkLst>
        </pc:spChg>
        <pc:graphicFrameChg chg="mod modGraphic">
          <ac:chgData name="Steve Coe" userId="c022ba151d941ebf" providerId="LiveId" clId="{CA44BCD1-603D-4FC5-A303-389B531CAC82}" dt="2026-05-27T15:27:42.384" v="4766" actId="790"/>
          <ac:graphicFrameMkLst>
            <pc:docMk/>
            <pc:sldMk cId="569585641" sldId="263"/>
            <ac:graphicFrameMk id="5" creationId="{F51A16CE-B1A5-CCBB-9023-091CE1CCC543}"/>
          </ac:graphicFrameMkLst>
        </pc:graphicFrameChg>
      </pc:sldChg>
      <pc:sldChg chg="addSp delSp modSp add mod">
        <pc:chgData name="Steve Coe" userId="c022ba151d941ebf" providerId="LiveId" clId="{CA44BCD1-603D-4FC5-A303-389B531CAC82}" dt="2026-05-27T15:27:42.384" v="4766" actId="790"/>
        <pc:sldMkLst>
          <pc:docMk/>
          <pc:sldMk cId="3566340695" sldId="264"/>
        </pc:sldMkLst>
        <pc:spChg chg="mod">
          <ac:chgData name="Steve Coe" userId="c022ba151d941ebf" providerId="LiveId" clId="{CA44BCD1-603D-4FC5-A303-389B531CAC82}" dt="2026-05-27T15:27:42.384" v="4766" actId="790"/>
          <ac:spMkLst>
            <pc:docMk/>
            <pc:sldMk cId="3566340695" sldId="264"/>
            <ac:spMk id="6" creationId="{8574818F-F401-50BC-090C-5BD9217121DB}"/>
          </ac:spMkLst>
        </pc:spChg>
        <pc:spChg chg="mod">
          <ac:chgData name="Steve Coe" userId="c022ba151d941ebf" providerId="LiveId" clId="{CA44BCD1-603D-4FC5-A303-389B531CAC82}" dt="2026-05-27T15:27:42.384" v="4766" actId="790"/>
          <ac:spMkLst>
            <pc:docMk/>
            <pc:sldMk cId="3566340695" sldId="264"/>
            <ac:spMk id="9" creationId="{6A8129D0-1B36-F7B6-093F-8D72D03EED1A}"/>
          </ac:spMkLst>
        </pc:spChg>
        <pc:graphicFrameChg chg="mod modGraphic">
          <ac:chgData name="Steve Coe" userId="c022ba151d941ebf" providerId="LiveId" clId="{CA44BCD1-603D-4FC5-A303-389B531CAC82}" dt="2026-05-27T15:27:42.384" v="4766" actId="790"/>
          <ac:graphicFrameMkLst>
            <pc:docMk/>
            <pc:sldMk cId="3566340695" sldId="264"/>
            <ac:graphicFrameMk id="5" creationId="{1A632209-918A-53A5-6F5A-3F633FF18E5B}"/>
          </ac:graphicFrameMkLst>
        </pc:graphicFrameChg>
      </pc:sldChg>
      <pc:sldChg chg="addSp delSp modSp add mod">
        <pc:chgData name="Steve Coe" userId="c022ba151d941ebf" providerId="LiveId" clId="{CA44BCD1-603D-4FC5-A303-389B531CAC82}" dt="2026-05-27T15:27:42.384" v="4766" actId="790"/>
        <pc:sldMkLst>
          <pc:docMk/>
          <pc:sldMk cId="3274064903" sldId="265"/>
        </pc:sldMkLst>
        <pc:spChg chg="mod">
          <ac:chgData name="Steve Coe" userId="c022ba151d941ebf" providerId="LiveId" clId="{CA44BCD1-603D-4FC5-A303-389B531CAC82}" dt="2026-05-27T15:27:42.384" v="4766" actId="790"/>
          <ac:spMkLst>
            <pc:docMk/>
            <pc:sldMk cId="3274064903" sldId="265"/>
            <ac:spMk id="6" creationId="{02123A3D-8006-F0C6-00BE-EFD2A31B35C5}"/>
          </ac:spMkLst>
        </pc:spChg>
        <pc:spChg chg="mod">
          <ac:chgData name="Steve Coe" userId="c022ba151d941ebf" providerId="LiveId" clId="{CA44BCD1-603D-4FC5-A303-389B531CAC82}" dt="2026-05-27T15:27:42.384" v="4766" actId="790"/>
          <ac:spMkLst>
            <pc:docMk/>
            <pc:sldMk cId="3274064903" sldId="265"/>
            <ac:spMk id="9" creationId="{37E5402B-9A14-F0B4-7C7D-B67D320B27AC}"/>
          </ac:spMkLst>
        </pc:spChg>
        <pc:graphicFrameChg chg="mod modGraphic">
          <ac:chgData name="Steve Coe" userId="c022ba151d941ebf" providerId="LiveId" clId="{CA44BCD1-603D-4FC5-A303-389B531CAC82}" dt="2026-05-27T15:27:42.384" v="4766" actId="790"/>
          <ac:graphicFrameMkLst>
            <pc:docMk/>
            <pc:sldMk cId="3274064903" sldId="265"/>
            <ac:graphicFrameMk id="5" creationId="{12DA7B23-B614-0B50-9D21-B3D12EF44CCC}"/>
          </ac:graphicFrameMkLst>
        </pc:graphicFrameChg>
      </pc:sldChg>
      <pc:sldChg chg="addSp delSp modSp add mod">
        <pc:chgData name="Steve Coe" userId="c022ba151d941ebf" providerId="LiveId" clId="{CA44BCD1-603D-4FC5-A303-389B531CAC82}" dt="2026-05-27T15:27:42.384" v="4766" actId="790"/>
        <pc:sldMkLst>
          <pc:docMk/>
          <pc:sldMk cId="1821746924" sldId="266"/>
        </pc:sldMkLst>
        <pc:spChg chg="mod">
          <ac:chgData name="Steve Coe" userId="c022ba151d941ebf" providerId="LiveId" clId="{CA44BCD1-603D-4FC5-A303-389B531CAC82}" dt="2026-05-27T15:27:42.384" v="4766" actId="790"/>
          <ac:spMkLst>
            <pc:docMk/>
            <pc:sldMk cId="1821746924" sldId="266"/>
            <ac:spMk id="6" creationId="{0FACAB23-98D1-4AF0-F444-4348B125846B}"/>
          </ac:spMkLst>
        </pc:spChg>
        <pc:spChg chg="mod">
          <ac:chgData name="Steve Coe" userId="c022ba151d941ebf" providerId="LiveId" clId="{CA44BCD1-603D-4FC5-A303-389B531CAC82}" dt="2026-05-27T15:27:42.384" v="4766" actId="790"/>
          <ac:spMkLst>
            <pc:docMk/>
            <pc:sldMk cId="1821746924" sldId="266"/>
            <ac:spMk id="9" creationId="{CCBD87D3-D1C3-8657-D144-27B1F65654D6}"/>
          </ac:spMkLst>
        </pc:spChg>
        <pc:graphicFrameChg chg="mod modGraphic">
          <ac:chgData name="Steve Coe" userId="c022ba151d941ebf" providerId="LiveId" clId="{CA44BCD1-603D-4FC5-A303-389B531CAC82}" dt="2026-05-27T15:27:42.384" v="4766" actId="790"/>
          <ac:graphicFrameMkLst>
            <pc:docMk/>
            <pc:sldMk cId="1821746924" sldId="266"/>
            <ac:graphicFrameMk id="5" creationId="{4ABEAAD6-0BEA-159D-0C3C-F0B2463F9BE9}"/>
          </ac:graphicFrameMkLst>
        </pc:graphicFrameChg>
      </pc:sldChg>
      <pc:sldChg chg="addSp delSp modSp add mod">
        <pc:chgData name="Steve Coe" userId="c022ba151d941ebf" providerId="LiveId" clId="{CA44BCD1-603D-4FC5-A303-389B531CAC82}" dt="2026-05-27T15:27:42.384" v="4766" actId="790"/>
        <pc:sldMkLst>
          <pc:docMk/>
          <pc:sldMk cId="2643424293" sldId="267"/>
        </pc:sldMkLst>
        <pc:spChg chg="mod">
          <ac:chgData name="Steve Coe" userId="c022ba151d941ebf" providerId="LiveId" clId="{CA44BCD1-603D-4FC5-A303-389B531CAC82}" dt="2026-05-27T15:27:42.384" v="4766" actId="790"/>
          <ac:spMkLst>
            <pc:docMk/>
            <pc:sldMk cId="2643424293" sldId="267"/>
            <ac:spMk id="6" creationId="{F21E3EE9-B8DC-C74F-6EF1-40CFCCB5D9A2}"/>
          </ac:spMkLst>
        </pc:spChg>
        <pc:spChg chg="mod">
          <ac:chgData name="Steve Coe" userId="c022ba151d941ebf" providerId="LiveId" clId="{CA44BCD1-603D-4FC5-A303-389B531CAC82}" dt="2026-05-27T15:27:42.384" v="4766" actId="790"/>
          <ac:spMkLst>
            <pc:docMk/>
            <pc:sldMk cId="2643424293" sldId="267"/>
            <ac:spMk id="9" creationId="{4C4B7B20-248F-B088-DB81-1424892394AE}"/>
          </ac:spMkLst>
        </pc:spChg>
        <pc:graphicFrameChg chg="mod modGraphic">
          <ac:chgData name="Steve Coe" userId="c022ba151d941ebf" providerId="LiveId" clId="{CA44BCD1-603D-4FC5-A303-389B531CAC82}" dt="2026-05-27T15:27:42.384" v="4766" actId="790"/>
          <ac:graphicFrameMkLst>
            <pc:docMk/>
            <pc:sldMk cId="2643424293" sldId="267"/>
            <ac:graphicFrameMk id="5" creationId="{7BCFB5A7-69D1-D13A-4CB3-049C186A388C}"/>
          </ac:graphicFrameMkLst>
        </pc:graphicFrameChg>
      </pc:sldChg>
      <pc:sldChg chg="addSp delSp modSp add mod">
        <pc:chgData name="Steve Coe" userId="c022ba151d941ebf" providerId="LiveId" clId="{CA44BCD1-603D-4FC5-A303-389B531CAC82}" dt="2026-05-27T15:27:42.384" v="4766" actId="790"/>
        <pc:sldMkLst>
          <pc:docMk/>
          <pc:sldMk cId="2143516124" sldId="268"/>
        </pc:sldMkLst>
        <pc:spChg chg="mod">
          <ac:chgData name="Steve Coe" userId="c022ba151d941ebf" providerId="LiveId" clId="{CA44BCD1-603D-4FC5-A303-389B531CAC82}" dt="2026-05-27T15:27:42.384" v="4766" actId="790"/>
          <ac:spMkLst>
            <pc:docMk/>
            <pc:sldMk cId="2143516124" sldId="268"/>
            <ac:spMk id="6" creationId="{F82AA9F1-D2B6-F04A-5DC6-51D8CF651C4A}"/>
          </ac:spMkLst>
        </pc:spChg>
        <pc:spChg chg="mod">
          <ac:chgData name="Steve Coe" userId="c022ba151d941ebf" providerId="LiveId" clId="{CA44BCD1-603D-4FC5-A303-389B531CAC82}" dt="2026-05-27T15:27:42.384" v="4766" actId="790"/>
          <ac:spMkLst>
            <pc:docMk/>
            <pc:sldMk cId="2143516124" sldId="268"/>
            <ac:spMk id="9" creationId="{9E12D47F-BD87-1FB2-C75D-0F0A56FA89F3}"/>
          </ac:spMkLst>
        </pc:spChg>
        <pc:graphicFrameChg chg="mod modGraphic">
          <ac:chgData name="Steve Coe" userId="c022ba151d941ebf" providerId="LiveId" clId="{CA44BCD1-603D-4FC5-A303-389B531CAC82}" dt="2026-05-27T15:27:42.384" v="4766" actId="790"/>
          <ac:graphicFrameMkLst>
            <pc:docMk/>
            <pc:sldMk cId="2143516124" sldId="268"/>
            <ac:graphicFrameMk id="5" creationId="{D10FB79B-8898-AEDB-A573-FD6F8BF9352C}"/>
          </ac:graphicFrameMkLst>
        </pc:graphicFrameChg>
      </pc:sldChg>
      <pc:sldChg chg="modSp add mod">
        <pc:chgData name="Steve Coe" userId="c022ba151d941ebf" providerId="LiveId" clId="{CA44BCD1-603D-4FC5-A303-389B531CAC82}" dt="2026-05-27T15:27:42.384" v="4766" actId="790"/>
        <pc:sldMkLst>
          <pc:docMk/>
          <pc:sldMk cId="1408117076" sldId="269"/>
        </pc:sldMkLst>
        <pc:spChg chg="mod">
          <ac:chgData name="Steve Coe" userId="c022ba151d941ebf" providerId="LiveId" clId="{CA44BCD1-603D-4FC5-A303-389B531CAC82}" dt="2026-05-27T15:27:42.384" v="4766" actId="790"/>
          <ac:spMkLst>
            <pc:docMk/>
            <pc:sldMk cId="1408117076" sldId="269"/>
            <ac:spMk id="6" creationId="{C23DC5A7-7F75-03F3-920B-6B738B214EC6}"/>
          </ac:spMkLst>
        </pc:spChg>
        <pc:spChg chg="mod">
          <ac:chgData name="Steve Coe" userId="c022ba151d941ebf" providerId="LiveId" clId="{CA44BCD1-603D-4FC5-A303-389B531CAC82}" dt="2026-05-27T15:27:42.384" v="4766" actId="790"/>
          <ac:spMkLst>
            <pc:docMk/>
            <pc:sldMk cId="1408117076" sldId="269"/>
            <ac:spMk id="9" creationId="{BC658F9D-3A2B-CF8F-DD25-19FA5B3AC5DD}"/>
          </ac:spMkLst>
        </pc:spChg>
        <pc:graphicFrameChg chg="mod modGraphic">
          <ac:chgData name="Steve Coe" userId="c022ba151d941ebf" providerId="LiveId" clId="{CA44BCD1-603D-4FC5-A303-389B531CAC82}" dt="2026-05-27T15:27:42.384" v="4766" actId="790"/>
          <ac:graphicFrameMkLst>
            <pc:docMk/>
            <pc:sldMk cId="1408117076" sldId="269"/>
            <ac:graphicFrameMk id="5" creationId="{E08B5624-58FE-85DA-91ED-9119E04CF4D5}"/>
          </ac:graphicFrameMkLst>
        </pc:graphicFrameChg>
      </pc:sldChg>
      <pc:sldChg chg="addSp delSp modSp add mod ord">
        <pc:chgData name="Steve Coe" userId="c022ba151d941ebf" providerId="LiveId" clId="{CA44BCD1-603D-4FC5-A303-389B531CAC82}" dt="2026-05-27T15:27:42.384" v="4766" actId="790"/>
        <pc:sldMkLst>
          <pc:docMk/>
          <pc:sldMk cId="2225591451" sldId="270"/>
        </pc:sldMkLst>
        <pc:spChg chg="mod">
          <ac:chgData name="Steve Coe" userId="c022ba151d941ebf" providerId="LiveId" clId="{CA44BCD1-603D-4FC5-A303-389B531CAC82}" dt="2026-05-27T15:27:42.384" v="4766" actId="790"/>
          <ac:spMkLst>
            <pc:docMk/>
            <pc:sldMk cId="2225591451" sldId="270"/>
            <ac:spMk id="6" creationId="{3B603727-8F83-307F-CDF5-85F4193A2B58}"/>
          </ac:spMkLst>
        </pc:spChg>
        <pc:spChg chg="mod">
          <ac:chgData name="Steve Coe" userId="c022ba151d941ebf" providerId="LiveId" clId="{CA44BCD1-603D-4FC5-A303-389B531CAC82}" dt="2026-05-27T15:27:42.384" v="4766" actId="790"/>
          <ac:spMkLst>
            <pc:docMk/>
            <pc:sldMk cId="2225591451" sldId="270"/>
            <ac:spMk id="9" creationId="{A1C6FDED-5A41-EE09-9893-FA96D8FECC90}"/>
          </ac:spMkLst>
        </pc:spChg>
        <pc:graphicFrameChg chg="mod modGraphic">
          <ac:chgData name="Steve Coe" userId="c022ba151d941ebf" providerId="LiveId" clId="{CA44BCD1-603D-4FC5-A303-389B531CAC82}" dt="2026-05-27T15:27:42.384" v="4766" actId="790"/>
          <ac:graphicFrameMkLst>
            <pc:docMk/>
            <pc:sldMk cId="2225591451" sldId="270"/>
            <ac:graphicFrameMk id="5" creationId="{995771F4-3610-9806-D532-04C8366F11E9}"/>
          </ac:graphicFrameMkLst>
        </pc:graphicFrameChg>
      </pc:sldChg>
      <pc:sldChg chg="addSp delSp modSp new mod">
        <pc:chgData name="Steve Coe" userId="c022ba151d941ebf" providerId="LiveId" clId="{CA44BCD1-603D-4FC5-A303-389B531CAC82}" dt="2026-05-27T15:27:42.384" v="4766" actId="790"/>
        <pc:sldMkLst>
          <pc:docMk/>
          <pc:sldMk cId="339196340" sldId="271"/>
        </pc:sldMkLst>
        <pc:spChg chg="mod">
          <ac:chgData name="Steve Coe" userId="c022ba151d941ebf" providerId="LiveId" clId="{CA44BCD1-603D-4FC5-A303-389B531CAC82}" dt="2026-05-27T15:27:42.384" v="4766" actId="790"/>
          <ac:spMkLst>
            <pc:docMk/>
            <pc:sldMk cId="339196340" sldId="271"/>
            <ac:spMk id="2" creationId="{98DEE05D-5A48-0E33-1D00-DBCCD77CC50C}"/>
          </ac:spMkLst>
        </pc:spChg>
        <pc:graphicFrameChg chg="add mod modGraphic">
          <ac:chgData name="Steve Coe" userId="c022ba151d941ebf" providerId="LiveId" clId="{CA44BCD1-603D-4FC5-A303-389B531CAC82}" dt="2026-05-27T15:27:42.384" v="4766" actId="790"/>
          <ac:graphicFrameMkLst>
            <pc:docMk/>
            <pc:sldMk cId="339196340" sldId="271"/>
            <ac:graphicFrameMk id="10" creationId="{208DC55C-C400-13C0-9600-8BCC896817C6}"/>
          </ac:graphicFrameMkLst>
        </pc:graphicFrameChg>
        <pc:picChg chg="add mod">
          <ac:chgData name="Steve Coe" userId="c022ba151d941ebf" providerId="LiveId" clId="{CA44BCD1-603D-4FC5-A303-389B531CAC82}" dt="2026-05-27T15:09:17.006" v="4605"/>
          <ac:picMkLst>
            <pc:docMk/>
            <pc:sldMk cId="339196340" sldId="271"/>
            <ac:picMk id="3" creationId="{CD29C140-6C19-779F-AA48-BA34312C6FB8}"/>
          </ac:picMkLst>
        </pc:picChg>
      </pc:sldChg>
      <pc:sldChg chg="addSp delSp modSp new mod">
        <pc:chgData name="Steve Coe" userId="c022ba151d941ebf" providerId="LiveId" clId="{CA44BCD1-603D-4FC5-A303-389B531CAC82}" dt="2026-05-27T15:09:14.166" v="4604"/>
        <pc:sldMkLst>
          <pc:docMk/>
          <pc:sldMk cId="2303419986" sldId="272"/>
        </pc:sldMkLst>
        <pc:picChg chg="add mod">
          <ac:chgData name="Steve Coe" userId="c022ba151d941ebf" providerId="LiveId" clId="{CA44BCD1-603D-4FC5-A303-389B531CAC82}" dt="2026-05-27T15:09:14.166" v="4604"/>
          <ac:picMkLst>
            <pc:docMk/>
            <pc:sldMk cId="2303419986" sldId="272"/>
            <ac:picMk id="2" creationId="{CDD9B3D6-A1FE-B97D-EE98-884AC0C8172A}"/>
          </ac:picMkLst>
        </pc:picChg>
        <pc:picChg chg="add mod">
          <ac:chgData name="Steve Coe" userId="c022ba151d941ebf" providerId="LiveId" clId="{CA44BCD1-603D-4FC5-A303-389B531CAC82}" dt="2026-05-25T21:46:46.556" v="3961" actId="14100"/>
          <ac:picMkLst>
            <pc:docMk/>
            <pc:sldMk cId="2303419986" sldId="272"/>
            <ac:picMk id="7" creationId="{80BB653D-CD78-082E-5A69-0DAF50B3983A}"/>
          </ac:picMkLst>
        </pc:picChg>
      </pc:sldChg>
      <pc:sldChg chg="addSp delSp modSp new mod setBg">
        <pc:chgData name="Steve Coe" userId="c022ba151d941ebf" providerId="LiveId" clId="{CA44BCD1-603D-4FC5-A303-389B531CAC82}" dt="2026-06-01T19:31:34.168" v="6183" actId="113"/>
        <pc:sldMkLst>
          <pc:docMk/>
          <pc:sldMk cId="1074757528" sldId="273"/>
        </pc:sldMkLst>
        <pc:spChg chg="add mod">
          <ac:chgData name="Steve Coe" userId="c022ba151d941ebf" providerId="LiveId" clId="{CA44BCD1-603D-4FC5-A303-389B531CAC82}" dt="2026-05-27T16:51:55.417" v="5038" actId="20577"/>
          <ac:spMkLst>
            <pc:docMk/>
            <pc:sldMk cId="1074757528" sldId="273"/>
            <ac:spMk id="6" creationId="{EF4B1BC5-2C98-9C1E-1DF7-4A4FF57AD3C7}"/>
          </ac:spMkLst>
        </pc:spChg>
        <pc:spChg chg="add mod">
          <ac:chgData name="Steve Coe" userId="c022ba151d941ebf" providerId="LiveId" clId="{CA44BCD1-603D-4FC5-A303-389B531CAC82}" dt="2026-06-01T19:31:34.168" v="6183" actId="113"/>
          <ac:spMkLst>
            <pc:docMk/>
            <pc:sldMk cId="1074757528" sldId="273"/>
            <ac:spMk id="9" creationId="{EB681B7B-99E5-7E74-01A9-0D574D463BC6}"/>
          </ac:spMkLst>
        </pc:spChg>
        <pc:spChg chg="add mod">
          <ac:chgData name="Steve Coe" userId="c022ba151d941ebf" providerId="LiveId" clId="{CA44BCD1-603D-4FC5-A303-389B531CAC82}" dt="2026-05-27T16:45:41.201" v="4967" actId="1035"/>
          <ac:spMkLst>
            <pc:docMk/>
            <pc:sldMk cId="1074757528" sldId="273"/>
            <ac:spMk id="10" creationId="{8A21E43C-5B89-2D2E-0E2C-B8BB8EB8D063}"/>
          </ac:spMkLst>
        </pc:spChg>
        <pc:graphicFrameChg chg="add mod modGraphic">
          <ac:chgData name="Steve Coe" userId="c022ba151d941ebf" providerId="LiveId" clId="{CA44BCD1-603D-4FC5-A303-389B531CAC82}" dt="2026-05-27T16:39:48.629" v="4912" actId="1076"/>
          <ac:graphicFrameMkLst>
            <pc:docMk/>
            <pc:sldMk cId="1074757528" sldId="273"/>
            <ac:graphicFrameMk id="4" creationId="{555615DA-1A2C-DEF1-533C-C2981B302CAE}"/>
          </ac:graphicFrameMkLst>
        </pc:graphicFrameChg>
        <pc:picChg chg="add mod">
          <ac:chgData name="Steve Coe" userId="c022ba151d941ebf" providerId="LiveId" clId="{CA44BCD1-603D-4FC5-A303-389B531CAC82}" dt="2026-05-27T15:09:18.345" v="4606"/>
          <ac:picMkLst>
            <pc:docMk/>
            <pc:sldMk cId="1074757528" sldId="273"/>
            <ac:picMk id="7" creationId="{9EA23CF7-E968-969A-9434-01C86F530801}"/>
          </ac:picMkLst>
        </pc:picChg>
      </pc:sldChg>
      <pc:sldChg chg="addSp delSp modSp add mod">
        <pc:chgData name="Steve Coe" userId="c022ba151d941ebf" providerId="LiveId" clId="{CA44BCD1-603D-4FC5-A303-389B531CAC82}" dt="2026-05-27T16:51:35.788" v="5025" actId="20577"/>
        <pc:sldMkLst>
          <pc:docMk/>
          <pc:sldMk cId="3063002800" sldId="274"/>
        </pc:sldMkLst>
        <pc:spChg chg="mod">
          <ac:chgData name="Steve Coe" userId="c022ba151d941ebf" providerId="LiveId" clId="{CA44BCD1-603D-4FC5-A303-389B531CAC82}" dt="2026-05-27T16:51:35.788" v="5025" actId="20577"/>
          <ac:spMkLst>
            <pc:docMk/>
            <pc:sldMk cId="3063002800" sldId="274"/>
            <ac:spMk id="6" creationId="{777D756D-A12F-763E-5B9E-4A8DA8F2E5FC}"/>
          </ac:spMkLst>
        </pc:spChg>
        <pc:spChg chg="add mod">
          <ac:chgData name="Steve Coe" userId="c022ba151d941ebf" providerId="LiveId" clId="{CA44BCD1-603D-4FC5-A303-389B531CAC82}" dt="2026-05-27T16:50:50.397" v="5010" actId="207"/>
          <ac:spMkLst>
            <pc:docMk/>
            <pc:sldMk cId="3063002800" sldId="274"/>
            <ac:spMk id="11" creationId="{3E012938-B3BD-580E-9451-19CC753380B4}"/>
          </ac:spMkLst>
        </pc:spChg>
        <pc:spChg chg="add mod">
          <ac:chgData name="Steve Coe" userId="c022ba151d941ebf" providerId="LiveId" clId="{CA44BCD1-603D-4FC5-A303-389B531CAC82}" dt="2026-05-27T16:50:54.934" v="5011" actId="207"/>
          <ac:spMkLst>
            <pc:docMk/>
            <pc:sldMk cId="3063002800" sldId="274"/>
            <ac:spMk id="12" creationId="{ACDAA711-41B9-8D0E-D1AC-BC669BF8D280}"/>
          </ac:spMkLst>
        </pc:spChg>
        <pc:graphicFrameChg chg="add mod modGraphic">
          <ac:chgData name="Steve Coe" userId="c022ba151d941ebf" providerId="LiveId" clId="{CA44BCD1-603D-4FC5-A303-389B531CAC82}" dt="2026-05-27T16:49:38.491" v="4992" actId="1076"/>
          <ac:graphicFrameMkLst>
            <pc:docMk/>
            <pc:sldMk cId="3063002800" sldId="274"/>
            <ac:graphicFrameMk id="8" creationId="{F079FE67-9B1B-934C-5CBA-CF6909748632}"/>
          </ac:graphicFrameMkLst>
        </pc:graphicFrameChg>
      </pc:sldChg>
      <pc:sldChg chg="addSp delSp modSp add mod">
        <pc:chgData name="Steve Coe" userId="c022ba151d941ebf" providerId="LiveId" clId="{CA44BCD1-603D-4FC5-A303-389B531CAC82}" dt="2026-05-27T17:07:46.507" v="5204" actId="478"/>
        <pc:sldMkLst>
          <pc:docMk/>
          <pc:sldMk cId="1569715441" sldId="275"/>
        </pc:sldMkLst>
        <pc:spChg chg="mod">
          <ac:chgData name="Steve Coe" userId="c022ba151d941ebf" providerId="LiveId" clId="{CA44BCD1-603D-4FC5-A303-389B531CAC82}" dt="2026-05-27T16:53:50.325" v="5050" actId="207"/>
          <ac:spMkLst>
            <pc:docMk/>
            <pc:sldMk cId="1569715441" sldId="275"/>
            <ac:spMk id="6" creationId="{3B345A3F-0EC1-0AB1-44D5-181EF4703A54}"/>
          </ac:spMkLst>
        </pc:spChg>
        <pc:spChg chg="add mod ord">
          <ac:chgData name="Steve Coe" userId="c022ba151d941ebf" providerId="LiveId" clId="{CA44BCD1-603D-4FC5-A303-389B531CAC82}" dt="2026-05-27T17:07:01.036" v="5195" actId="20577"/>
          <ac:spMkLst>
            <pc:docMk/>
            <pc:sldMk cId="1569715441" sldId="275"/>
            <ac:spMk id="16" creationId="{68C8B3E7-E442-EB86-B746-77DAE9FD7080}"/>
          </ac:spMkLst>
        </pc:spChg>
        <pc:graphicFrameChg chg="add mod ord modGraphic">
          <ac:chgData name="Steve Coe" userId="c022ba151d941ebf" providerId="LiveId" clId="{CA44BCD1-603D-4FC5-A303-389B531CAC82}" dt="2026-05-27T17:07:23.030" v="5202" actId="14100"/>
          <ac:graphicFrameMkLst>
            <pc:docMk/>
            <pc:sldMk cId="1569715441" sldId="275"/>
            <ac:graphicFrameMk id="13" creationId="{04966EE1-E133-0C53-2E51-916BC10CA373}"/>
          </ac:graphicFrameMkLst>
        </pc:graphicFrameChg>
        <pc:graphicFrameChg chg="add mod modGraphic">
          <ac:chgData name="Steve Coe" userId="c022ba151d941ebf" providerId="LiveId" clId="{CA44BCD1-603D-4FC5-A303-389B531CAC82}" dt="2026-05-27T17:07:14.452" v="5201" actId="14100"/>
          <ac:graphicFrameMkLst>
            <pc:docMk/>
            <pc:sldMk cId="1569715441" sldId="275"/>
            <ac:graphicFrameMk id="14" creationId="{D0B8AB69-9E4F-61ED-F772-5F6C055A8AB1}"/>
          </ac:graphicFrameMkLst>
        </pc:graphicFrameChg>
      </pc:sldChg>
      <pc:sldChg chg="addSp delSp modSp add mod">
        <pc:chgData name="Steve Coe" userId="c022ba151d941ebf" providerId="LiveId" clId="{CA44BCD1-603D-4FC5-A303-389B531CAC82}" dt="2026-05-27T17:07:34.356" v="5203" actId="478"/>
        <pc:sldMkLst>
          <pc:docMk/>
          <pc:sldMk cId="3468993718" sldId="276"/>
        </pc:sldMkLst>
        <pc:spChg chg="mod">
          <ac:chgData name="Steve Coe" userId="c022ba151d941ebf" providerId="LiveId" clId="{CA44BCD1-603D-4FC5-A303-389B531CAC82}" dt="2026-05-27T17:05:19.947" v="5178" actId="20577"/>
          <ac:spMkLst>
            <pc:docMk/>
            <pc:sldMk cId="3468993718" sldId="276"/>
            <ac:spMk id="6" creationId="{7B237397-57DA-BE49-DFEA-010CDC23F4D9}"/>
          </ac:spMkLst>
        </pc:spChg>
        <pc:spChg chg="mod ord">
          <ac:chgData name="Steve Coe" userId="c022ba151d941ebf" providerId="LiveId" clId="{CA44BCD1-603D-4FC5-A303-389B531CAC82}" dt="2026-05-27T17:06:11.939" v="5187" actId="20577"/>
          <ac:spMkLst>
            <pc:docMk/>
            <pc:sldMk cId="3468993718" sldId="276"/>
            <ac:spMk id="16" creationId="{B9FDE4DD-EE16-11CD-A154-F960E32B67EC}"/>
          </ac:spMkLst>
        </pc:spChg>
        <pc:graphicFrameChg chg="mod ord modGraphic">
          <ac:chgData name="Steve Coe" userId="c022ba151d941ebf" providerId="LiveId" clId="{CA44BCD1-603D-4FC5-A303-389B531CAC82}" dt="2026-05-27T17:06:01.468" v="5182" actId="1076"/>
          <ac:graphicFrameMkLst>
            <pc:docMk/>
            <pc:sldMk cId="3468993718" sldId="276"/>
            <ac:graphicFrameMk id="13" creationId="{75FB9CD1-C508-3C30-15FF-86F30376FEB7}"/>
          </ac:graphicFrameMkLst>
        </pc:graphicFrameChg>
        <pc:graphicFrameChg chg="mod modGraphic">
          <ac:chgData name="Steve Coe" userId="c022ba151d941ebf" providerId="LiveId" clId="{CA44BCD1-603D-4FC5-A303-389B531CAC82}" dt="2026-05-27T17:06:17.801" v="5188" actId="1076"/>
          <ac:graphicFrameMkLst>
            <pc:docMk/>
            <pc:sldMk cId="3468993718" sldId="276"/>
            <ac:graphicFrameMk id="14" creationId="{B9A3D5BB-DF91-8DD7-6489-14A59093E7C0}"/>
          </ac:graphicFrameMkLst>
        </pc:graphicFrameChg>
      </pc:sldChg>
      <pc:sldChg chg="addSp delSp modSp add mod">
        <pc:chgData name="Steve Coe" userId="c022ba151d941ebf" providerId="LiveId" clId="{CA44BCD1-603D-4FC5-A303-389B531CAC82}" dt="2026-05-27T17:43:51.158" v="5226" actId="478"/>
        <pc:sldMkLst>
          <pc:docMk/>
          <pc:sldMk cId="3775634611" sldId="277"/>
        </pc:sldMkLst>
        <pc:spChg chg="mod">
          <ac:chgData name="Steve Coe" userId="c022ba151d941ebf" providerId="LiveId" clId="{CA44BCD1-603D-4FC5-A303-389B531CAC82}" dt="2026-05-27T17:42:08.753" v="5216" actId="207"/>
          <ac:spMkLst>
            <pc:docMk/>
            <pc:sldMk cId="3775634611" sldId="277"/>
            <ac:spMk id="6" creationId="{153083A3-8846-1489-FA17-A62D9491E703}"/>
          </ac:spMkLst>
        </pc:spChg>
        <pc:spChg chg="mod">
          <ac:chgData name="Steve Coe" userId="c022ba151d941ebf" providerId="LiveId" clId="{CA44BCD1-603D-4FC5-A303-389B531CAC82}" dt="2026-05-27T17:43:37.973" v="5225"/>
          <ac:spMkLst>
            <pc:docMk/>
            <pc:sldMk cId="3775634611" sldId="277"/>
            <ac:spMk id="16" creationId="{8D958A5F-26D4-6A6A-50AE-273B95F805C8}"/>
          </ac:spMkLst>
        </pc:spChg>
        <pc:graphicFrameChg chg="mod modGraphic">
          <ac:chgData name="Steve Coe" userId="c022ba151d941ebf" providerId="LiveId" clId="{CA44BCD1-603D-4FC5-A303-389B531CAC82}" dt="2026-05-27T17:42:54.245" v="5221" actId="14100"/>
          <ac:graphicFrameMkLst>
            <pc:docMk/>
            <pc:sldMk cId="3775634611" sldId="277"/>
            <ac:graphicFrameMk id="13" creationId="{0C7643EA-D158-F308-2E2E-85847F7A31BE}"/>
          </ac:graphicFrameMkLst>
        </pc:graphicFrameChg>
        <pc:graphicFrameChg chg="mod modGraphic">
          <ac:chgData name="Steve Coe" userId="c022ba151d941ebf" providerId="LiveId" clId="{CA44BCD1-603D-4FC5-A303-389B531CAC82}" dt="2026-05-27T17:43:24.129" v="5224" actId="14100"/>
          <ac:graphicFrameMkLst>
            <pc:docMk/>
            <pc:sldMk cId="3775634611" sldId="277"/>
            <ac:graphicFrameMk id="14" creationId="{64DA199F-4155-4DFF-6816-989209845CC0}"/>
          </ac:graphicFrameMkLst>
        </pc:graphicFrameChg>
      </pc:sldChg>
      <pc:sldChg chg="addSp delSp modSp add mod">
        <pc:chgData name="Steve Coe" userId="c022ba151d941ebf" providerId="LiveId" clId="{CA44BCD1-603D-4FC5-A303-389B531CAC82}" dt="2026-05-27T17:46:43.077" v="5244" actId="478"/>
        <pc:sldMkLst>
          <pc:docMk/>
          <pc:sldMk cId="2745098588" sldId="278"/>
        </pc:sldMkLst>
        <pc:spChg chg="mod">
          <ac:chgData name="Steve Coe" userId="c022ba151d941ebf" providerId="LiveId" clId="{CA44BCD1-603D-4FC5-A303-389B531CAC82}" dt="2026-05-27T17:45:01.060" v="5235" actId="207"/>
          <ac:spMkLst>
            <pc:docMk/>
            <pc:sldMk cId="2745098588" sldId="278"/>
            <ac:spMk id="6" creationId="{AEEDB68E-AD0A-6FCE-48D6-6472B11A130D}"/>
          </ac:spMkLst>
        </pc:spChg>
        <pc:spChg chg="mod">
          <ac:chgData name="Steve Coe" userId="c022ba151d941ebf" providerId="LiveId" clId="{CA44BCD1-603D-4FC5-A303-389B531CAC82}" dt="2026-05-27T17:45:42.867" v="5239" actId="207"/>
          <ac:spMkLst>
            <pc:docMk/>
            <pc:sldMk cId="2745098588" sldId="278"/>
            <ac:spMk id="16" creationId="{89E769AA-906F-20C4-5B02-5431AB622279}"/>
          </ac:spMkLst>
        </pc:spChg>
        <pc:graphicFrameChg chg="mod modGraphic">
          <ac:chgData name="Steve Coe" userId="c022ba151d941ebf" providerId="LiveId" clId="{CA44BCD1-603D-4FC5-A303-389B531CAC82}" dt="2026-05-27T17:46:27.692" v="5241"/>
          <ac:graphicFrameMkLst>
            <pc:docMk/>
            <pc:sldMk cId="2745098588" sldId="278"/>
            <ac:graphicFrameMk id="13" creationId="{9901BF11-DAFA-1F4D-0984-48D0C6242B25}"/>
          </ac:graphicFrameMkLst>
        </pc:graphicFrameChg>
        <pc:graphicFrameChg chg="mod modGraphic">
          <ac:chgData name="Steve Coe" userId="c022ba151d941ebf" providerId="LiveId" clId="{CA44BCD1-603D-4FC5-A303-389B531CAC82}" dt="2026-05-27T17:46:40.180" v="5243"/>
          <ac:graphicFrameMkLst>
            <pc:docMk/>
            <pc:sldMk cId="2745098588" sldId="278"/>
            <ac:graphicFrameMk id="14" creationId="{1768EFFD-AA96-6319-8D34-A6E21EBC15F5}"/>
          </ac:graphicFrameMkLst>
        </pc:graphicFrameChg>
      </pc:sldChg>
      <pc:sldChg chg="addSp delSp modSp add mod">
        <pc:chgData name="Steve Coe" userId="c022ba151d941ebf" providerId="LiveId" clId="{CA44BCD1-603D-4FC5-A303-389B531CAC82}" dt="2026-05-27T18:23:34.668" v="5268" actId="478"/>
        <pc:sldMkLst>
          <pc:docMk/>
          <pc:sldMk cId="3860500444" sldId="279"/>
        </pc:sldMkLst>
        <pc:spChg chg="mod">
          <ac:chgData name="Steve Coe" userId="c022ba151d941ebf" providerId="LiveId" clId="{CA44BCD1-603D-4FC5-A303-389B531CAC82}" dt="2026-05-27T18:20:44.879" v="5252" actId="207"/>
          <ac:spMkLst>
            <pc:docMk/>
            <pc:sldMk cId="3860500444" sldId="279"/>
            <ac:spMk id="6" creationId="{FB3F385E-D52F-84D4-91CF-1743C9FB338B}"/>
          </ac:spMkLst>
        </pc:spChg>
        <pc:spChg chg="mod">
          <ac:chgData name="Steve Coe" userId="c022ba151d941ebf" providerId="LiveId" clId="{CA44BCD1-603D-4FC5-A303-389B531CAC82}" dt="2026-05-27T18:22:14.123" v="5260" actId="207"/>
          <ac:spMkLst>
            <pc:docMk/>
            <pc:sldMk cId="3860500444" sldId="279"/>
            <ac:spMk id="16" creationId="{4F8588B8-CB4D-FB59-497B-36D1ECD31C45}"/>
          </ac:spMkLst>
        </pc:spChg>
        <pc:graphicFrameChg chg="mod modGraphic">
          <ac:chgData name="Steve Coe" userId="c022ba151d941ebf" providerId="LiveId" clId="{CA44BCD1-603D-4FC5-A303-389B531CAC82}" dt="2026-05-27T18:22:31.041" v="5262"/>
          <ac:graphicFrameMkLst>
            <pc:docMk/>
            <pc:sldMk cId="3860500444" sldId="279"/>
            <ac:graphicFrameMk id="13" creationId="{4020996B-64A6-83A6-F431-C6438D8EBBC6}"/>
          </ac:graphicFrameMkLst>
        </pc:graphicFrameChg>
        <pc:graphicFrameChg chg="mod modGraphic">
          <ac:chgData name="Steve Coe" userId="c022ba151d941ebf" providerId="LiveId" clId="{CA44BCD1-603D-4FC5-A303-389B531CAC82}" dt="2026-05-27T18:22:50.920" v="5265"/>
          <ac:graphicFrameMkLst>
            <pc:docMk/>
            <pc:sldMk cId="3860500444" sldId="279"/>
            <ac:graphicFrameMk id="14" creationId="{8C5D23AD-235F-0DFC-75C0-AD36288EF656}"/>
          </ac:graphicFrameMkLst>
        </pc:graphicFrameChg>
      </pc:sldChg>
      <pc:sldChg chg="addSp delSp modSp add mod">
        <pc:chgData name="Steve Coe" userId="c022ba151d941ebf" providerId="LiveId" clId="{CA44BCD1-603D-4FC5-A303-389B531CAC82}" dt="2026-05-27T18:26:56.785" v="5293" actId="478"/>
        <pc:sldMkLst>
          <pc:docMk/>
          <pc:sldMk cId="2230202158" sldId="280"/>
        </pc:sldMkLst>
        <pc:spChg chg="mod">
          <ac:chgData name="Steve Coe" userId="c022ba151d941ebf" providerId="LiveId" clId="{CA44BCD1-603D-4FC5-A303-389B531CAC82}" dt="2026-05-27T18:24:44.452" v="5279" actId="207"/>
          <ac:spMkLst>
            <pc:docMk/>
            <pc:sldMk cId="2230202158" sldId="280"/>
            <ac:spMk id="6" creationId="{3516D210-7B5B-77ED-E48C-0994FBDD2D0B}"/>
          </ac:spMkLst>
        </pc:spChg>
        <pc:spChg chg="mod">
          <ac:chgData name="Steve Coe" userId="c022ba151d941ebf" providerId="LiveId" clId="{CA44BCD1-603D-4FC5-A303-389B531CAC82}" dt="2026-05-27T18:26:00.267" v="5287" actId="207"/>
          <ac:spMkLst>
            <pc:docMk/>
            <pc:sldMk cId="2230202158" sldId="280"/>
            <ac:spMk id="16" creationId="{021F8A75-964C-244E-7033-732E848DCA4B}"/>
          </ac:spMkLst>
        </pc:spChg>
        <pc:graphicFrameChg chg="mod modGraphic">
          <ac:chgData name="Steve Coe" userId="c022ba151d941ebf" providerId="LiveId" clId="{CA44BCD1-603D-4FC5-A303-389B531CAC82}" dt="2026-05-27T18:26:20.569" v="5289"/>
          <ac:graphicFrameMkLst>
            <pc:docMk/>
            <pc:sldMk cId="2230202158" sldId="280"/>
            <ac:graphicFrameMk id="13" creationId="{98109757-2E47-438E-4B8E-025889BE6656}"/>
          </ac:graphicFrameMkLst>
        </pc:graphicFrameChg>
        <pc:graphicFrameChg chg="mod modGraphic">
          <ac:chgData name="Steve Coe" userId="c022ba151d941ebf" providerId="LiveId" clId="{CA44BCD1-603D-4FC5-A303-389B531CAC82}" dt="2026-05-27T18:26:40.641" v="5291"/>
          <ac:graphicFrameMkLst>
            <pc:docMk/>
            <pc:sldMk cId="2230202158" sldId="280"/>
            <ac:graphicFrameMk id="14" creationId="{E1366041-9B10-AA31-B71C-715D09437214}"/>
          </ac:graphicFrameMkLst>
        </pc:graphicFrameChg>
      </pc:sldChg>
      <pc:sldChg chg="addSp delSp modSp add mod">
        <pc:chgData name="Steve Coe" userId="c022ba151d941ebf" providerId="LiveId" clId="{CA44BCD1-603D-4FC5-A303-389B531CAC82}" dt="2026-05-27T18:31:26.262" v="5310" actId="478"/>
        <pc:sldMkLst>
          <pc:docMk/>
          <pc:sldMk cId="3041193758" sldId="281"/>
        </pc:sldMkLst>
        <pc:spChg chg="mod">
          <ac:chgData name="Steve Coe" userId="c022ba151d941ebf" providerId="LiveId" clId="{CA44BCD1-603D-4FC5-A303-389B531CAC82}" dt="2026-05-27T18:28:51.099" v="5300" actId="207"/>
          <ac:spMkLst>
            <pc:docMk/>
            <pc:sldMk cId="3041193758" sldId="281"/>
            <ac:spMk id="6" creationId="{7D845552-C7ED-78A8-FD53-F27A30EF3FA7}"/>
          </ac:spMkLst>
        </pc:spChg>
        <pc:spChg chg="mod">
          <ac:chgData name="Steve Coe" userId="c022ba151d941ebf" providerId="LiveId" clId="{CA44BCD1-603D-4FC5-A303-389B531CAC82}" dt="2026-05-27T18:30:17.924" v="5306" actId="207"/>
          <ac:spMkLst>
            <pc:docMk/>
            <pc:sldMk cId="3041193758" sldId="281"/>
            <ac:spMk id="16" creationId="{87401147-2C85-8910-174F-D7681F5320C5}"/>
          </ac:spMkLst>
        </pc:spChg>
        <pc:graphicFrameChg chg="mod modGraphic">
          <ac:chgData name="Steve Coe" userId="c022ba151d941ebf" providerId="LiveId" clId="{CA44BCD1-603D-4FC5-A303-389B531CAC82}" dt="2026-05-27T18:30:29.116" v="5307"/>
          <ac:graphicFrameMkLst>
            <pc:docMk/>
            <pc:sldMk cId="3041193758" sldId="281"/>
            <ac:graphicFrameMk id="13" creationId="{DA63DB54-3298-5F33-6749-F92C4F5D21D0}"/>
          </ac:graphicFrameMkLst>
        </pc:graphicFrameChg>
        <pc:graphicFrameChg chg="mod modGraphic">
          <ac:chgData name="Steve Coe" userId="c022ba151d941ebf" providerId="LiveId" clId="{CA44BCD1-603D-4FC5-A303-389B531CAC82}" dt="2026-05-27T18:30:33.598" v="5308"/>
          <ac:graphicFrameMkLst>
            <pc:docMk/>
            <pc:sldMk cId="3041193758" sldId="281"/>
            <ac:graphicFrameMk id="14" creationId="{5041B743-7F75-4F51-82D9-40A9F2986448}"/>
          </ac:graphicFrameMkLst>
        </pc:graphicFrameChg>
      </pc:sldChg>
      <pc:sldChg chg="addSp delSp modSp add mod">
        <pc:chgData name="Steve Coe" userId="c022ba151d941ebf" providerId="LiveId" clId="{CA44BCD1-603D-4FC5-A303-389B531CAC82}" dt="2026-05-27T18:34:47.282" v="5326" actId="478"/>
        <pc:sldMkLst>
          <pc:docMk/>
          <pc:sldMk cId="3067088441" sldId="282"/>
        </pc:sldMkLst>
        <pc:spChg chg="mod">
          <ac:chgData name="Steve Coe" userId="c022ba151d941ebf" providerId="LiveId" clId="{CA44BCD1-603D-4FC5-A303-389B531CAC82}" dt="2026-05-27T18:32:18.271" v="5317" actId="207"/>
          <ac:spMkLst>
            <pc:docMk/>
            <pc:sldMk cId="3067088441" sldId="282"/>
            <ac:spMk id="6" creationId="{83AC1463-1CB2-C174-797E-2AF9D81E7F3E}"/>
          </ac:spMkLst>
        </pc:spChg>
        <pc:spChg chg="mod">
          <ac:chgData name="Steve Coe" userId="c022ba151d941ebf" providerId="LiveId" clId="{CA44BCD1-603D-4FC5-A303-389B531CAC82}" dt="2026-05-27T18:33:24.256" v="5321" actId="207"/>
          <ac:spMkLst>
            <pc:docMk/>
            <pc:sldMk cId="3067088441" sldId="282"/>
            <ac:spMk id="16" creationId="{9FA4447A-F2CE-6AB5-3847-C6103E0ED4A4}"/>
          </ac:spMkLst>
        </pc:spChg>
        <pc:graphicFrameChg chg="mod modGraphic">
          <ac:chgData name="Steve Coe" userId="c022ba151d941ebf" providerId="LiveId" clId="{CA44BCD1-603D-4FC5-A303-389B531CAC82}" dt="2026-05-27T18:33:42.033" v="5323"/>
          <ac:graphicFrameMkLst>
            <pc:docMk/>
            <pc:sldMk cId="3067088441" sldId="282"/>
            <ac:graphicFrameMk id="13" creationId="{786DEBBA-A7A9-EDD7-F963-8AF5B808C59F}"/>
          </ac:graphicFrameMkLst>
        </pc:graphicFrameChg>
        <pc:graphicFrameChg chg="mod modGraphic">
          <ac:chgData name="Steve Coe" userId="c022ba151d941ebf" providerId="LiveId" clId="{CA44BCD1-603D-4FC5-A303-389B531CAC82}" dt="2026-05-27T18:33:57.248" v="5325"/>
          <ac:graphicFrameMkLst>
            <pc:docMk/>
            <pc:sldMk cId="3067088441" sldId="282"/>
            <ac:graphicFrameMk id="14" creationId="{2B99001C-2749-F100-FC01-18E4D603BDD1}"/>
          </ac:graphicFrameMkLst>
        </pc:graphicFrameChg>
      </pc:sldChg>
      <pc:sldChg chg="addSp delSp modSp add mod">
        <pc:chgData name="Steve Coe" userId="c022ba151d941ebf" providerId="LiveId" clId="{CA44BCD1-603D-4FC5-A303-389B531CAC82}" dt="2026-05-27T18:41:57.173" v="5369" actId="478"/>
        <pc:sldMkLst>
          <pc:docMk/>
          <pc:sldMk cId="1333161088" sldId="283"/>
        </pc:sldMkLst>
        <pc:spChg chg="mod">
          <ac:chgData name="Steve Coe" userId="c022ba151d941ebf" providerId="LiveId" clId="{CA44BCD1-603D-4FC5-A303-389B531CAC82}" dt="2026-05-27T18:41:33.066" v="5368" actId="207"/>
          <ac:spMkLst>
            <pc:docMk/>
            <pc:sldMk cId="1333161088" sldId="283"/>
            <ac:spMk id="6" creationId="{154DDD4E-4BAE-2258-BCDF-C106C8C8F6D3}"/>
          </ac:spMkLst>
        </pc:spChg>
        <pc:spChg chg="mod">
          <ac:chgData name="Steve Coe" userId="c022ba151d941ebf" providerId="LiveId" clId="{CA44BCD1-603D-4FC5-A303-389B531CAC82}" dt="2026-05-27T18:36:19.999" v="5337" actId="207"/>
          <ac:spMkLst>
            <pc:docMk/>
            <pc:sldMk cId="1333161088" sldId="283"/>
            <ac:spMk id="16" creationId="{083E0313-8BBB-8D6C-E4E6-AAB192BA550D}"/>
          </ac:spMkLst>
        </pc:spChg>
        <pc:graphicFrameChg chg="mod modGraphic">
          <ac:chgData name="Steve Coe" userId="c022ba151d941ebf" providerId="LiveId" clId="{CA44BCD1-603D-4FC5-A303-389B531CAC82}" dt="2026-05-27T18:40:00.547" v="5355"/>
          <ac:graphicFrameMkLst>
            <pc:docMk/>
            <pc:sldMk cId="1333161088" sldId="283"/>
            <ac:graphicFrameMk id="13" creationId="{C6D2F370-9042-B903-A961-47E7CB1C686A}"/>
          </ac:graphicFrameMkLst>
        </pc:graphicFrameChg>
        <pc:graphicFrameChg chg="mod modGraphic">
          <ac:chgData name="Steve Coe" userId="c022ba151d941ebf" providerId="LiveId" clId="{CA44BCD1-603D-4FC5-A303-389B531CAC82}" dt="2026-05-27T18:40:52.595" v="5361"/>
          <ac:graphicFrameMkLst>
            <pc:docMk/>
            <pc:sldMk cId="1333161088" sldId="283"/>
            <ac:graphicFrameMk id="14" creationId="{DEBE95E0-C4DC-198C-1550-CE28B3A4E365}"/>
          </ac:graphicFrameMkLst>
        </pc:graphicFrameChg>
      </pc:sldChg>
      <pc:sldChg chg="addSp delSp modSp add mod ord">
        <pc:chgData name="Steve Coe" userId="c022ba151d941ebf" providerId="LiveId" clId="{CA44BCD1-603D-4FC5-A303-389B531CAC82}" dt="2026-05-27T18:47:27.580" v="5385" actId="478"/>
        <pc:sldMkLst>
          <pc:docMk/>
          <pc:sldMk cId="4284793056" sldId="284"/>
        </pc:sldMkLst>
        <pc:spChg chg="mod">
          <ac:chgData name="Steve Coe" userId="c022ba151d941ebf" providerId="LiveId" clId="{CA44BCD1-603D-4FC5-A303-389B531CAC82}" dt="2026-05-27T18:42:51.438" v="5376" actId="207"/>
          <ac:spMkLst>
            <pc:docMk/>
            <pc:sldMk cId="4284793056" sldId="284"/>
            <ac:spMk id="6" creationId="{F58F8B96-45EF-70E7-E5AE-80BCAB08E32E}"/>
          </ac:spMkLst>
        </pc:spChg>
        <pc:spChg chg="mod">
          <ac:chgData name="Steve Coe" userId="c022ba151d941ebf" providerId="LiveId" clId="{CA44BCD1-603D-4FC5-A303-389B531CAC82}" dt="2026-05-27T18:43:57.989" v="5380" actId="207"/>
          <ac:spMkLst>
            <pc:docMk/>
            <pc:sldMk cId="4284793056" sldId="284"/>
            <ac:spMk id="16" creationId="{AA5EE81B-8B48-0424-B24E-718117BBF27D}"/>
          </ac:spMkLst>
        </pc:spChg>
        <pc:graphicFrameChg chg="mod modGraphic">
          <ac:chgData name="Steve Coe" userId="c022ba151d941ebf" providerId="LiveId" clId="{CA44BCD1-603D-4FC5-A303-389B531CAC82}" dt="2026-05-27T18:47:09.773" v="5382"/>
          <ac:graphicFrameMkLst>
            <pc:docMk/>
            <pc:sldMk cId="4284793056" sldId="284"/>
            <ac:graphicFrameMk id="13" creationId="{552CBEEC-91B1-57CF-E17D-C58BDD0EDD94}"/>
          </ac:graphicFrameMkLst>
        </pc:graphicFrameChg>
        <pc:graphicFrameChg chg="mod modGraphic">
          <ac:chgData name="Steve Coe" userId="c022ba151d941ebf" providerId="LiveId" clId="{CA44BCD1-603D-4FC5-A303-389B531CAC82}" dt="2026-05-27T18:47:24.179" v="5384"/>
          <ac:graphicFrameMkLst>
            <pc:docMk/>
            <pc:sldMk cId="4284793056" sldId="284"/>
            <ac:graphicFrameMk id="14" creationId="{77086BEE-D5DC-8507-4663-AF4DD1BF4107}"/>
          </ac:graphicFrameMkLst>
        </pc:graphicFrameChg>
      </pc:sldChg>
      <pc:sldChg chg="addSp delSp modSp add mod ord">
        <pc:chgData name="Steve Coe" userId="c022ba151d941ebf" providerId="LiveId" clId="{CA44BCD1-603D-4FC5-A303-389B531CAC82}" dt="2026-05-27T19:13:35.350" v="5541" actId="692"/>
        <pc:sldMkLst>
          <pc:docMk/>
          <pc:sldMk cId="3735990710" sldId="285"/>
        </pc:sldMkLst>
        <pc:spChg chg="mod">
          <ac:chgData name="Steve Coe" userId="c022ba151d941ebf" providerId="LiveId" clId="{CA44BCD1-603D-4FC5-A303-389B531CAC82}" dt="2026-05-27T19:05:57.436" v="5482" actId="404"/>
          <ac:spMkLst>
            <pc:docMk/>
            <pc:sldMk cId="3735990710" sldId="285"/>
            <ac:spMk id="6" creationId="{D87F7A10-2541-FEDB-7973-91841E40F971}"/>
          </ac:spMkLst>
        </pc:spChg>
        <pc:spChg chg="mod">
          <ac:chgData name="Steve Coe" userId="c022ba151d941ebf" providerId="LiveId" clId="{CA44BCD1-603D-4FC5-A303-389B531CAC82}" dt="2026-05-27T19:13:35.350" v="5541" actId="692"/>
          <ac:spMkLst>
            <pc:docMk/>
            <pc:sldMk cId="3735990710" sldId="285"/>
            <ac:spMk id="16" creationId="{C6B30DF4-2CB6-5E69-EAA6-6A483AF7FAA5}"/>
          </ac:spMkLst>
        </pc:spChg>
        <pc:graphicFrameChg chg="mod">
          <ac:chgData name="Steve Coe" userId="c022ba151d941ebf" providerId="LiveId" clId="{CA44BCD1-603D-4FC5-A303-389B531CAC82}" dt="2026-05-27T19:08:39.610" v="5515"/>
          <ac:graphicFrameMkLst>
            <pc:docMk/>
            <pc:sldMk cId="3735990710" sldId="285"/>
            <ac:graphicFrameMk id="13" creationId="{80B28683-FEF8-BF45-704A-66F4FEB984A1}"/>
          </ac:graphicFrameMkLst>
        </pc:graphicFrameChg>
      </pc:sldChg>
      <pc:sldChg chg="delSp modSp add mod">
        <pc:chgData name="Steve Coe" userId="c022ba151d941ebf" providerId="LiveId" clId="{CA44BCD1-603D-4FC5-A303-389B531CAC82}" dt="2026-05-27T19:13:01.883" v="5540" actId="120"/>
        <pc:sldMkLst>
          <pc:docMk/>
          <pc:sldMk cId="3927890444" sldId="286"/>
        </pc:sldMkLst>
        <pc:spChg chg="mod">
          <ac:chgData name="Steve Coe" userId="c022ba151d941ebf" providerId="LiveId" clId="{CA44BCD1-603D-4FC5-A303-389B531CAC82}" dt="2026-05-27T19:13:01.883" v="5540" actId="120"/>
          <ac:spMkLst>
            <pc:docMk/>
            <pc:sldMk cId="3927890444" sldId="286"/>
            <ac:spMk id="6" creationId="{717867DA-DDF1-4688-1211-89B2695E56ED}"/>
          </ac:spMkLst>
        </pc:spChg>
        <pc:spChg chg="mod">
          <ac:chgData name="Steve Coe" userId="c022ba151d941ebf" providerId="LiveId" clId="{CA44BCD1-603D-4FC5-A303-389B531CAC82}" dt="2026-05-27T19:12:15.901" v="5533" actId="20577"/>
          <ac:spMkLst>
            <pc:docMk/>
            <pc:sldMk cId="3927890444" sldId="286"/>
            <ac:spMk id="16" creationId="{B559E6F7-A4B5-BDCB-DCE6-011B372508B3}"/>
          </ac:spMkLst>
        </pc:spChg>
        <pc:graphicFrameChg chg="mod">
          <ac:chgData name="Steve Coe" userId="c022ba151d941ebf" providerId="LiveId" clId="{CA44BCD1-603D-4FC5-A303-389B531CAC82}" dt="2026-05-27T19:11:20.961" v="5527"/>
          <ac:graphicFrameMkLst>
            <pc:docMk/>
            <pc:sldMk cId="3927890444" sldId="286"/>
            <ac:graphicFrameMk id="13" creationId="{5073C628-8C38-F687-0D54-10C9DFD077DA}"/>
          </ac:graphicFrameMkLst>
        </pc:graphicFrameChg>
      </pc:sldChg>
      <pc:sldChg chg="delSp modSp add mod">
        <pc:chgData name="Steve Coe" userId="c022ba151d941ebf" providerId="LiveId" clId="{CA44BCD1-603D-4FC5-A303-389B531CAC82}" dt="2026-05-27T19:15:16.889" v="5554" actId="404"/>
        <pc:sldMkLst>
          <pc:docMk/>
          <pc:sldMk cId="126814082" sldId="287"/>
        </pc:sldMkLst>
        <pc:spChg chg="mod">
          <ac:chgData name="Steve Coe" userId="c022ba151d941ebf" providerId="LiveId" clId="{CA44BCD1-603D-4FC5-A303-389B531CAC82}" dt="2026-05-27T19:15:16.889" v="5554" actId="404"/>
          <ac:spMkLst>
            <pc:docMk/>
            <pc:sldMk cId="126814082" sldId="287"/>
            <ac:spMk id="6" creationId="{0071B8D3-5F74-53DD-5616-E67DD0AE83AB}"/>
          </ac:spMkLst>
        </pc:spChg>
        <pc:spChg chg="mod">
          <ac:chgData name="Steve Coe" userId="c022ba151d941ebf" providerId="LiveId" clId="{CA44BCD1-603D-4FC5-A303-389B531CAC82}" dt="2026-05-27T19:14:43.992" v="5549"/>
          <ac:spMkLst>
            <pc:docMk/>
            <pc:sldMk cId="126814082" sldId="287"/>
            <ac:spMk id="16" creationId="{81796DA8-0113-C20C-5546-9958580CA01D}"/>
          </ac:spMkLst>
        </pc:spChg>
        <pc:graphicFrameChg chg="mod">
          <ac:chgData name="Steve Coe" userId="c022ba151d941ebf" providerId="LiveId" clId="{CA44BCD1-603D-4FC5-A303-389B531CAC82}" dt="2026-05-27T19:14:07.557" v="5545"/>
          <ac:graphicFrameMkLst>
            <pc:docMk/>
            <pc:sldMk cId="126814082" sldId="287"/>
            <ac:graphicFrameMk id="13" creationId="{7BD17CD4-FE20-DAAC-DC70-A3FE3398300E}"/>
          </ac:graphicFrameMkLst>
        </pc:graphicFrameChg>
      </pc:sldChg>
      <pc:sldChg chg="delSp modSp add mod">
        <pc:chgData name="Steve Coe" userId="c022ba151d941ebf" providerId="LiveId" clId="{CA44BCD1-603D-4FC5-A303-389B531CAC82}" dt="2026-05-27T19:18:02.380" v="5589"/>
        <pc:sldMkLst>
          <pc:docMk/>
          <pc:sldMk cId="4191138102" sldId="288"/>
        </pc:sldMkLst>
        <pc:spChg chg="mod">
          <ac:chgData name="Steve Coe" userId="c022ba151d941ebf" providerId="LiveId" clId="{CA44BCD1-603D-4FC5-A303-389B531CAC82}" dt="2026-05-27T19:16:09.607" v="5560" actId="20577"/>
          <ac:spMkLst>
            <pc:docMk/>
            <pc:sldMk cId="4191138102" sldId="288"/>
            <ac:spMk id="6" creationId="{594E3B29-22DA-66B8-2F15-876320F1B276}"/>
          </ac:spMkLst>
        </pc:spChg>
        <pc:spChg chg="mod">
          <ac:chgData name="Steve Coe" userId="c022ba151d941ebf" providerId="LiveId" clId="{CA44BCD1-603D-4FC5-A303-389B531CAC82}" dt="2026-05-27T19:18:02.380" v="5589"/>
          <ac:spMkLst>
            <pc:docMk/>
            <pc:sldMk cId="4191138102" sldId="288"/>
            <ac:spMk id="16" creationId="{133929DD-64D2-F272-BFED-70DF194CE184}"/>
          </ac:spMkLst>
        </pc:spChg>
        <pc:graphicFrameChg chg="mod">
          <ac:chgData name="Steve Coe" userId="c022ba151d941ebf" providerId="LiveId" clId="{CA44BCD1-603D-4FC5-A303-389B531CAC82}" dt="2026-05-27T19:17:30.684" v="5569"/>
          <ac:graphicFrameMkLst>
            <pc:docMk/>
            <pc:sldMk cId="4191138102" sldId="288"/>
            <ac:graphicFrameMk id="13" creationId="{9DE0D76B-7971-0622-B8BE-00B392DCC83C}"/>
          </ac:graphicFrameMkLst>
        </pc:graphicFrameChg>
      </pc:sldChg>
      <pc:sldChg chg="addSp delSp modSp add mod">
        <pc:chgData name="Steve Coe" userId="c022ba151d941ebf" providerId="LiveId" clId="{CA44BCD1-603D-4FC5-A303-389B531CAC82}" dt="2026-05-27T19:20:57.758" v="5604"/>
        <pc:sldMkLst>
          <pc:docMk/>
          <pc:sldMk cId="4051377172" sldId="289"/>
        </pc:sldMkLst>
        <pc:spChg chg="mod">
          <ac:chgData name="Steve Coe" userId="c022ba151d941ebf" providerId="LiveId" clId="{CA44BCD1-603D-4FC5-A303-389B531CAC82}" dt="2026-05-27T19:19:47.674" v="5596" actId="20577"/>
          <ac:spMkLst>
            <pc:docMk/>
            <pc:sldMk cId="4051377172" sldId="289"/>
            <ac:spMk id="6" creationId="{36A592C3-E74C-7589-E0A9-E788B8371C19}"/>
          </ac:spMkLst>
        </pc:spChg>
        <pc:spChg chg="mod">
          <ac:chgData name="Steve Coe" userId="c022ba151d941ebf" providerId="LiveId" clId="{CA44BCD1-603D-4FC5-A303-389B531CAC82}" dt="2026-05-27T19:20:57.758" v="5604"/>
          <ac:spMkLst>
            <pc:docMk/>
            <pc:sldMk cId="4051377172" sldId="289"/>
            <ac:spMk id="16" creationId="{FA161558-7C61-7219-5FA5-2DE3ACB708E6}"/>
          </ac:spMkLst>
        </pc:spChg>
        <pc:graphicFrameChg chg="mod">
          <ac:chgData name="Steve Coe" userId="c022ba151d941ebf" providerId="LiveId" clId="{CA44BCD1-603D-4FC5-A303-389B531CAC82}" dt="2026-05-27T19:20:23.612" v="5600"/>
          <ac:graphicFrameMkLst>
            <pc:docMk/>
            <pc:sldMk cId="4051377172" sldId="289"/>
            <ac:graphicFrameMk id="13" creationId="{7804920D-391E-2041-A08A-E03B6EC21C46}"/>
          </ac:graphicFrameMkLst>
        </pc:graphicFrameChg>
      </pc:sldChg>
      <pc:sldChg chg="delSp modSp add mod">
        <pc:chgData name="Steve Coe" userId="c022ba151d941ebf" providerId="LiveId" clId="{CA44BCD1-603D-4FC5-A303-389B531CAC82}" dt="2026-05-27T19:22:50.377" v="5636"/>
        <pc:sldMkLst>
          <pc:docMk/>
          <pc:sldMk cId="2460674601" sldId="290"/>
        </pc:sldMkLst>
        <pc:spChg chg="mod">
          <ac:chgData name="Steve Coe" userId="c022ba151d941ebf" providerId="LiveId" clId="{CA44BCD1-603D-4FC5-A303-389B531CAC82}" dt="2026-05-27T19:21:47.385" v="5612" actId="404"/>
          <ac:spMkLst>
            <pc:docMk/>
            <pc:sldMk cId="2460674601" sldId="290"/>
            <ac:spMk id="6" creationId="{47A44B5F-C115-F67A-54DF-313B95B2C3F7}"/>
          </ac:spMkLst>
        </pc:spChg>
        <pc:spChg chg="mod">
          <ac:chgData name="Steve Coe" userId="c022ba151d941ebf" providerId="LiveId" clId="{CA44BCD1-603D-4FC5-A303-389B531CAC82}" dt="2026-05-27T19:22:50.377" v="5636"/>
          <ac:spMkLst>
            <pc:docMk/>
            <pc:sldMk cId="2460674601" sldId="290"/>
            <ac:spMk id="16" creationId="{BA4C6FF4-A224-2D6C-7A9A-ADD1B24AB1B2}"/>
          </ac:spMkLst>
        </pc:spChg>
        <pc:graphicFrameChg chg="mod">
          <ac:chgData name="Steve Coe" userId="c022ba151d941ebf" providerId="LiveId" clId="{CA44BCD1-603D-4FC5-A303-389B531CAC82}" dt="2026-05-27T19:22:14.330" v="5615"/>
          <ac:graphicFrameMkLst>
            <pc:docMk/>
            <pc:sldMk cId="2460674601" sldId="290"/>
            <ac:graphicFrameMk id="13" creationId="{685A462B-7E3C-3FF7-7D0C-6D77EA93251C}"/>
          </ac:graphicFrameMkLst>
        </pc:graphicFrameChg>
      </pc:sldChg>
      <pc:sldChg chg="delSp modSp add mod">
        <pc:chgData name="Steve Coe" userId="c022ba151d941ebf" providerId="LiveId" clId="{CA44BCD1-603D-4FC5-A303-389B531CAC82}" dt="2026-05-27T19:25:15.663" v="5651"/>
        <pc:sldMkLst>
          <pc:docMk/>
          <pc:sldMk cId="3044592407" sldId="291"/>
        </pc:sldMkLst>
        <pc:spChg chg="mod">
          <ac:chgData name="Steve Coe" userId="c022ba151d941ebf" providerId="LiveId" clId="{CA44BCD1-603D-4FC5-A303-389B531CAC82}" dt="2026-05-27T19:24:14.690" v="5644" actId="20577"/>
          <ac:spMkLst>
            <pc:docMk/>
            <pc:sldMk cId="3044592407" sldId="291"/>
            <ac:spMk id="6" creationId="{943A1D07-2FBE-6A7E-F5A5-8337FECACEFB}"/>
          </ac:spMkLst>
        </pc:spChg>
        <pc:spChg chg="mod">
          <ac:chgData name="Steve Coe" userId="c022ba151d941ebf" providerId="LiveId" clId="{CA44BCD1-603D-4FC5-A303-389B531CAC82}" dt="2026-05-27T19:25:15.663" v="5651"/>
          <ac:spMkLst>
            <pc:docMk/>
            <pc:sldMk cId="3044592407" sldId="291"/>
            <ac:spMk id="16" creationId="{51ECE8A3-8256-0262-8186-2509039979DA}"/>
          </ac:spMkLst>
        </pc:spChg>
        <pc:graphicFrameChg chg="mod">
          <ac:chgData name="Steve Coe" userId="c022ba151d941ebf" providerId="LiveId" clId="{CA44BCD1-603D-4FC5-A303-389B531CAC82}" dt="2026-05-27T19:24:43.747" v="5647"/>
          <ac:graphicFrameMkLst>
            <pc:docMk/>
            <pc:sldMk cId="3044592407" sldId="291"/>
            <ac:graphicFrameMk id="13" creationId="{B70B8DBD-C754-9A8F-2012-5F5ECE6CD917}"/>
          </ac:graphicFrameMkLst>
        </pc:graphicFrameChg>
      </pc:sldChg>
      <pc:sldChg chg="delSp modSp add mod">
        <pc:chgData name="Steve Coe" userId="c022ba151d941ebf" providerId="LiveId" clId="{CA44BCD1-603D-4FC5-A303-389B531CAC82}" dt="2026-05-27T19:27:00.153" v="5690"/>
        <pc:sldMkLst>
          <pc:docMk/>
          <pc:sldMk cId="2337036077" sldId="292"/>
        </pc:sldMkLst>
        <pc:spChg chg="mod">
          <ac:chgData name="Steve Coe" userId="c022ba151d941ebf" providerId="LiveId" clId="{CA44BCD1-603D-4FC5-A303-389B531CAC82}" dt="2026-05-27T19:26:00.500" v="5666" actId="120"/>
          <ac:spMkLst>
            <pc:docMk/>
            <pc:sldMk cId="2337036077" sldId="292"/>
            <ac:spMk id="6" creationId="{BEACBDD6-9FDA-D020-0047-3D499E97B88B}"/>
          </ac:spMkLst>
        </pc:spChg>
        <pc:spChg chg="mod">
          <ac:chgData name="Steve Coe" userId="c022ba151d941ebf" providerId="LiveId" clId="{CA44BCD1-603D-4FC5-A303-389B531CAC82}" dt="2026-05-27T19:27:00.153" v="5690"/>
          <ac:spMkLst>
            <pc:docMk/>
            <pc:sldMk cId="2337036077" sldId="292"/>
            <ac:spMk id="16" creationId="{419482C5-1B12-892A-28A5-2C57E1A0C7D7}"/>
          </ac:spMkLst>
        </pc:spChg>
        <pc:graphicFrameChg chg="mod">
          <ac:chgData name="Steve Coe" userId="c022ba151d941ebf" providerId="LiveId" clId="{CA44BCD1-603D-4FC5-A303-389B531CAC82}" dt="2026-05-27T19:26:35.616" v="5669"/>
          <ac:graphicFrameMkLst>
            <pc:docMk/>
            <pc:sldMk cId="2337036077" sldId="292"/>
            <ac:graphicFrameMk id="13" creationId="{A487B35C-B309-2CE5-87B8-60402FE12B75}"/>
          </ac:graphicFrameMkLst>
        </pc:graphicFrameChg>
      </pc:sldChg>
      <pc:sldChg chg="delSp modSp add mod">
        <pc:chgData name="Steve Coe" userId="c022ba151d941ebf" providerId="LiveId" clId="{CA44BCD1-603D-4FC5-A303-389B531CAC82}" dt="2026-05-27T19:29:54.763" v="5724" actId="207"/>
        <pc:sldMkLst>
          <pc:docMk/>
          <pc:sldMk cId="1879465366" sldId="293"/>
        </pc:sldMkLst>
        <pc:spChg chg="mod">
          <ac:chgData name="Steve Coe" userId="c022ba151d941ebf" providerId="LiveId" clId="{CA44BCD1-603D-4FC5-A303-389B531CAC82}" dt="2026-05-27T19:27:49.911" v="5696" actId="113"/>
          <ac:spMkLst>
            <pc:docMk/>
            <pc:sldMk cId="1879465366" sldId="293"/>
            <ac:spMk id="6" creationId="{D2C95DD4-9B71-38F8-7552-3D0310D53E38}"/>
          </ac:spMkLst>
        </pc:spChg>
        <pc:spChg chg="mod">
          <ac:chgData name="Steve Coe" userId="c022ba151d941ebf" providerId="LiveId" clId="{CA44BCD1-603D-4FC5-A303-389B531CAC82}" dt="2026-05-27T19:29:54.763" v="5724" actId="207"/>
          <ac:spMkLst>
            <pc:docMk/>
            <pc:sldMk cId="1879465366" sldId="293"/>
            <ac:spMk id="16" creationId="{429CDC4D-CEE6-CF30-FDA7-28DAE0C50B05}"/>
          </ac:spMkLst>
        </pc:spChg>
        <pc:graphicFrameChg chg="mod modGraphic">
          <ac:chgData name="Steve Coe" userId="c022ba151d941ebf" providerId="LiveId" clId="{CA44BCD1-603D-4FC5-A303-389B531CAC82}" dt="2026-05-27T19:29:03.371" v="5707"/>
          <ac:graphicFrameMkLst>
            <pc:docMk/>
            <pc:sldMk cId="1879465366" sldId="293"/>
            <ac:graphicFrameMk id="13" creationId="{A382AAC8-5E29-0EE8-B850-69E6BF27DE01}"/>
          </ac:graphicFrameMkLst>
        </pc:graphicFrameChg>
      </pc:sldChg>
      <pc:sldChg chg="delSp modSp add mod">
        <pc:chgData name="Steve Coe" userId="c022ba151d941ebf" providerId="LiveId" clId="{CA44BCD1-603D-4FC5-A303-389B531CAC82}" dt="2026-05-27T19:31:48.799" v="5755" actId="20577"/>
        <pc:sldMkLst>
          <pc:docMk/>
          <pc:sldMk cId="1038433219" sldId="294"/>
        </pc:sldMkLst>
        <pc:spChg chg="mod">
          <ac:chgData name="Steve Coe" userId="c022ba151d941ebf" providerId="LiveId" clId="{CA44BCD1-603D-4FC5-A303-389B531CAC82}" dt="2026-05-27T19:30:43.595" v="5730" actId="20577"/>
          <ac:spMkLst>
            <pc:docMk/>
            <pc:sldMk cId="1038433219" sldId="294"/>
            <ac:spMk id="6" creationId="{FE177BCA-ABFC-8920-A9F2-C7D462546A0F}"/>
          </ac:spMkLst>
        </pc:spChg>
        <pc:spChg chg="mod">
          <ac:chgData name="Steve Coe" userId="c022ba151d941ebf" providerId="LiveId" clId="{CA44BCD1-603D-4FC5-A303-389B531CAC82}" dt="2026-05-27T19:31:48.799" v="5755" actId="20577"/>
          <ac:spMkLst>
            <pc:docMk/>
            <pc:sldMk cId="1038433219" sldId="294"/>
            <ac:spMk id="16" creationId="{25676E73-CB56-34C4-C0AF-5735852E5DC9}"/>
          </ac:spMkLst>
        </pc:spChg>
        <pc:graphicFrameChg chg="mod">
          <ac:chgData name="Steve Coe" userId="c022ba151d941ebf" providerId="LiveId" clId="{CA44BCD1-603D-4FC5-A303-389B531CAC82}" dt="2026-05-27T19:31:18.552" v="5733"/>
          <ac:graphicFrameMkLst>
            <pc:docMk/>
            <pc:sldMk cId="1038433219" sldId="294"/>
            <ac:graphicFrameMk id="13" creationId="{970610FF-F59C-A238-DE5A-6567B9E7A800}"/>
          </ac:graphicFrameMkLst>
        </pc:graphicFrameChg>
      </pc:sldChg>
      <pc:sldChg chg="addSp delSp modSp new mod">
        <pc:chgData name="Steve Coe" userId="c022ba151d941ebf" providerId="LiveId" clId="{CA44BCD1-603D-4FC5-A303-389B531CAC82}" dt="2026-06-01T19:19:20.455" v="6061" actId="478"/>
        <pc:sldMkLst>
          <pc:docMk/>
          <pc:sldMk cId="2498229739" sldId="295"/>
        </pc:sldMkLst>
        <pc:spChg chg="add mod">
          <ac:chgData name="Steve Coe" userId="c022ba151d941ebf" providerId="LiveId" clId="{CA44BCD1-603D-4FC5-A303-389B531CAC82}" dt="2026-06-01T19:09:38.153" v="6039" actId="20577"/>
          <ac:spMkLst>
            <pc:docMk/>
            <pc:sldMk cId="2498229739" sldId="295"/>
            <ac:spMk id="9" creationId="{EBDAEAF8-D32E-BA91-8486-CD9B7638C7CD}"/>
          </ac:spMkLst>
        </pc:spChg>
        <pc:graphicFrameChg chg="add mod modGraphic">
          <ac:chgData name="Steve Coe" userId="c022ba151d941ebf" providerId="LiveId" clId="{CA44BCD1-603D-4FC5-A303-389B531CAC82}" dt="2026-06-01T19:19:17.249" v="6060" actId="207"/>
          <ac:graphicFrameMkLst>
            <pc:docMk/>
            <pc:sldMk cId="2498229739" sldId="295"/>
            <ac:graphicFrameMk id="8" creationId="{73A03412-BE35-B43F-DB04-BC80772809F0}"/>
          </ac:graphicFrameMkLst>
        </pc:graphicFrameChg>
        <pc:picChg chg="add mod">
          <ac:chgData name="Steve Coe" userId="c022ba151d941ebf" providerId="LiveId" clId="{CA44BCD1-603D-4FC5-A303-389B531CAC82}" dt="2026-05-27T19:55:12.351" v="5942"/>
          <ac:picMkLst>
            <pc:docMk/>
            <pc:sldMk cId="2498229739" sldId="295"/>
            <ac:picMk id="10" creationId="{68936A34-488F-A355-9C2F-6239DD2AD135}"/>
          </ac:picMkLst>
        </pc:picChg>
      </pc:sldChg>
      <pc:sldChg chg="addSp delSp modSp new mod">
        <pc:chgData name="Steve Coe" userId="c022ba151d941ebf" providerId="LiveId" clId="{CA44BCD1-603D-4FC5-A303-389B531CAC82}" dt="2026-06-01T19:30:18.686" v="6180" actId="1036"/>
        <pc:sldMkLst>
          <pc:docMk/>
          <pc:sldMk cId="3001886449" sldId="296"/>
        </pc:sldMkLst>
        <pc:spChg chg="add mod">
          <ac:chgData name="Steve Coe" userId="c022ba151d941ebf" providerId="LiveId" clId="{CA44BCD1-603D-4FC5-A303-389B531CAC82}" dt="2026-06-01T19:30:18.686" v="6180" actId="1036"/>
          <ac:spMkLst>
            <pc:docMk/>
            <pc:sldMk cId="3001886449" sldId="296"/>
            <ac:spMk id="5" creationId="{762AE865-7BED-9FCF-5543-09FC158FCC66}"/>
          </ac:spMkLst>
        </pc:spChg>
        <pc:spChg chg="add mod">
          <ac:chgData name="Steve Coe" userId="c022ba151d941ebf" providerId="LiveId" clId="{CA44BCD1-603D-4FC5-A303-389B531CAC82}" dt="2026-06-01T19:23:38.963" v="6072" actId="1076"/>
          <ac:spMkLst>
            <pc:docMk/>
            <pc:sldMk cId="3001886449" sldId="296"/>
            <ac:spMk id="7" creationId="{0765E283-0E0B-57FE-2381-E5A173BA294C}"/>
          </ac:spMkLst>
        </pc:spChg>
        <pc:spChg chg="add mod">
          <ac:chgData name="Steve Coe" userId="c022ba151d941ebf" providerId="LiveId" clId="{CA44BCD1-603D-4FC5-A303-389B531CAC82}" dt="2026-06-01T19:24:26.511" v="6080" actId="20577"/>
          <ac:spMkLst>
            <pc:docMk/>
            <pc:sldMk cId="3001886449" sldId="296"/>
            <ac:spMk id="8" creationId="{88189B17-6BF8-FCF4-A4B5-578705AB4525}"/>
          </ac:spMkLst>
        </pc:spChg>
        <pc:spChg chg="add mod">
          <ac:chgData name="Steve Coe" userId="c022ba151d941ebf" providerId="LiveId" clId="{CA44BCD1-603D-4FC5-A303-389B531CAC82}" dt="2026-06-01T19:30:05.799" v="6144" actId="403"/>
          <ac:spMkLst>
            <pc:docMk/>
            <pc:sldMk cId="3001886449" sldId="296"/>
            <ac:spMk id="9" creationId="{5E975FB8-C80B-1998-22C4-43011027308A}"/>
          </ac:spMkLst>
        </pc:spChg>
        <pc:spChg chg="add mod">
          <ac:chgData name="Steve Coe" userId="c022ba151d941ebf" providerId="LiveId" clId="{CA44BCD1-603D-4FC5-A303-389B531CAC82}" dt="2026-06-01T19:30:18.686" v="6180" actId="1036"/>
          <ac:spMkLst>
            <pc:docMk/>
            <pc:sldMk cId="3001886449" sldId="296"/>
            <ac:spMk id="11" creationId="{CC60225B-2A48-459B-270C-DBBD23097686}"/>
          </ac:spMkLst>
        </pc:spChg>
        <pc:spChg chg="add mod">
          <ac:chgData name="Steve Coe" userId="c022ba151d941ebf" providerId="LiveId" clId="{CA44BCD1-603D-4FC5-A303-389B531CAC82}" dt="2026-06-01T19:30:18.686" v="6180" actId="1036"/>
          <ac:spMkLst>
            <pc:docMk/>
            <pc:sldMk cId="3001886449" sldId="296"/>
            <ac:spMk id="13" creationId="{A05CEFD0-B989-CBB6-E503-87688EF3B4F6}"/>
          </ac:spMkLst>
        </pc:spChg>
        <pc:spChg chg="add mod">
          <ac:chgData name="Steve Coe" userId="c022ba151d941ebf" providerId="LiveId" clId="{CA44BCD1-603D-4FC5-A303-389B531CAC82}" dt="2026-06-01T19:30:18.686" v="6180" actId="1036"/>
          <ac:spMkLst>
            <pc:docMk/>
            <pc:sldMk cId="3001886449" sldId="296"/>
            <ac:spMk id="14" creationId="{D71D9596-06E9-AE77-D943-2B2F340282E4}"/>
          </ac:spMkLst>
        </pc:spChg>
        <pc:spChg chg="add mod">
          <ac:chgData name="Steve Coe" userId="c022ba151d941ebf" providerId="LiveId" clId="{CA44BCD1-603D-4FC5-A303-389B531CAC82}" dt="2026-06-01T19:30:18.686" v="6180" actId="1036"/>
          <ac:spMkLst>
            <pc:docMk/>
            <pc:sldMk cId="3001886449" sldId="296"/>
            <ac:spMk id="15" creationId="{6269ED66-73E2-7AF3-BBF9-AD2887407CC7}"/>
          </ac:spMkLst>
        </pc:spChg>
        <pc:spChg chg="add mod">
          <ac:chgData name="Steve Coe" userId="c022ba151d941ebf" providerId="LiveId" clId="{CA44BCD1-603D-4FC5-A303-389B531CAC82}" dt="2026-06-01T19:30:18.686" v="6180" actId="1036"/>
          <ac:spMkLst>
            <pc:docMk/>
            <pc:sldMk cId="3001886449" sldId="296"/>
            <ac:spMk id="16" creationId="{E9D985D1-7294-C021-176A-B405FC1FDDCE}"/>
          </ac:spMkLst>
        </pc:spChg>
        <pc:spChg chg="add mod">
          <ac:chgData name="Steve Coe" userId="c022ba151d941ebf" providerId="LiveId" clId="{CA44BCD1-603D-4FC5-A303-389B531CAC82}" dt="2026-06-01T19:30:18.686" v="6180" actId="1036"/>
          <ac:spMkLst>
            <pc:docMk/>
            <pc:sldMk cId="3001886449" sldId="296"/>
            <ac:spMk id="17" creationId="{D0FD8C3C-E43A-4534-287B-F758BCCC8A3B}"/>
          </ac:spMkLst>
        </pc:spChg>
        <pc:spChg chg="add mod">
          <ac:chgData name="Steve Coe" userId="c022ba151d941ebf" providerId="LiveId" clId="{CA44BCD1-603D-4FC5-A303-389B531CAC82}" dt="2026-06-01T19:30:18.686" v="6180" actId="1036"/>
          <ac:spMkLst>
            <pc:docMk/>
            <pc:sldMk cId="3001886449" sldId="296"/>
            <ac:spMk id="18" creationId="{DF239BCF-1B56-221E-8DD6-C89D03C78E01}"/>
          </ac:spMkLst>
        </pc:spChg>
      </pc:sldChg>
      <pc:sldChg chg="addSp delSp modSp add mod addAnim delAnim">
        <pc:chgData name="Steve Coe" userId="c022ba151d941ebf" providerId="LiveId" clId="{CA44BCD1-603D-4FC5-A303-389B531CAC82}" dt="2026-06-01T20:46:50.337" v="6490" actId="1076"/>
        <pc:sldMkLst>
          <pc:docMk/>
          <pc:sldMk cId="4147798567" sldId="297"/>
        </pc:sldMkLst>
        <pc:spChg chg="add mod">
          <ac:chgData name="Steve Coe" userId="c022ba151d941ebf" providerId="LiveId" clId="{CA44BCD1-603D-4FC5-A303-389B531CAC82}" dt="2026-06-01T20:32:16.889" v="6261" actId="242"/>
          <ac:spMkLst>
            <pc:docMk/>
            <pc:sldMk cId="4147798567" sldId="297"/>
            <ac:spMk id="3" creationId="{8B19C86C-7D67-A094-14A6-132720F25521}"/>
          </ac:spMkLst>
        </pc:spChg>
        <pc:spChg chg="add mod">
          <ac:chgData name="Steve Coe" userId="c022ba151d941ebf" providerId="LiveId" clId="{CA44BCD1-603D-4FC5-A303-389B531CAC82}" dt="2026-06-01T20:32:16.889" v="6261" actId="242"/>
          <ac:spMkLst>
            <pc:docMk/>
            <pc:sldMk cId="4147798567" sldId="297"/>
            <ac:spMk id="11" creationId="{AE1E764A-2965-5BA9-4629-ABFE2A244BF3}"/>
          </ac:spMkLst>
        </pc:spChg>
        <pc:spChg chg="add mod">
          <ac:chgData name="Steve Coe" userId="c022ba151d941ebf" providerId="LiveId" clId="{CA44BCD1-603D-4FC5-A303-389B531CAC82}" dt="2026-06-01T20:32:16.889" v="6261" actId="242"/>
          <ac:spMkLst>
            <pc:docMk/>
            <pc:sldMk cId="4147798567" sldId="297"/>
            <ac:spMk id="12" creationId="{C3F6EFBA-2B1C-084F-18C1-BE10F525ECC4}"/>
          </ac:spMkLst>
        </pc:spChg>
        <pc:spChg chg="add mod">
          <ac:chgData name="Steve Coe" userId="c022ba151d941ebf" providerId="LiveId" clId="{CA44BCD1-603D-4FC5-A303-389B531CAC82}" dt="2026-06-01T20:32:16.889" v="6261" actId="242"/>
          <ac:spMkLst>
            <pc:docMk/>
            <pc:sldMk cId="4147798567" sldId="297"/>
            <ac:spMk id="13" creationId="{077C0931-76FA-EDCE-46B5-E8903A46A621}"/>
          </ac:spMkLst>
        </pc:spChg>
        <pc:spChg chg="add mod">
          <ac:chgData name="Steve Coe" userId="c022ba151d941ebf" providerId="LiveId" clId="{CA44BCD1-603D-4FC5-A303-389B531CAC82}" dt="2026-06-01T20:33:47.304" v="6263" actId="1076"/>
          <ac:spMkLst>
            <pc:docMk/>
            <pc:sldMk cId="4147798567" sldId="297"/>
            <ac:spMk id="14" creationId="{5DB87636-2E2A-A74D-C5E6-82A7AE1E6965}"/>
          </ac:spMkLst>
        </pc:spChg>
        <pc:spChg chg="add mod">
          <ac:chgData name="Steve Coe" userId="c022ba151d941ebf" providerId="LiveId" clId="{CA44BCD1-603D-4FC5-A303-389B531CAC82}" dt="2026-06-01T20:33:47.304" v="6263" actId="1076"/>
          <ac:spMkLst>
            <pc:docMk/>
            <pc:sldMk cId="4147798567" sldId="297"/>
            <ac:spMk id="15" creationId="{1ACF0171-D7B6-AA68-F036-E985E53549E4}"/>
          </ac:spMkLst>
        </pc:spChg>
        <pc:spChg chg="add mod">
          <ac:chgData name="Steve Coe" userId="c022ba151d941ebf" providerId="LiveId" clId="{CA44BCD1-603D-4FC5-A303-389B531CAC82}" dt="2026-06-01T20:33:47.304" v="6263" actId="1076"/>
          <ac:spMkLst>
            <pc:docMk/>
            <pc:sldMk cId="4147798567" sldId="297"/>
            <ac:spMk id="16" creationId="{88C36F0F-A13A-D146-AC63-92A89A765DC6}"/>
          </ac:spMkLst>
        </pc:spChg>
        <pc:spChg chg="add mod">
          <ac:chgData name="Steve Coe" userId="c022ba151d941ebf" providerId="LiveId" clId="{CA44BCD1-603D-4FC5-A303-389B531CAC82}" dt="2026-06-01T20:33:47.304" v="6263" actId="1076"/>
          <ac:spMkLst>
            <pc:docMk/>
            <pc:sldMk cId="4147798567" sldId="297"/>
            <ac:spMk id="17" creationId="{F896DB00-FFCF-40C6-8B96-08D7C024981A}"/>
          </ac:spMkLst>
        </pc:spChg>
        <pc:spChg chg="add mod">
          <ac:chgData name="Steve Coe" userId="c022ba151d941ebf" providerId="LiveId" clId="{CA44BCD1-603D-4FC5-A303-389B531CAC82}" dt="2026-06-01T20:34:09.109" v="6275" actId="1035"/>
          <ac:spMkLst>
            <pc:docMk/>
            <pc:sldMk cId="4147798567" sldId="297"/>
            <ac:spMk id="18" creationId="{5A20BA4D-8E64-CF70-9F8E-EF0C45E02927}"/>
          </ac:spMkLst>
        </pc:spChg>
        <pc:spChg chg="add mod">
          <ac:chgData name="Steve Coe" userId="c022ba151d941ebf" providerId="LiveId" clId="{CA44BCD1-603D-4FC5-A303-389B531CAC82}" dt="2026-06-01T20:34:09.109" v="6275" actId="1035"/>
          <ac:spMkLst>
            <pc:docMk/>
            <pc:sldMk cId="4147798567" sldId="297"/>
            <ac:spMk id="19" creationId="{C8F1CEE9-FBC7-1CEE-6F56-E8A3D4C7D3AE}"/>
          </ac:spMkLst>
        </pc:spChg>
        <pc:spChg chg="add">
          <ac:chgData name="Steve Coe" userId="c022ba151d941ebf" providerId="LiveId" clId="{CA44BCD1-603D-4FC5-A303-389B531CAC82}" dt="2026-06-01T20:29:00.690" v="6227" actId="478"/>
          <ac:spMkLst>
            <pc:docMk/>
            <pc:sldMk cId="4147798567" sldId="297"/>
            <ac:spMk id="22" creationId="{D5AB69EA-06E8-F86B-C117-0353093C9EA1}"/>
          </ac:spMkLst>
        </pc:spChg>
        <pc:spChg chg="del">
          <ac:chgData name="Steve Coe" userId="c022ba151d941ebf" providerId="LiveId" clId="{CA44BCD1-603D-4FC5-A303-389B531CAC82}" dt="2026-06-01T20:28:58.288" v="6226" actId="478"/>
          <ac:spMkLst>
            <pc:docMk/>
            <pc:sldMk cId="4147798567" sldId="297"/>
            <ac:spMk id="31" creationId="{2A686A6B-EA53-15B3-636F-105434074D03}"/>
          </ac:spMkLst>
        </pc:spChg>
        <pc:spChg chg="del">
          <ac:chgData name="Steve Coe" userId="c022ba151d941ebf" providerId="LiveId" clId="{CA44BCD1-603D-4FC5-A303-389B531CAC82}" dt="2026-06-01T20:28:58.288" v="6226" actId="478"/>
          <ac:spMkLst>
            <pc:docMk/>
            <pc:sldMk cId="4147798567" sldId="297"/>
            <ac:spMk id="33" creationId="{A06ABFF1-0583-6C3F-4130-8232B606C47D}"/>
          </ac:spMkLst>
        </pc:spChg>
        <pc:spChg chg="add">
          <ac:chgData name="Steve Coe" userId="c022ba151d941ebf" providerId="LiveId" clId="{CA44BCD1-603D-4FC5-A303-389B531CAC82}" dt="2026-06-01T20:29:00.690" v="6227" actId="478"/>
          <ac:spMkLst>
            <pc:docMk/>
            <pc:sldMk cId="4147798567" sldId="297"/>
            <ac:spMk id="34" creationId="{7380B495-2FC1-CBB9-4B68-E223ABD95E61}"/>
          </ac:spMkLst>
        </pc:spChg>
        <pc:spChg chg="add mod">
          <ac:chgData name="Steve Coe" userId="c022ba151d941ebf" providerId="LiveId" clId="{CA44BCD1-603D-4FC5-A303-389B531CAC82}" dt="2026-06-01T20:34:09.109" v="6275" actId="1035"/>
          <ac:spMkLst>
            <pc:docMk/>
            <pc:sldMk cId="4147798567" sldId="297"/>
            <ac:spMk id="37" creationId="{C29D920C-8BFB-7039-DB40-619B46587039}"/>
          </ac:spMkLst>
        </pc:spChg>
        <pc:spChg chg="add mod">
          <ac:chgData name="Steve Coe" userId="c022ba151d941ebf" providerId="LiveId" clId="{CA44BCD1-603D-4FC5-A303-389B531CAC82}" dt="2026-06-01T20:34:09.109" v="6275" actId="1035"/>
          <ac:spMkLst>
            <pc:docMk/>
            <pc:sldMk cId="4147798567" sldId="297"/>
            <ac:spMk id="38" creationId="{9F281BD7-B1FB-5821-EBF7-5ED02E7E5546}"/>
          </ac:spMkLst>
        </pc:spChg>
        <pc:spChg chg="add mod">
          <ac:chgData name="Steve Coe" userId="c022ba151d941ebf" providerId="LiveId" clId="{CA44BCD1-603D-4FC5-A303-389B531CAC82}" dt="2026-06-01T20:34:16.601" v="6277" actId="1076"/>
          <ac:spMkLst>
            <pc:docMk/>
            <pc:sldMk cId="4147798567" sldId="297"/>
            <ac:spMk id="67" creationId="{D9D5753C-4EC5-880B-0CE5-CBBE2BF66610}"/>
          </ac:spMkLst>
        </pc:spChg>
        <pc:spChg chg="add mod">
          <ac:chgData name="Steve Coe" userId="c022ba151d941ebf" providerId="LiveId" clId="{CA44BCD1-603D-4FC5-A303-389B531CAC82}" dt="2026-06-01T20:34:16.601" v="6277" actId="1076"/>
          <ac:spMkLst>
            <pc:docMk/>
            <pc:sldMk cId="4147798567" sldId="297"/>
            <ac:spMk id="68" creationId="{4FB85D39-0ED1-8041-B67C-E66ED46153C9}"/>
          </ac:spMkLst>
        </pc:spChg>
        <pc:spChg chg="add mod">
          <ac:chgData name="Steve Coe" userId="c022ba151d941ebf" providerId="LiveId" clId="{CA44BCD1-603D-4FC5-A303-389B531CAC82}" dt="2026-06-01T20:34:16.601" v="6277" actId="1076"/>
          <ac:spMkLst>
            <pc:docMk/>
            <pc:sldMk cId="4147798567" sldId="297"/>
            <ac:spMk id="69" creationId="{41B5DF4E-1DF3-DF68-7FC3-E630F055C2F2}"/>
          </ac:spMkLst>
        </pc:spChg>
        <pc:spChg chg="add mod">
          <ac:chgData name="Steve Coe" userId="c022ba151d941ebf" providerId="LiveId" clId="{CA44BCD1-603D-4FC5-A303-389B531CAC82}" dt="2026-06-01T20:34:16.601" v="6277" actId="1076"/>
          <ac:spMkLst>
            <pc:docMk/>
            <pc:sldMk cId="4147798567" sldId="297"/>
            <ac:spMk id="70" creationId="{3EA0F338-37FD-C595-6393-DED89CDD75B5}"/>
          </ac:spMkLst>
        </pc:spChg>
        <pc:spChg chg="add mod">
          <ac:chgData name="Steve Coe" userId="c022ba151d941ebf" providerId="LiveId" clId="{CA44BCD1-603D-4FC5-A303-389B531CAC82}" dt="2026-06-01T20:35:05.844" v="6298" actId="1076"/>
          <ac:spMkLst>
            <pc:docMk/>
            <pc:sldMk cId="4147798567" sldId="297"/>
            <ac:spMk id="71" creationId="{51AE417C-BF4C-2940-EEED-60CA76E8AAB8}"/>
          </ac:spMkLst>
        </pc:spChg>
        <pc:spChg chg="add mod">
          <ac:chgData name="Steve Coe" userId="c022ba151d941ebf" providerId="LiveId" clId="{CA44BCD1-603D-4FC5-A303-389B531CAC82}" dt="2026-06-01T20:35:09.626" v="6300" actId="1076"/>
          <ac:spMkLst>
            <pc:docMk/>
            <pc:sldMk cId="4147798567" sldId="297"/>
            <ac:spMk id="72" creationId="{CD440413-33BB-F362-8E28-1CAAB172FA3C}"/>
          </ac:spMkLst>
        </pc:spChg>
        <pc:spChg chg="add mod">
          <ac:chgData name="Steve Coe" userId="c022ba151d941ebf" providerId="LiveId" clId="{CA44BCD1-603D-4FC5-A303-389B531CAC82}" dt="2026-06-01T20:35:13.880" v="6302" actId="1076"/>
          <ac:spMkLst>
            <pc:docMk/>
            <pc:sldMk cId="4147798567" sldId="297"/>
            <ac:spMk id="73" creationId="{91579ACF-43EB-9EB4-C93C-F53FA580D80D}"/>
          </ac:spMkLst>
        </pc:spChg>
        <pc:spChg chg="add mod">
          <ac:chgData name="Steve Coe" userId="c022ba151d941ebf" providerId="LiveId" clId="{CA44BCD1-603D-4FC5-A303-389B531CAC82}" dt="2026-06-01T20:35:28.287" v="6304" actId="1076"/>
          <ac:spMkLst>
            <pc:docMk/>
            <pc:sldMk cId="4147798567" sldId="297"/>
            <ac:spMk id="74" creationId="{9DDFECA1-E2AA-F771-C531-D98468F30C08}"/>
          </ac:spMkLst>
        </pc:spChg>
        <pc:spChg chg="add mod">
          <ac:chgData name="Steve Coe" userId="c022ba151d941ebf" providerId="LiveId" clId="{CA44BCD1-603D-4FC5-A303-389B531CAC82}" dt="2026-06-01T20:35:28.287" v="6304" actId="1076"/>
          <ac:spMkLst>
            <pc:docMk/>
            <pc:sldMk cId="4147798567" sldId="297"/>
            <ac:spMk id="75" creationId="{E6DAEF34-0093-D7C2-6B6E-720E22A64D94}"/>
          </ac:spMkLst>
        </pc:spChg>
        <pc:spChg chg="add mod">
          <ac:chgData name="Steve Coe" userId="c022ba151d941ebf" providerId="LiveId" clId="{CA44BCD1-603D-4FC5-A303-389B531CAC82}" dt="2026-06-01T20:35:28.287" v="6304" actId="1076"/>
          <ac:spMkLst>
            <pc:docMk/>
            <pc:sldMk cId="4147798567" sldId="297"/>
            <ac:spMk id="76" creationId="{AC94E884-4961-A584-BA96-B1524DF9170F}"/>
          </ac:spMkLst>
        </pc:spChg>
        <pc:spChg chg="add mod">
          <ac:chgData name="Steve Coe" userId="c022ba151d941ebf" providerId="LiveId" clId="{CA44BCD1-603D-4FC5-A303-389B531CAC82}" dt="2026-06-01T20:35:36.612" v="6306" actId="1076"/>
          <ac:spMkLst>
            <pc:docMk/>
            <pc:sldMk cId="4147798567" sldId="297"/>
            <ac:spMk id="77" creationId="{C21544F7-CC15-31D2-6B97-EC1ABD7CB069}"/>
          </ac:spMkLst>
        </pc:spChg>
        <pc:spChg chg="add mod">
          <ac:chgData name="Steve Coe" userId="c022ba151d941ebf" providerId="LiveId" clId="{CA44BCD1-603D-4FC5-A303-389B531CAC82}" dt="2026-06-01T20:35:36.612" v="6306" actId="1076"/>
          <ac:spMkLst>
            <pc:docMk/>
            <pc:sldMk cId="4147798567" sldId="297"/>
            <ac:spMk id="78" creationId="{6DA7BBA8-B73A-2185-6C71-0B62699607DE}"/>
          </ac:spMkLst>
        </pc:spChg>
        <pc:spChg chg="add mod">
          <ac:chgData name="Steve Coe" userId="c022ba151d941ebf" providerId="LiveId" clId="{CA44BCD1-603D-4FC5-A303-389B531CAC82}" dt="2026-06-01T20:35:36.612" v="6306" actId="1076"/>
          <ac:spMkLst>
            <pc:docMk/>
            <pc:sldMk cId="4147798567" sldId="297"/>
            <ac:spMk id="79" creationId="{19AE7C39-3A09-743F-7635-86B174A21621}"/>
          </ac:spMkLst>
        </pc:spChg>
        <pc:spChg chg="add mod">
          <ac:chgData name="Steve Coe" userId="c022ba151d941ebf" providerId="LiveId" clId="{CA44BCD1-603D-4FC5-A303-389B531CAC82}" dt="2026-06-01T20:36:14.329" v="6317" actId="1076"/>
          <ac:spMkLst>
            <pc:docMk/>
            <pc:sldMk cId="4147798567" sldId="297"/>
            <ac:spMk id="80" creationId="{06CB2F26-C0E6-D0C5-40B9-83BC67600791}"/>
          </ac:spMkLst>
        </pc:spChg>
        <pc:spChg chg="add mod">
          <ac:chgData name="Steve Coe" userId="c022ba151d941ebf" providerId="LiveId" clId="{CA44BCD1-603D-4FC5-A303-389B531CAC82}" dt="2026-06-01T20:36:19.760" v="6319" actId="1076"/>
          <ac:spMkLst>
            <pc:docMk/>
            <pc:sldMk cId="4147798567" sldId="297"/>
            <ac:spMk id="81" creationId="{AC03DE58-C9C9-02AF-5DC5-1B5DBD7981F1}"/>
          </ac:spMkLst>
        </pc:spChg>
        <pc:spChg chg="add mod">
          <ac:chgData name="Steve Coe" userId="c022ba151d941ebf" providerId="LiveId" clId="{CA44BCD1-603D-4FC5-A303-389B531CAC82}" dt="2026-06-01T20:36:26.618" v="6321" actId="1076"/>
          <ac:spMkLst>
            <pc:docMk/>
            <pc:sldMk cId="4147798567" sldId="297"/>
            <ac:spMk id="82" creationId="{64B3F03E-16C5-FE6E-127C-39044D7D6564}"/>
          </ac:spMkLst>
        </pc:spChg>
        <pc:spChg chg="add mod">
          <ac:chgData name="Steve Coe" userId="c022ba151d941ebf" providerId="LiveId" clId="{CA44BCD1-603D-4FC5-A303-389B531CAC82}" dt="2026-06-01T20:36:36.626" v="6323" actId="1076"/>
          <ac:spMkLst>
            <pc:docMk/>
            <pc:sldMk cId="4147798567" sldId="297"/>
            <ac:spMk id="83" creationId="{1166CCE8-CC13-A5ED-7995-D983816E5BAC}"/>
          </ac:spMkLst>
        </pc:spChg>
        <pc:spChg chg="add mod">
          <ac:chgData name="Steve Coe" userId="c022ba151d941ebf" providerId="LiveId" clId="{CA44BCD1-603D-4FC5-A303-389B531CAC82}" dt="2026-06-01T20:36:36.626" v="6323" actId="1076"/>
          <ac:spMkLst>
            <pc:docMk/>
            <pc:sldMk cId="4147798567" sldId="297"/>
            <ac:spMk id="84" creationId="{EB67306A-CCB6-C92F-9BE8-DE67FBDD07A6}"/>
          </ac:spMkLst>
        </pc:spChg>
        <pc:spChg chg="add mod">
          <ac:chgData name="Steve Coe" userId="c022ba151d941ebf" providerId="LiveId" clId="{CA44BCD1-603D-4FC5-A303-389B531CAC82}" dt="2026-06-01T20:36:36.626" v="6323" actId="1076"/>
          <ac:spMkLst>
            <pc:docMk/>
            <pc:sldMk cId="4147798567" sldId="297"/>
            <ac:spMk id="85" creationId="{8EC5DE40-584F-2890-AB0C-B806E089470D}"/>
          </ac:spMkLst>
        </pc:spChg>
        <pc:spChg chg="add mod">
          <ac:chgData name="Steve Coe" userId="c022ba151d941ebf" providerId="LiveId" clId="{CA44BCD1-603D-4FC5-A303-389B531CAC82}" dt="2026-06-01T20:36:43.318" v="6325" actId="1076"/>
          <ac:spMkLst>
            <pc:docMk/>
            <pc:sldMk cId="4147798567" sldId="297"/>
            <ac:spMk id="86" creationId="{98BBD1C1-2859-D09F-9643-86554C30B81F}"/>
          </ac:spMkLst>
        </pc:spChg>
        <pc:spChg chg="add mod">
          <ac:chgData name="Steve Coe" userId="c022ba151d941ebf" providerId="LiveId" clId="{CA44BCD1-603D-4FC5-A303-389B531CAC82}" dt="2026-06-01T20:36:43.318" v="6325" actId="1076"/>
          <ac:spMkLst>
            <pc:docMk/>
            <pc:sldMk cId="4147798567" sldId="297"/>
            <ac:spMk id="87" creationId="{0D77D0D9-AB65-07E0-9B20-70C7D6CC1730}"/>
          </ac:spMkLst>
        </pc:spChg>
        <pc:spChg chg="add mod">
          <ac:chgData name="Steve Coe" userId="c022ba151d941ebf" providerId="LiveId" clId="{CA44BCD1-603D-4FC5-A303-389B531CAC82}" dt="2026-06-01T20:36:43.318" v="6325" actId="1076"/>
          <ac:spMkLst>
            <pc:docMk/>
            <pc:sldMk cId="4147798567" sldId="297"/>
            <ac:spMk id="88" creationId="{DC5F38A6-90E5-2DCF-49CC-F961233326A2}"/>
          </ac:spMkLst>
        </pc:spChg>
        <pc:spChg chg="add mod">
          <ac:chgData name="Steve Coe" userId="c022ba151d941ebf" providerId="LiveId" clId="{CA44BCD1-603D-4FC5-A303-389B531CAC82}" dt="2026-06-01T20:37:24.186" v="6344" actId="1076"/>
          <ac:spMkLst>
            <pc:docMk/>
            <pc:sldMk cId="4147798567" sldId="297"/>
            <ac:spMk id="89" creationId="{1E0CD927-3AE0-5CC2-7AE0-2CD2956567EF}"/>
          </ac:spMkLst>
        </pc:spChg>
        <pc:spChg chg="add mod">
          <ac:chgData name="Steve Coe" userId="c022ba151d941ebf" providerId="LiveId" clId="{CA44BCD1-603D-4FC5-A303-389B531CAC82}" dt="2026-06-01T20:37:30.098" v="6346" actId="1076"/>
          <ac:spMkLst>
            <pc:docMk/>
            <pc:sldMk cId="4147798567" sldId="297"/>
            <ac:spMk id="90" creationId="{D8E523E8-0967-41A7-1576-165F2669762F}"/>
          </ac:spMkLst>
        </pc:spChg>
        <pc:spChg chg="add mod">
          <ac:chgData name="Steve Coe" userId="c022ba151d941ebf" providerId="LiveId" clId="{CA44BCD1-603D-4FC5-A303-389B531CAC82}" dt="2026-06-01T20:37:33.502" v="6348" actId="1076"/>
          <ac:spMkLst>
            <pc:docMk/>
            <pc:sldMk cId="4147798567" sldId="297"/>
            <ac:spMk id="91" creationId="{4AF0B75B-CBC8-9856-F5E8-30650D69101E}"/>
          </ac:spMkLst>
        </pc:spChg>
        <pc:spChg chg="add mod">
          <ac:chgData name="Steve Coe" userId="c022ba151d941ebf" providerId="LiveId" clId="{CA44BCD1-603D-4FC5-A303-389B531CAC82}" dt="2026-06-01T20:37:54.358" v="6350" actId="1076"/>
          <ac:spMkLst>
            <pc:docMk/>
            <pc:sldMk cId="4147798567" sldId="297"/>
            <ac:spMk id="92" creationId="{F537BC4E-E89A-C34A-81F0-08BFA5236076}"/>
          </ac:spMkLst>
        </pc:spChg>
        <pc:spChg chg="add mod">
          <ac:chgData name="Steve Coe" userId="c022ba151d941ebf" providerId="LiveId" clId="{CA44BCD1-603D-4FC5-A303-389B531CAC82}" dt="2026-06-01T20:37:54.358" v="6350" actId="1076"/>
          <ac:spMkLst>
            <pc:docMk/>
            <pc:sldMk cId="4147798567" sldId="297"/>
            <ac:spMk id="93" creationId="{449BEA95-E163-7EF5-4A4F-0C92EA7984DD}"/>
          </ac:spMkLst>
        </pc:spChg>
        <pc:spChg chg="add mod">
          <ac:chgData name="Steve Coe" userId="c022ba151d941ebf" providerId="LiveId" clId="{CA44BCD1-603D-4FC5-A303-389B531CAC82}" dt="2026-06-01T20:37:54.358" v="6350" actId="1076"/>
          <ac:spMkLst>
            <pc:docMk/>
            <pc:sldMk cId="4147798567" sldId="297"/>
            <ac:spMk id="94" creationId="{913DC699-C66A-FF78-5363-C852521B63EE}"/>
          </ac:spMkLst>
        </pc:spChg>
        <pc:spChg chg="add mod">
          <ac:chgData name="Steve Coe" userId="c022ba151d941ebf" providerId="LiveId" clId="{CA44BCD1-603D-4FC5-A303-389B531CAC82}" dt="2026-06-01T20:38:39.405" v="6361" actId="1076"/>
          <ac:spMkLst>
            <pc:docMk/>
            <pc:sldMk cId="4147798567" sldId="297"/>
            <ac:spMk id="95" creationId="{6336F37F-D8D5-607B-88AB-A69DB0AE244B}"/>
          </ac:spMkLst>
        </pc:spChg>
        <pc:spChg chg="add mod">
          <ac:chgData name="Steve Coe" userId="c022ba151d941ebf" providerId="LiveId" clId="{CA44BCD1-603D-4FC5-A303-389B531CAC82}" dt="2026-06-01T20:45:13.074" v="6465"/>
          <ac:spMkLst>
            <pc:docMk/>
            <pc:sldMk cId="4147798567" sldId="297"/>
            <ac:spMk id="96" creationId="{D0446B5D-9CFA-3392-F9E2-9AC47078F910}"/>
          </ac:spMkLst>
        </pc:spChg>
        <pc:spChg chg="add mod">
          <ac:chgData name="Steve Coe" userId="c022ba151d941ebf" providerId="LiveId" clId="{CA44BCD1-603D-4FC5-A303-389B531CAC82}" dt="2026-06-01T20:38:48.075" v="6365" actId="1076"/>
          <ac:spMkLst>
            <pc:docMk/>
            <pc:sldMk cId="4147798567" sldId="297"/>
            <ac:spMk id="97" creationId="{0BCA3E34-6863-0827-23D9-322A8DCEE950}"/>
          </ac:spMkLst>
        </pc:spChg>
        <pc:spChg chg="add mod">
          <ac:chgData name="Steve Coe" userId="c022ba151d941ebf" providerId="LiveId" clId="{CA44BCD1-603D-4FC5-A303-389B531CAC82}" dt="2026-06-01T20:38:58.761" v="6367" actId="1076"/>
          <ac:spMkLst>
            <pc:docMk/>
            <pc:sldMk cId="4147798567" sldId="297"/>
            <ac:spMk id="98" creationId="{D19E733F-0F2C-F88A-C3BF-02C9492E2935}"/>
          </ac:spMkLst>
        </pc:spChg>
        <pc:spChg chg="add mod">
          <ac:chgData name="Steve Coe" userId="c022ba151d941ebf" providerId="LiveId" clId="{CA44BCD1-603D-4FC5-A303-389B531CAC82}" dt="2026-06-01T20:38:58.761" v="6367" actId="1076"/>
          <ac:spMkLst>
            <pc:docMk/>
            <pc:sldMk cId="4147798567" sldId="297"/>
            <ac:spMk id="99" creationId="{C54E308F-C57A-0FC1-3026-F3AC992D3412}"/>
          </ac:spMkLst>
        </pc:spChg>
        <pc:spChg chg="add mod">
          <ac:chgData name="Steve Coe" userId="c022ba151d941ebf" providerId="LiveId" clId="{CA44BCD1-603D-4FC5-A303-389B531CAC82}" dt="2026-06-01T20:38:58.761" v="6367" actId="1076"/>
          <ac:spMkLst>
            <pc:docMk/>
            <pc:sldMk cId="4147798567" sldId="297"/>
            <ac:spMk id="100" creationId="{BB6730C4-67BA-3175-061F-2C081B45A103}"/>
          </ac:spMkLst>
        </pc:spChg>
        <pc:spChg chg="add mod">
          <ac:chgData name="Steve Coe" userId="c022ba151d941ebf" providerId="LiveId" clId="{CA44BCD1-603D-4FC5-A303-389B531CAC82}" dt="2026-06-01T20:39:08.418" v="6369" actId="1076"/>
          <ac:spMkLst>
            <pc:docMk/>
            <pc:sldMk cId="4147798567" sldId="297"/>
            <ac:spMk id="101" creationId="{386C3241-B938-947A-4135-B727FF661F7F}"/>
          </ac:spMkLst>
        </pc:spChg>
        <pc:spChg chg="add mod">
          <ac:chgData name="Steve Coe" userId="c022ba151d941ebf" providerId="LiveId" clId="{CA44BCD1-603D-4FC5-A303-389B531CAC82}" dt="2026-06-01T20:39:08.418" v="6369" actId="1076"/>
          <ac:spMkLst>
            <pc:docMk/>
            <pc:sldMk cId="4147798567" sldId="297"/>
            <ac:spMk id="102" creationId="{AAE81AC3-F262-53B9-3458-7A7E65073A69}"/>
          </ac:spMkLst>
        </pc:spChg>
        <pc:spChg chg="add mod">
          <ac:chgData name="Steve Coe" userId="c022ba151d941ebf" providerId="LiveId" clId="{CA44BCD1-603D-4FC5-A303-389B531CAC82}" dt="2026-06-01T20:39:08.418" v="6369" actId="1076"/>
          <ac:spMkLst>
            <pc:docMk/>
            <pc:sldMk cId="4147798567" sldId="297"/>
            <ac:spMk id="103" creationId="{AFDEEAE9-1508-803E-31CC-F03BFF1EAE73}"/>
          </ac:spMkLst>
        </pc:spChg>
        <pc:spChg chg="add mod">
          <ac:chgData name="Steve Coe" userId="c022ba151d941ebf" providerId="LiveId" clId="{CA44BCD1-603D-4FC5-A303-389B531CAC82}" dt="2026-06-01T20:40:02.213" v="6383" actId="1076"/>
          <ac:spMkLst>
            <pc:docMk/>
            <pc:sldMk cId="4147798567" sldId="297"/>
            <ac:spMk id="104" creationId="{6339A9B1-5E67-35C4-A9E1-6753B7FB9FBB}"/>
          </ac:spMkLst>
        </pc:spChg>
        <pc:spChg chg="add mod">
          <ac:chgData name="Steve Coe" userId="c022ba151d941ebf" providerId="LiveId" clId="{CA44BCD1-603D-4FC5-A303-389B531CAC82}" dt="2026-06-01T20:40:06.042" v="6385" actId="1076"/>
          <ac:spMkLst>
            <pc:docMk/>
            <pc:sldMk cId="4147798567" sldId="297"/>
            <ac:spMk id="105" creationId="{7A062CB5-8F33-A2CF-5716-0C0C893E9FB1}"/>
          </ac:spMkLst>
        </pc:spChg>
        <pc:spChg chg="add mod">
          <ac:chgData name="Steve Coe" userId="c022ba151d941ebf" providerId="LiveId" clId="{CA44BCD1-603D-4FC5-A303-389B531CAC82}" dt="2026-06-01T20:40:10.961" v="6387" actId="1076"/>
          <ac:spMkLst>
            <pc:docMk/>
            <pc:sldMk cId="4147798567" sldId="297"/>
            <ac:spMk id="106" creationId="{8DB01A0E-BAAE-76A5-C4AB-000CB71E02F3}"/>
          </ac:spMkLst>
        </pc:spChg>
        <pc:spChg chg="add mod">
          <ac:chgData name="Steve Coe" userId="c022ba151d941ebf" providerId="LiveId" clId="{CA44BCD1-603D-4FC5-A303-389B531CAC82}" dt="2026-06-01T20:40:35.124" v="6390" actId="1076"/>
          <ac:spMkLst>
            <pc:docMk/>
            <pc:sldMk cId="4147798567" sldId="297"/>
            <ac:spMk id="107" creationId="{99621508-C490-960D-9EBB-8696D699DFC7}"/>
          </ac:spMkLst>
        </pc:spChg>
        <pc:spChg chg="add mod">
          <ac:chgData name="Steve Coe" userId="c022ba151d941ebf" providerId="LiveId" clId="{CA44BCD1-603D-4FC5-A303-389B531CAC82}" dt="2026-06-01T20:40:35.124" v="6390" actId="1076"/>
          <ac:spMkLst>
            <pc:docMk/>
            <pc:sldMk cId="4147798567" sldId="297"/>
            <ac:spMk id="108" creationId="{3F50416E-C164-A5A3-68EE-48D1C36B993B}"/>
          </ac:spMkLst>
        </pc:spChg>
        <pc:spChg chg="add mod">
          <ac:chgData name="Steve Coe" userId="c022ba151d941ebf" providerId="LiveId" clId="{CA44BCD1-603D-4FC5-A303-389B531CAC82}" dt="2026-06-01T20:40:35.124" v="6390" actId="1076"/>
          <ac:spMkLst>
            <pc:docMk/>
            <pc:sldMk cId="4147798567" sldId="297"/>
            <ac:spMk id="109" creationId="{3D4B04B2-5B6C-DB29-39B5-63FF130039E4}"/>
          </ac:spMkLst>
        </pc:spChg>
        <pc:spChg chg="add mod">
          <ac:chgData name="Steve Coe" userId="c022ba151d941ebf" providerId="LiveId" clId="{CA44BCD1-603D-4FC5-A303-389B531CAC82}" dt="2026-06-01T20:40:44.395" v="6392" actId="1076"/>
          <ac:spMkLst>
            <pc:docMk/>
            <pc:sldMk cId="4147798567" sldId="297"/>
            <ac:spMk id="110" creationId="{93EEC071-856D-09AE-01EA-C5C17DF17A97}"/>
          </ac:spMkLst>
        </pc:spChg>
        <pc:spChg chg="add mod">
          <ac:chgData name="Steve Coe" userId="c022ba151d941ebf" providerId="LiveId" clId="{CA44BCD1-603D-4FC5-A303-389B531CAC82}" dt="2026-06-01T20:40:44.395" v="6392" actId="1076"/>
          <ac:spMkLst>
            <pc:docMk/>
            <pc:sldMk cId="4147798567" sldId="297"/>
            <ac:spMk id="111" creationId="{64FE2146-3011-7312-1266-DDDF475210E2}"/>
          </ac:spMkLst>
        </pc:spChg>
        <pc:spChg chg="add mod">
          <ac:chgData name="Steve Coe" userId="c022ba151d941ebf" providerId="LiveId" clId="{CA44BCD1-603D-4FC5-A303-389B531CAC82}" dt="2026-06-01T20:40:44.395" v="6392" actId="1076"/>
          <ac:spMkLst>
            <pc:docMk/>
            <pc:sldMk cId="4147798567" sldId="297"/>
            <ac:spMk id="112" creationId="{A1501A87-0E48-A778-2FBD-5911B0A4B4DB}"/>
          </ac:spMkLst>
        </pc:spChg>
        <pc:spChg chg="add mod">
          <ac:chgData name="Steve Coe" userId="c022ba151d941ebf" providerId="LiveId" clId="{CA44BCD1-603D-4FC5-A303-389B531CAC82}" dt="2026-06-01T20:42:09.894" v="6427" actId="1076"/>
          <ac:spMkLst>
            <pc:docMk/>
            <pc:sldMk cId="4147798567" sldId="297"/>
            <ac:spMk id="116" creationId="{30A2E610-8183-3DB1-2073-31FB7B23ECB2}"/>
          </ac:spMkLst>
        </pc:spChg>
        <pc:spChg chg="add mod">
          <ac:chgData name="Steve Coe" userId="c022ba151d941ebf" providerId="LiveId" clId="{CA44BCD1-603D-4FC5-A303-389B531CAC82}" dt="2026-06-01T20:41:53.109" v="6423" actId="1076"/>
          <ac:spMkLst>
            <pc:docMk/>
            <pc:sldMk cId="4147798567" sldId="297"/>
            <ac:spMk id="117" creationId="{0CFBA7E5-06A4-AE87-1181-297EEA6DF891}"/>
          </ac:spMkLst>
        </pc:spChg>
        <pc:spChg chg="add mod">
          <ac:chgData name="Steve Coe" userId="c022ba151d941ebf" providerId="LiveId" clId="{CA44BCD1-603D-4FC5-A303-389B531CAC82}" dt="2026-06-01T20:41:47.833" v="6422" actId="1076"/>
          <ac:spMkLst>
            <pc:docMk/>
            <pc:sldMk cId="4147798567" sldId="297"/>
            <ac:spMk id="118" creationId="{8631A54C-8A82-157E-F205-C6F7C11D92A0}"/>
          </ac:spMkLst>
        </pc:spChg>
        <pc:spChg chg="add mod">
          <ac:chgData name="Steve Coe" userId="c022ba151d941ebf" providerId="LiveId" clId="{CA44BCD1-603D-4FC5-A303-389B531CAC82}" dt="2026-06-01T20:42:07.009" v="6426" actId="1076"/>
          <ac:spMkLst>
            <pc:docMk/>
            <pc:sldMk cId="4147798567" sldId="297"/>
            <ac:spMk id="119" creationId="{A8CF5113-8D8E-3855-8C35-844B1A30933F}"/>
          </ac:spMkLst>
        </pc:spChg>
        <pc:spChg chg="add mod">
          <ac:chgData name="Steve Coe" userId="c022ba151d941ebf" providerId="LiveId" clId="{CA44BCD1-603D-4FC5-A303-389B531CAC82}" dt="2026-06-01T20:42:03.252" v="6425" actId="1076"/>
          <ac:spMkLst>
            <pc:docMk/>
            <pc:sldMk cId="4147798567" sldId="297"/>
            <ac:spMk id="120" creationId="{28795BFB-ECB3-0DA9-2ECA-58A93E98A9D4}"/>
          </ac:spMkLst>
        </pc:spChg>
        <pc:spChg chg="add mod">
          <ac:chgData name="Steve Coe" userId="c022ba151d941ebf" providerId="LiveId" clId="{CA44BCD1-603D-4FC5-A303-389B531CAC82}" dt="2026-06-01T20:42:03.252" v="6425" actId="1076"/>
          <ac:spMkLst>
            <pc:docMk/>
            <pc:sldMk cId="4147798567" sldId="297"/>
            <ac:spMk id="121" creationId="{6B85C1BD-8BDF-EC75-BD16-7215D2A6D366}"/>
          </ac:spMkLst>
        </pc:spChg>
        <pc:spChg chg="add mod">
          <ac:chgData name="Steve Coe" userId="c022ba151d941ebf" providerId="LiveId" clId="{CA44BCD1-603D-4FC5-A303-389B531CAC82}" dt="2026-06-01T20:42:26.526" v="6429" actId="1076"/>
          <ac:spMkLst>
            <pc:docMk/>
            <pc:sldMk cId="4147798567" sldId="297"/>
            <ac:spMk id="122" creationId="{C16CD32C-8871-5C7D-E949-69EEF19B55AC}"/>
          </ac:spMkLst>
        </pc:spChg>
        <pc:spChg chg="add mod">
          <ac:chgData name="Steve Coe" userId="c022ba151d941ebf" providerId="LiveId" clId="{CA44BCD1-603D-4FC5-A303-389B531CAC82}" dt="2026-06-01T20:42:26.526" v="6429" actId="1076"/>
          <ac:spMkLst>
            <pc:docMk/>
            <pc:sldMk cId="4147798567" sldId="297"/>
            <ac:spMk id="123" creationId="{01EB81E9-A1F5-E2B5-3EE6-9BA1942644CC}"/>
          </ac:spMkLst>
        </pc:spChg>
        <pc:spChg chg="add mod">
          <ac:chgData name="Steve Coe" userId="c022ba151d941ebf" providerId="LiveId" clId="{CA44BCD1-603D-4FC5-A303-389B531CAC82}" dt="2026-06-01T20:42:26.526" v="6429" actId="1076"/>
          <ac:spMkLst>
            <pc:docMk/>
            <pc:sldMk cId="4147798567" sldId="297"/>
            <ac:spMk id="124" creationId="{41A6FA4E-8DF7-5895-42CD-917F754EE3DA}"/>
          </ac:spMkLst>
        </pc:spChg>
        <pc:spChg chg="add mod">
          <ac:chgData name="Steve Coe" userId="c022ba151d941ebf" providerId="LiveId" clId="{CA44BCD1-603D-4FC5-A303-389B531CAC82}" dt="2026-06-01T20:43:15.383" v="6453" actId="1076"/>
          <ac:spMkLst>
            <pc:docMk/>
            <pc:sldMk cId="4147798567" sldId="297"/>
            <ac:spMk id="125" creationId="{80B08212-C0AC-A1F2-DC66-FFC048FBDE21}"/>
          </ac:spMkLst>
        </pc:spChg>
        <pc:spChg chg="add mod">
          <ac:chgData name="Steve Coe" userId="c022ba151d941ebf" providerId="LiveId" clId="{CA44BCD1-603D-4FC5-A303-389B531CAC82}" dt="2026-06-01T20:43:30.187" v="6455" actId="1076"/>
          <ac:spMkLst>
            <pc:docMk/>
            <pc:sldMk cId="4147798567" sldId="297"/>
            <ac:spMk id="126" creationId="{99FD3F3C-B6CF-A932-F181-6EFFE92877B8}"/>
          </ac:spMkLst>
        </pc:spChg>
        <pc:spChg chg="add mod">
          <ac:chgData name="Steve Coe" userId="c022ba151d941ebf" providerId="LiveId" clId="{CA44BCD1-603D-4FC5-A303-389B531CAC82}" dt="2026-06-01T20:43:34.123" v="6457" actId="1076"/>
          <ac:spMkLst>
            <pc:docMk/>
            <pc:sldMk cId="4147798567" sldId="297"/>
            <ac:spMk id="127" creationId="{9BB2DD62-90D0-3D2B-5E99-1413A7EE063F}"/>
          </ac:spMkLst>
        </pc:spChg>
        <pc:spChg chg="add mod">
          <ac:chgData name="Steve Coe" userId="c022ba151d941ebf" providerId="LiveId" clId="{CA44BCD1-603D-4FC5-A303-389B531CAC82}" dt="2026-06-01T20:43:51.801" v="6459" actId="1076"/>
          <ac:spMkLst>
            <pc:docMk/>
            <pc:sldMk cId="4147798567" sldId="297"/>
            <ac:spMk id="128" creationId="{1A6B1F39-3B51-2E0F-A45A-489DF1626BA8}"/>
          </ac:spMkLst>
        </pc:spChg>
        <pc:spChg chg="add mod">
          <ac:chgData name="Steve Coe" userId="c022ba151d941ebf" providerId="LiveId" clId="{CA44BCD1-603D-4FC5-A303-389B531CAC82}" dt="2026-06-01T20:43:51.801" v="6459" actId="1076"/>
          <ac:spMkLst>
            <pc:docMk/>
            <pc:sldMk cId="4147798567" sldId="297"/>
            <ac:spMk id="129" creationId="{7085A672-0983-F6A8-35B5-C6043E765888}"/>
          </ac:spMkLst>
        </pc:spChg>
        <pc:spChg chg="add mod">
          <ac:chgData name="Steve Coe" userId="c022ba151d941ebf" providerId="LiveId" clId="{CA44BCD1-603D-4FC5-A303-389B531CAC82}" dt="2026-06-01T20:43:51.801" v="6459" actId="1076"/>
          <ac:spMkLst>
            <pc:docMk/>
            <pc:sldMk cId="4147798567" sldId="297"/>
            <ac:spMk id="130" creationId="{1F350C8B-6F45-EA74-4D47-A11D3E34E11C}"/>
          </ac:spMkLst>
        </pc:spChg>
        <pc:spChg chg="add mod">
          <ac:chgData name="Steve Coe" userId="c022ba151d941ebf" providerId="LiveId" clId="{CA44BCD1-603D-4FC5-A303-389B531CAC82}" dt="2026-06-01T20:44:00.774" v="6461" actId="1076"/>
          <ac:spMkLst>
            <pc:docMk/>
            <pc:sldMk cId="4147798567" sldId="297"/>
            <ac:spMk id="131" creationId="{CA6EC1E7-80D6-6799-4555-B049DE75F9D1}"/>
          </ac:spMkLst>
        </pc:spChg>
        <pc:spChg chg="add mod">
          <ac:chgData name="Steve Coe" userId="c022ba151d941ebf" providerId="LiveId" clId="{CA44BCD1-603D-4FC5-A303-389B531CAC82}" dt="2026-06-01T20:44:00.774" v="6461" actId="1076"/>
          <ac:spMkLst>
            <pc:docMk/>
            <pc:sldMk cId="4147798567" sldId="297"/>
            <ac:spMk id="132" creationId="{103B852C-FD31-345C-4FA8-256607BFE61F}"/>
          </ac:spMkLst>
        </pc:spChg>
        <pc:spChg chg="add mod">
          <ac:chgData name="Steve Coe" userId="c022ba151d941ebf" providerId="LiveId" clId="{CA44BCD1-603D-4FC5-A303-389B531CAC82}" dt="2026-06-01T20:44:00.774" v="6461" actId="1076"/>
          <ac:spMkLst>
            <pc:docMk/>
            <pc:sldMk cId="4147798567" sldId="297"/>
            <ac:spMk id="133" creationId="{0950DFB4-D87E-454F-167A-5AB9C4E12DBC}"/>
          </ac:spMkLst>
        </pc:spChg>
        <pc:spChg chg="add mod">
          <ac:chgData name="Steve Coe" userId="c022ba151d941ebf" providerId="LiveId" clId="{CA44BCD1-603D-4FC5-A303-389B531CAC82}" dt="2026-06-01T20:46:23.677" v="6486" actId="1076"/>
          <ac:spMkLst>
            <pc:docMk/>
            <pc:sldMk cId="4147798567" sldId="297"/>
            <ac:spMk id="134" creationId="{A8556083-8EF3-0FE9-4302-9B09397CD490}"/>
          </ac:spMkLst>
        </pc:spChg>
        <pc:spChg chg="add mod">
          <ac:chgData name="Steve Coe" userId="c022ba151d941ebf" providerId="LiveId" clId="{CA44BCD1-603D-4FC5-A303-389B531CAC82}" dt="2026-06-01T20:46:01.621" v="6481" actId="1076"/>
          <ac:spMkLst>
            <pc:docMk/>
            <pc:sldMk cId="4147798567" sldId="297"/>
            <ac:spMk id="135" creationId="{6E17E258-3832-C41A-1FE1-8821306E40C2}"/>
          </ac:spMkLst>
        </pc:spChg>
        <pc:spChg chg="add mod">
          <ac:chgData name="Steve Coe" userId="c022ba151d941ebf" providerId="LiveId" clId="{CA44BCD1-603D-4FC5-A303-389B531CAC82}" dt="2026-06-01T20:46:26.472" v="6487" actId="1076"/>
          <ac:spMkLst>
            <pc:docMk/>
            <pc:sldMk cId="4147798567" sldId="297"/>
            <ac:spMk id="136" creationId="{99DCCBC4-C58B-7486-7977-531A1ECC2F4C}"/>
          </ac:spMkLst>
        </pc:spChg>
        <pc:spChg chg="add mod">
          <ac:chgData name="Steve Coe" userId="c022ba151d941ebf" providerId="LiveId" clId="{CA44BCD1-603D-4FC5-A303-389B531CAC82}" dt="2026-06-01T20:46:08.282" v="6483" actId="1076"/>
          <ac:spMkLst>
            <pc:docMk/>
            <pc:sldMk cId="4147798567" sldId="297"/>
            <ac:spMk id="137" creationId="{55EF85C3-C67D-A5BA-9F47-F6D0E11E75E4}"/>
          </ac:spMkLst>
        </pc:spChg>
        <pc:spChg chg="add mod">
          <ac:chgData name="Steve Coe" userId="c022ba151d941ebf" providerId="LiveId" clId="{CA44BCD1-603D-4FC5-A303-389B531CAC82}" dt="2026-06-01T20:46:29.258" v="6488" actId="1076"/>
          <ac:spMkLst>
            <pc:docMk/>
            <pc:sldMk cId="4147798567" sldId="297"/>
            <ac:spMk id="138" creationId="{37ED4C4A-ACEB-D69A-9705-4A0AD6E5733E}"/>
          </ac:spMkLst>
        </pc:spChg>
        <pc:spChg chg="add mod">
          <ac:chgData name="Steve Coe" userId="c022ba151d941ebf" providerId="LiveId" clId="{CA44BCD1-603D-4FC5-A303-389B531CAC82}" dt="2026-06-01T20:46:18.108" v="6485" actId="1076"/>
          <ac:spMkLst>
            <pc:docMk/>
            <pc:sldMk cId="4147798567" sldId="297"/>
            <ac:spMk id="139" creationId="{162072A5-25D5-9487-41EB-47E27694529B}"/>
          </ac:spMkLst>
        </pc:spChg>
        <pc:spChg chg="add mod">
          <ac:chgData name="Steve Coe" userId="c022ba151d941ebf" providerId="LiveId" clId="{CA44BCD1-603D-4FC5-A303-389B531CAC82}" dt="2026-06-01T20:46:50.337" v="6490" actId="1076"/>
          <ac:spMkLst>
            <pc:docMk/>
            <pc:sldMk cId="4147798567" sldId="297"/>
            <ac:spMk id="140" creationId="{B0852EC5-677F-383E-4269-FF585299D45A}"/>
          </ac:spMkLst>
        </pc:spChg>
        <pc:spChg chg="add mod">
          <ac:chgData name="Steve Coe" userId="c022ba151d941ebf" providerId="LiveId" clId="{CA44BCD1-603D-4FC5-A303-389B531CAC82}" dt="2026-06-01T20:46:50.337" v="6490" actId="1076"/>
          <ac:spMkLst>
            <pc:docMk/>
            <pc:sldMk cId="4147798567" sldId="297"/>
            <ac:spMk id="141" creationId="{FBC3C0DF-21AF-BFF5-FBAD-50B3FFEFDF14}"/>
          </ac:spMkLst>
        </pc:spChg>
        <pc:spChg chg="add mod">
          <ac:chgData name="Steve Coe" userId="c022ba151d941ebf" providerId="LiveId" clId="{CA44BCD1-603D-4FC5-A303-389B531CAC82}" dt="2026-06-01T20:46:50.337" v="6490" actId="1076"/>
          <ac:spMkLst>
            <pc:docMk/>
            <pc:sldMk cId="4147798567" sldId="297"/>
            <ac:spMk id="142" creationId="{87A86888-2DF8-DADF-1693-8A317A080090}"/>
          </ac:spMkLst>
        </pc:spChg>
      </pc:sldChg>
      <pc:sldChg chg="addSp delSp modSp new mod">
        <pc:chgData name="Steve Coe" userId="c022ba151d941ebf" providerId="LiveId" clId="{CA44BCD1-603D-4FC5-A303-389B531CAC82}" dt="2026-06-01T20:56:21.910" v="6549" actId="14734"/>
        <pc:sldMkLst>
          <pc:docMk/>
          <pc:sldMk cId="1641846152" sldId="299"/>
        </pc:sldMkLst>
        <pc:spChg chg="mod">
          <ac:chgData name="Steve Coe" userId="c022ba151d941ebf" providerId="LiveId" clId="{CA44BCD1-603D-4FC5-A303-389B531CAC82}" dt="2026-06-01T20:52:05.736" v="6533" actId="20577"/>
          <ac:spMkLst>
            <pc:docMk/>
            <pc:sldMk cId="1641846152" sldId="299"/>
            <ac:spMk id="2" creationId="{A021C87D-220A-88A5-DA7A-5392465DBD18}"/>
          </ac:spMkLst>
        </pc:spChg>
        <pc:graphicFrameChg chg="add mod modGraphic">
          <ac:chgData name="Steve Coe" userId="c022ba151d941ebf" providerId="LiveId" clId="{CA44BCD1-603D-4FC5-A303-389B531CAC82}" dt="2026-06-01T20:56:21.910" v="6549" actId="14734"/>
          <ac:graphicFrameMkLst>
            <pc:docMk/>
            <pc:sldMk cId="1641846152" sldId="299"/>
            <ac:graphicFrameMk id="8" creationId="{26597C5F-74FB-170D-97BB-77FF4724AD70}"/>
          </ac:graphicFrameMkLst>
        </pc:graphicFrameChg>
      </pc:sldChg>
      <pc:sldChg chg="addSp delSp modSp new mod">
        <pc:chgData name="Steve Coe" userId="c022ba151d941ebf" providerId="LiveId" clId="{CA44BCD1-603D-4FC5-A303-389B531CAC82}" dt="2026-06-01T20:58:47.872" v="6560" actId="242"/>
        <pc:sldMkLst>
          <pc:docMk/>
          <pc:sldMk cId="1704468320" sldId="300"/>
        </pc:sldMkLst>
        <pc:graphicFrameChg chg="add mod modGraphic">
          <ac:chgData name="Steve Coe" userId="c022ba151d941ebf" providerId="LiveId" clId="{CA44BCD1-603D-4FC5-A303-389B531CAC82}" dt="2026-06-01T20:58:47.872" v="6560" actId="242"/>
          <ac:graphicFrameMkLst>
            <pc:docMk/>
            <pc:sldMk cId="1704468320" sldId="300"/>
            <ac:graphicFrameMk id="4" creationId="{99EC71E2-080F-D3AC-79C7-47A2251FEED4}"/>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8DEC8A-61F4-476F-B73B-20F98039B0D8}"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GB"/>
        </a:p>
      </dgm:t>
    </dgm:pt>
    <dgm:pt modelId="{EE974285-40D6-4045-89DC-2AECC191D7CF}">
      <dgm:prSet phldrT="[Text]"/>
      <dgm:spPr>
        <a:solidFill>
          <a:srgbClr val="D6DCDF"/>
        </a:solidFill>
        <a:ln>
          <a:solidFill>
            <a:srgbClr val="D6DCDF"/>
          </a:solidFill>
        </a:ln>
      </dgm:spPr>
      <dgm:t>
        <a:bodyPr/>
        <a:lstStyle/>
        <a:p>
          <a:pPr>
            <a:buNone/>
          </a:pPr>
          <a:r>
            <a:rPr lang="en-GB" b="1" noProof="0" dirty="0">
              <a:solidFill>
                <a:schemeClr val="tx1"/>
              </a:solidFill>
            </a:rPr>
            <a:t>2. Subsystems (L3)</a:t>
          </a:r>
          <a:endParaRPr lang="en-GB" noProof="0" dirty="0">
            <a:solidFill>
              <a:schemeClr val="tx1"/>
            </a:solidFill>
          </a:endParaRPr>
        </a:p>
      </dgm:t>
    </dgm:pt>
    <dgm:pt modelId="{6EE6CD41-7955-4054-94C0-ECEBF4DD041E}" type="parTrans" cxnId="{1520B799-166F-410A-BDD2-30EF3B7C4C30}">
      <dgm:prSet/>
      <dgm:spPr/>
      <dgm:t>
        <a:bodyPr/>
        <a:lstStyle/>
        <a:p>
          <a:endParaRPr lang="en-GB"/>
        </a:p>
      </dgm:t>
    </dgm:pt>
    <dgm:pt modelId="{75BFDB5B-D46A-40A5-A1C0-321226C74871}" type="sibTrans" cxnId="{1520B799-166F-410A-BDD2-30EF3B7C4C30}">
      <dgm:prSet/>
      <dgm:spPr/>
      <dgm:t>
        <a:bodyPr/>
        <a:lstStyle/>
        <a:p>
          <a:endParaRPr lang="en-GB"/>
        </a:p>
      </dgm:t>
    </dgm:pt>
    <dgm:pt modelId="{4A0EDAF9-9FC6-4BE4-A55C-ED3A63AE216F}">
      <dgm:prSet custT="1"/>
      <dgm:spPr>
        <a:solidFill>
          <a:srgbClr val="D6DCDF"/>
        </a:solidFill>
        <a:ln w="19050" cap="flat" cmpd="sng" algn="ctr">
          <a:solidFill>
            <a:srgbClr val="D6DCDF"/>
          </a:solidFill>
          <a:prstDash val="solid"/>
          <a:miter lim="800000"/>
        </a:ln>
        <a:effectLst/>
      </dgm:spPr>
      <dgm:t>
        <a:bodyPr spcFirstLastPara="0" vert="horz" wrap="square" lIns="26670" tIns="17780" rIns="26670" bIns="17780" numCol="1" spcCol="1270" anchor="ctr" anchorCtr="0"/>
        <a:lstStyle/>
        <a:p>
          <a:pPr marL="0" lvl="0" indent="0" algn="ctr" defTabSz="622300">
            <a:lnSpc>
              <a:spcPct val="90000"/>
            </a:lnSpc>
            <a:spcBef>
              <a:spcPct val="0"/>
            </a:spcBef>
            <a:spcAft>
              <a:spcPct val="35000"/>
            </a:spcAft>
            <a:buNone/>
          </a:pPr>
          <a:r>
            <a:rPr lang="en-GB" sz="1400" b="1" kern="1200" noProof="0" dirty="0">
              <a:solidFill>
                <a:prstClr val="black"/>
              </a:solidFill>
              <a:latin typeface="Aptos" panose="02110004020202020204"/>
              <a:ea typeface="+mn-ea"/>
              <a:cs typeface="+mn-cs"/>
            </a:rPr>
            <a:t>Decision Systems</a:t>
          </a:r>
        </a:p>
      </dgm:t>
    </dgm:pt>
    <dgm:pt modelId="{79D4BC98-E303-494A-99E1-0491FDF9C861}" type="parTrans" cxnId="{FC558C8E-5BE8-48B8-8631-6A751D2ACAAB}">
      <dgm:prSet/>
      <dgm:spPr>
        <a:ln>
          <a:solidFill>
            <a:srgbClr val="D6DCDF"/>
          </a:solidFill>
        </a:ln>
      </dgm:spPr>
      <dgm:t>
        <a:bodyPr/>
        <a:lstStyle/>
        <a:p>
          <a:endParaRPr lang="en-GB"/>
        </a:p>
      </dgm:t>
    </dgm:pt>
    <dgm:pt modelId="{CE3F2AB8-A69A-4531-B5C7-5EBA64CB09A2}" type="sibTrans" cxnId="{FC558C8E-5BE8-48B8-8631-6A751D2ACAAB}">
      <dgm:prSet/>
      <dgm:spPr/>
      <dgm:t>
        <a:bodyPr/>
        <a:lstStyle/>
        <a:p>
          <a:endParaRPr lang="en-GB"/>
        </a:p>
      </dgm:t>
    </dgm:pt>
    <dgm:pt modelId="{C7E973AF-7A1C-407B-98CF-09CA0F696BD9}">
      <dgm:prSet/>
      <dgm:spPr>
        <a:ln>
          <a:solidFill>
            <a:srgbClr val="D6DCDF"/>
          </a:solidFill>
        </a:ln>
      </dgm:spPr>
      <dgm:t>
        <a:bodyPr/>
        <a:lstStyle/>
        <a:p>
          <a:pPr>
            <a:buFont typeface="Arial" panose="020B0604020202020204" pitchFamily="34" charset="0"/>
            <a:buChar char="•"/>
          </a:pPr>
          <a:r>
            <a:rPr lang="en-GB" noProof="0" dirty="0"/>
            <a:t>Policy Engine</a:t>
          </a:r>
        </a:p>
      </dgm:t>
    </dgm:pt>
    <dgm:pt modelId="{CC476218-D693-4994-8A95-F3509DB6BA09}" type="parTrans" cxnId="{2FCC307E-F11D-45F0-BD3A-869FF5FD3778}">
      <dgm:prSet/>
      <dgm:spPr>
        <a:ln>
          <a:solidFill>
            <a:srgbClr val="D6DCDF"/>
          </a:solidFill>
        </a:ln>
      </dgm:spPr>
      <dgm:t>
        <a:bodyPr/>
        <a:lstStyle/>
        <a:p>
          <a:endParaRPr lang="en-GB"/>
        </a:p>
      </dgm:t>
    </dgm:pt>
    <dgm:pt modelId="{26AA0826-C5C1-4B51-996B-3509F2B5C76B}" type="sibTrans" cxnId="{2FCC307E-F11D-45F0-BD3A-869FF5FD3778}">
      <dgm:prSet/>
      <dgm:spPr/>
      <dgm:t>
        <a:bodyPr/>
        <a:lstStyle/>
        <a:p>
          <a:endParaRPr lang="en-GB"/>
        </a:p>
      </dgm:t>
    </dgm:pt>
    <dgm:pt modelId="{2AE7BA78-ECE7-4E5A-A126-84B13252F918}">
      <dgm:prSet/>
      <dgm:spPr>
        <a:ln>
          <a:solidFill>
            <a:srgbClr val="D6DCDF"/>
          </a:solidFill>
        </a:ln>
      </dgm:spPr>
      <dgm:t>
        <a:bodyPr/>
        <a:lstStyle/>
        <a:p>
          <a:pPr>
            <a:buFont typeface="Arial" panose="020B0604020202020204" pitchFamily="34" charset="0"/>
            <a:buChar char="•"/>
          </a:pPr>
          <a:r>
            <a:rPr lang="en-GB" noProof="0" dirty="0"/>
            <a:t>Decision Routing Subsystem</a:t>
          </a:r>
        </a:p>
      </dgm:t>
    </dgm:pt>
    <dgm:pt modelId="{1058134A-3EB9-4671-8638-CB728BD231F9}" type="parTrans" cxnId="{D8B72115-17AC-4498-81FD-8D195A2F33C5}">
      <dgm:prSet/>
      <dgm:spPr>
        <a:ln>
          <a:solidFill>
            <a:srgbClr val="D6DCDF"/>
          </a:solidFill>
        </a:ln>
      </dgm:spPr>
      <dgm:t>
        <a:bodyPr/>
        <a:lstStyle/>
        <a:p>
          <a:endParaRPr lang="en-GB"/>
        </a:p>
      </dgm:t>
    </dgm:pt>
    <dgm:pt modelId="{A35667C9-B598-42BD-BA33-D7A7CDF1EA31}" type="sibTrans" cxnId="{D8B72115-17AC-4498-81FD-8D195A2F33C5}">
      <dgm:prSet/>
      <dgm:spPr/>
      <dgm:t>
        <a:bodyPr/>
        <a:lstStyle/>
        <a:p>
          <a:endParaRPr lang="en-GB"/>
        </a:p>
      </dgm:t>
    </dgm:pt>
    <dgm:pt modelId="{07B095DE-D795-4086-A0FB-6151E83B5B3A}">
      <dgm:prSet/>
      <dgm:spPr>
        <a:ln>
          <a:solidFill>
            <a:srgbClr val="D6DCDF"/>
          </a:solidFill>
        </a:ln>
      </dgm:spPr>
      <dgm:t>
        <a:bodyPr/>
        <a:lstStyle/>
        <a:p>
          <a:pPr>
            <a:buFont typeface="Arial" panose="020B0604020202020204" pitchFamily="34" charset="0"/>
            <a:buChar char="•"/>
          </a:pPr>
          <a:r>
            <a:rPr lang="en-GB" noProof="0" dirty="0"/>
            <a:t>Scenario Evaluator</a:t>
          </a:r>
        </a:p>
      </dgm:t>
    </dgm:pt>
    <dgm:pt modelId="{3DBB6347-62B5-4A46-8682-39CE2516E023}" type="parTrans" cxnId="{173D5A8C-7B03-4439-A70F-E213E33DC5D5}">
      <dgm:prSet/>
      <dgm:spPr>
        <a:ln>
          <a:solidFill>
            <a:srgbClr val="D6DCDF"/>
          </a:solidFill>
        </a:ln>
      </dgm:spPr>
      <dgm:t>
        <a:bodyPr/>
        <a:lstStyle/>
        <a:p>
          <a:endParaRPr lang="en-GB"/>
        </a:p>
      </dgm:t>
    </dgm:pt>
    <dgm:pt modelId="{B4E5FB09-435D-4F96-A0D7-CA20DE2C601B}" type="sibTrans" cxnId="{173D5A8C-7B03-4439-A70F-E213E33DC5D5}">
      <dgm:prSet/>
      <dgm:spPr/>
      <dgm:t>
        <a:bodyPr/>
        <a:lstStyle/>
        <a:p>
          <a:endParaRPr lang="en-GB"/>
        </a:p>
      </dgm:t>
    </dgm:pt>
    <dgm:pt modelId="{F6AFC9A1-A741-4981-BDAE-C6D31BE3A6E7}">
      <dgm:prSet/>
      <dgm:spPr>
        <a:ln>
          <a:solidFill>
            <a:srgbClr val="D6DCDF"/>
          </a:solidFill>
        </a:ln>
      </dgm:spPr>
      <dgm:t>
        <a:bodyPr/>
        <a:lstStyle/>
        <a:p>
          <a:pPr>
            <a:buFont typeface="Arial" panose="020B0604020202020204" pitchFamily="34" charset="0"/>
            <a:buChar char="•"/>
          </a:pPr>
          <a:r>
            <a:rPr lang="en-GB" noProof="0" dirty="0"/>
            <a:t>Preference Aggregator</a:t>
          </a:r>
        </a:p>
      </dgm:t>
    </dgm:pt>
    <dgm:pt modelId="{B02605BB-09E4-4A90-9238-29922CD1C639}" type="parTrans" cxnId="{7973D8C6-1DD1-4550-A7BE-F8A8C30653E8}">
      <dgm:prSet/>
      <dgm:spPr>
        <a:ln>
          <a:solidFill>
            <a:srgbClr val="D6DCDF"/>
          </a:solidFill>
        </a:ln>
      </dgm:spPr>
      <dgm:t>
        <a:bodyPr/>
        <a:lstStyle/>
        <a:p>
          <a:endParaRPr lang="en-GB"/>
        </a:p>
      </dgm:t>
    </dgm:pt>
    <dgm:pt modelId="{266C17BA-4E3C-4749-B403-59AAC6D50432}" type="sibTrans" cxnId="{7973D8C6-1DD1-4550-A7BE-F8A8C30653E8}">
      <dgm:prSet/>
      <dgm:spPr/>
      <dgm:t>
        <a:bodyPr/>
        <a:lstStyle/>
        <a:p>
          <a:endParaRPr lang="en-GB"/>
        </a:p>
      </dgm:t>
    </dgm:pt>
    <dgm:pt modelId="{1E1D9DDE-1B9C-4572-827F-5879A5195FA3}">
      <dgm:prSet/>
      <dgm:spPr>
        <a:ln>
          <a:solidFill>
            <a:srgbClr val="D6DCDF"/>
          </a:solidFill>
        </a:ln>
      </dgm:spPr>
      <dgm:t>
        <a:bodyPr/>
        <a:lstStyle/>
        <a:p>
          <a:pPr>
            <a:buFont typeface="Arial" panose="020B0604020202020204" pitchFamily="34" charset="0"/>
            <a:buChar char="•"/>
          </a:pPr>
          <a:r>
            <a:rPr lang="en-GB" noProof="0" dirty="0"/>
            <a:t>Decision Quality Monitor</a:t>
          </a:r>
        </a:p>
      </dgm:t>
    </dgm:pt>
    <dgm:pt modelId="{204ACADC-33E3-4C96-9B31-836D897639F8}" type="parTrans" cxnId="{9461BA0B-67A4-49C5-A2A1-37ECA75CDB80}">
      <dgm:prSet/>
      <dgm:spPr>
        <a:ln>
          <a:solidFill>
            <a:srgbClr val="D6DCDF"/>
          </a:solidFill>
        </a:ln>
      </dgm:spPr>
      <dgm:t>
        <a:bodyPr/>
        <a:lstStyle/>
        <a:p>
          <a:endParaRPr lang="en-GB"/>
        </a:p>
      </dgm:t>
    </dgm:pt>
    <dgm:pt modelId="{A10318D6-5525-48C6-AB8C-5226E47B1A4C}" type="sibTrans" cxnId="{9461BA0B-67A4-49C5-A2A1-37ECA75CDB80}">
      <dgm:prSet/>
      <dgm:spPr/>
      <dgm:t>
        <a:bodyPr/>
        <a:lstStyle/>
        <a:p>
          <a:endParaRPr lang="en-GB"/>
        </a:p>
      </dgm:t>
    </dgm:pt>
    <dgm:pt modelId="{C5EFA5F7-A9E7-42BD-B7EE-205C6D5DCFEA}">
      <dgm:prSet/>
      <dgm:spPr>
        <a:ln>
          <a:solidFill>
            <a:srgbClr val="D6DCDF"/>
          </a:solidFill>
        </a:ln>
      </dgm:spPr>
      <dgm:t>
        <a:bodyPr/>
        <a:lstStyle/>
        <a:p>
          <a:pPr>
            <a:buFont typeface="Arial" panose="020B0604020202020204" pitchFamily="34" charset="0"/>
            <a:buChar char="•"/>
          </a:pPr>
          <a:r>
            <a:rPr lang="en-GB" noProof="0" dirty="0"/>
            <a:t>Mandate Resolution Engine</a:t>
          </a:r>
        </a:p>
      </dgm:t>
    </dgm:pt>
    <dgm:pt modelId="{9C953949-5835-470A-BD6D-2AC12AF4446D}" type="parTrans" cxnId="{87D65317-5EA2-4D32-9291-9104F4B21C41}">
      <dgm:prSet/>
      <dgm:spPr>
        <a:ln>
          <a:solidFill>
            <a:srgbClr val="D6DCDF"/>
          </a:solidFill>
        </a:ln>
      </dgm:spPr>
      <dgm:t>
        <a:bodyPr/>
        <a:lstStyle/>
        <a:p>
          <a:endParaRPr lang="en-GB"/>
        </a:p>
      </dgm:t>
    </dgm:pt>
    <dgm:pt modelId="{50253626-6778-4067-9B5F-351D120F4F94}" type="sibTrans" cxnId="{87D65317-5EA2-4D32-9291-9104F4B21C41}">
      <dgm:prSet/>
      <dgm:spPr/>
      <dgm:t>
        <a:bodyPr/>
        <a:lstStyle/>
        <a:p>
          <a:endParaRPr lang="en-GB"/>
        </a:p>
      </dgm:t>
    </dgm:pt>
    <dgm:pt modelId="{A1126A5C-5AC4-41C8-BE1D-FB74D4E12990}">
      <dgm:prSet/>
      <dgm:spPr>
        <a:solidFill>
          <a:srgbClr val="D6DCDF"/>
        </a:solidFill>
        <a:ln>
          <a:solidFill>
            <a:srgbClr val="D6DCDF"/>
          </a:solidFill>
        </a:ln>
      </dgm:spPr>
      <dgm:t>
        <a:bodyPr/>
        <a:lstStyle/>
        <a:p>
          <a:pPr>
            <a:buNone/>
          </a:pPr>
          <a:r>
            <a:rPr lang="en-GB" b="1" noProof="0" dirty="0">
              <a:solidFill>
                <a:schemeClr val="tx1"/>
              </a:solidFill>
            </a:rPr>
            <a:t>Institutional Architecture</a:t>
          </a:r>
        </a:p>
      </dgm:t>
    </dgm:pt>
    <dgm:pt modelId="{2495957B-4F23-4B7E-90F0-DF55D5CEC560}" type="parTrans" cxnId="{ECF502F7-0D1D-4014-B3DB-AAE3C7A24FD5}">
      <dgm:prSet/>
      <dgm:spPr/>
      <dgm:t>
        <a:bodyPr/>
        <a:lstStyle/>
        <a:p>
          <a:endParaRPr lang="en-GB"/>
        </a:p>
      </dgm:t>
    </dgm:pt>
    <dgm:pt modelId="{36F7BC29-22AB-4911-B5F1-A7F3DB3FC791}" type="sibTrans" cxnId="{ECF502F7-0D1D-4014-B3DB-AAE3C7A24FD5}">
      <dgm:prSet/>
      <dgm:spPr/>
      <dgm:t>
        <a:bodyPr/>
        <a:lstStyle/>
        <a:p>
          <a:endParaRPr lang="en-GB"/>
        </a:p>
      </dgm:t>
    </dgm:pt>
    <dgm:pt modelId="{796A1408-6707-487A-8809-A093EDF9E854}">
      <dgm:prSet/>
      <dgm:spPr>
        <a:ln>
          <a:solidFill>
            <a:srgbClr val="D6DCDF"/>
          </a:solidFill>
        </a:ln>
      </dgm:spPr>
      <dgm:t>
        <a:bodyPr/>
        <a:lstStyle/>
        <a:p>
          <a:pPr>
            <a:buFont typeface="Arial" panose="020B0604020202020204" pitchFamily="34" charset="0"/>
            <a:buChar char="•"/>
          </a:pPr>
          <a:r>
            <a:rPr lang="en-GB" noProof="0" dirty="0"/>
            <a:t>Minimum Viable Governance System (MVGS)</a:t>
          </a:r>
        </a:p>
      </dgm:t>
    </dgm:pt>
    <dgm:pt modelId="{57B9D4BC-BF3B-4977-9D55-79904B497CD1}" type="parTrans" cxnId="{05AAFA30-B319-4CE1-8569-61E86776752C}">
      <dgm:prSet/>
      <dgm:spPr>
        <a:ln>
          <a:solidFill>
            <a:srgbClr val="D6DCDF"/>
          </a:solidFill>
        </a:ln>
      </dgm:spPr>
      <dgm:t>
        <a:bodyPr/>
        <a:lstStyle/>
        <a:p>
          <a:endParaRPr lang="en-GB"/>
        </a:p>
      </dgm:t>
    </dgm:pt>
    <dgm:pt modelId="{424BF4F2-2C7D-4D2A-8875-35E28AFBDE1E}" type="sibTrans" cxnId="{05AAFA30-B319-4CE1-8569-61E86776752C}">
      <dgm:prSet/>
      <dgm:spPr/>
      <dgm:t>
        <a:bodyPr/>
        <a:lstStyle/>
        <a:p>
          <a:endParaRPr lang="en-GB"/>
        </a:p>
      </dgm:t>
    </dgm:pt>
    <dgm:pt modelId="{79A7E663-AD9E-4CE5-8003-BFDCE62A4131}">
      <dgm:prSet/>
      <dgm:spPr>
        <a:ln>
          <a:solidFill>
            <a:srgbClr val="D6DCDF"/>
          </a:solidFill>
        </a:ln>
      </dgm:spPr>
      <dgm:t>
        <a:bodyPr/>
        <a:lstStyle/>
        <a:p>
          <a:pPr>
            <a:buFont typeface="Arial" panose="020B0604020202020204" pitchFamily="34" charset="0"/>
            <a:buChar char="•"/>
          </a:pPr>
          <a:r>
            <a:rPr lang="en-GB" noProof="0" dirty="0"/>
            <a:t>Institutional Registry</a:t>
          </a:r>
        </a:p>
      </dgm:t>
    </dgm:pt>
    <dgm:pt modelId="{D389D5C2-A549-47DE-873B-2CC3924573E6}" type="parTrans" cxnId="{57E30082-BBE3-4C1B-9B1E-7BF071BFE076}">
      <dgm:prSet/>
      <dgm:spPr>
        <a:ln>
          <a:solidFill>
            <a:srgbClr val="D6DCDF"/>
          </a:solidFill>
        </a:ln>
      </dgm:spPr>
      <dgm:t>
        <a:bodyPr/>
        <a:lstStyle/>
        <a:p>
          <a:endParaRPr lang="en-GB"/>
        </a:p>
      </dgm:t>
    </dgm:pt>
    <dgm:pt modelId="{C6ED91C0-08EE-4302-B720-B340F30C9A3C}" type="sibTrans" cxnId="{57E30082-BBE3-4C1B-9B1E-7BF071BFE076}">
      <dgm:prSet/>
      <dgm:spPr/>
      <dgm:t>
        <a:bodyPr/>
        <a:lstStyle/>
        <a:p>
          <a:endParaRPr lang="en-GB"/>
        </a:p>
      </dgm:t>
    </dgm:pt>
    <dgm:pt modelId="{F6288CF9-A85C-4558-AAF6-AE1CE48C6EBA}">
      <dgm:prSet/>
      <dgm:spPr>
        <a:ln>
          <a:solidFill>
            <a:srgbClr val="D6DCDF"/>
          </a:solidFill>
        </a:ln>
      </dgm:spPr>
      <dgm:t>
        <a:bodyPr/>
        <a:lstStyle/>
        <a:p>
          <a:pPr>
            <a:buFont typeface="Arial" panose="020B0604020202020204" pitchFamily="34" charset="0"/>
            <a:buChar char="•"/>
          </a:pPr>
          <a:r>
            <a:rPr lang="en-GB" noProof="0" dirty="0"/>
            <a:t>Legal Framework Subsystem</a:t>
          </a:r>
        </a:p>
      </dgm:t>
    </dgm:pt>
    <dgm:pt modelId="{4B79F561-AE07-4A50-B3D7-5BAB52ACFD06}" type="parTrans" cxnId="{B417FD76-F7AB-408B-BC83-0BE47050C90F}">
      <dgm:prSet/>
      <dgm:spPr>
        <a:ln>
          <a:solidFill>
            <a:srgbClr val="D6DCDF"/>
          </a:solidFill>
        </a:ln>
      </dgm:spPr>
      <dgm:t>
        <a:bodyPr/>
        <a:lstStyle/>
        <a:p>
          <a:endParaRPr lang="en-GB"/>
        </a:p>
      </dgm:t>
    </dgm:pt>
    <dgm:pt modelId="{1EBFAFDA-CE3A-4C37-82DC-2AEE0FF73EC9}" type="sibTrans" cxnId="{B417FD76-F7AB-408B-BC83-0BE47050C90F}">
      <dgm:prSet/>
      <dgm:spPr/>
      <dgm:t>
        <a:bodyPr/>
        <a:lstStyle/>
        <a:p>
          <a:endParaRPr lang="en-GB"/>
        </a:p>
      </dgm:t>
    </dgm:pt>
    <dgm:pt modelId="{7279BDE6-45EA-4731-8C7D-BD8F5239D397}">
      <dgm:prSet/>
      <dgm:spPr>
        <a:ln>
          <a:solidFill>
            <a:srgbClr val="D6DCDF"/>
          </a:solidFill>
        </a:ln>
      </dgm:spPr>
      <dgm:t>
        <a:bodyPr/>
        <a:lstStyle/>
        <a:p>
          <a:pPr>
            <a:buFont typeface="Arial" panose="020B0604020202020204" pitchFamily="34" charset="0"/>
            <a:buChar char="•"/>
          </a:pPr>
          <a:r>
            <a:rPr lang="en-GB" noProof="0" dirty="0"/>
            <a:t>Mandate Engine</a:t>
          </a:r>
        </a:p>
      </dgm:t>
    </dgm:pt>
    <dgm:pt modelId="{1C30BF0D-EFFE-4A9A-BB3D-076900753B49}" type="parTrans" cxnId="{B2AC2A5D-3D3D-4A11-B570-1158E0556BA1}">
      <dgm:prSet/>
      <dgm:spPr>
        <a:ln>
          <a:solidFill>
            <a:srgbClr val="D6DCDF"/>
          </a:solidFill>
        </a:ln>
      </dgm:spPr>
      <dgm:t>
        <a:bodyPr/>
        <a:lstStyle/>
        <a:p>
          <a:endParaRPr lang="en-GB"/>
        </a:p>
      </dgm:t>
    </dgm:pt>
    <dgm:pt modelId="{F020D8CB-A414-47D1-B775-07878448D403}" type="sibTrans" cxnId="{B2AC2A5D-3D3D-4A11-B570-1158E0556BA1}">
      <dgm:prSet/>
      <dgm:spPr/>
      <dgm:t>
        <a:bodyPr/>
        <a:lstStyle/>
        <a:p>
          <a:endParaRPr lang="en-GB"/>
        </a:p>
      </dgm:t>
    </dgm:pt>
    <dgm:pt modelId="{3EF89880-504C-4068-AD60-543A8049483C}">
      <dgm:prSet/>
      <dgm:spPr>
        <a:ln>
          <a:solidFill>
            <a:srgbClr val="D6DCDF"/>
          </a:solidFill>
        </a:ln>
      </dgm:spPr>
      <dgm:t>
        <a:bodyPr/>
        <a:lstStyle/>
        <a:p>
          <a:pPr>
            <a:buFont typeface="Arial" panose="020B0604020202020204" pitchFamily="34" charset="0"/>
            <a:buChar char="•"/>
          </a:pPr>
          <a:r>
            <a:rPr lang="en-GB" noProof="0" dirty="0"/>
            <a:t>Compliance Monitor</a:t>
          </a:r>
        </a:p>
      </dgm:t>
    </dgm:pt>
    <dgm:pt modelId="{BB6D0D9A-2427-4C37-BFCE-53CEA5B44E27}" type="parTrans" cxnId="{418FAE0C-6A08-4A72-A971-19BDEF4A3C5D}">
      <dgm:prSet/>
      <dgm:spPr>
        <a:ln>
          <a:solidFill>
            <a:srgbClr val="D6DCDF"/>
          </a:solidFill>
        </a:ln>
      </dgm:spPr>
      <dgm:t>
        <a:bodyPr/>
        <a:lstStyle/>
        <a:p>
          <a:endParaRPr lang="en-GB"/>
        </a:p>
      </dgm:t>
    </dgm:pt>
    <dgm:pt modelId="{EA5DD7AA-96D3-40A3-B522-254A9B7F1874}" type="sibTrans" cxnId="{418FAE0C-6A08-4A72-A971-19BDEF4A3C5D}">
      <dgm:prSet/>
      <dgm:spPr/>
      <dgm:t>
        <a:bodyPr/>
        <a:lstStyle/>
        <a:p>
          <a:endParaRPr lang="en-GB"/>
        </a:p>
      </dgm:t>
    </dgm:pt>
    <dgm:pt modelId="{EBFDBA58-97C0-4C19-8FBA-27E81992190E}">
      <dgm:prSet/>
      <dgm:spPr>
        <a:ln>
          <a:solidFill>
            <a:srgbClr val="D6DCDF"/>
          </a:solidFill>
        </a:ln>
      </dgm:spPr>
      <dgm:t>
        <a:bodyPr/>
        <a:lstStyle/>
        <a:p>
          <a:pPr>
            <a:buFont typeface="Arial" panose="020B0604020202020204" pitchFamily="34" charset="0"/>
            <a:buChar char="•"/>
          </a:pPr>
          <a:r>
            <a:rPr lang="en-GB" noProof="0" dirty="0"/>
            <a:t>Authority Boundary Mapper</a:t>
          </a:r>
        </a:p>
      </dgm:t>
    </dgm:pt>
    <dgm:pt modelId="{2D1D0002-136F-4D04-9768-6C3714F010D5}" type="parTrans" cxnId="{EE0C7C25-FC30-48DE-831E-1497CEADAEB4}">
      <dgm:prSet/>
      <dgm:spPr>
        <a:ln>
          <a:solidFill>
            <a:srgbClr val="D6DCDF"/>
          </a:solidFill>
        </a:ln>
      </dgm:spPr>
      <dgm:t>
        <a:bodyPr/>
        <a:lstStyle/>
        <a:p>
          <a:endParaRPr lang="en-GB"/>
        </a:p>
      </dgm:t>
    </dgm:pt>
    <dgm:pt modelId="{E1ACDA4B-6F6B-47B0-ADC9-7BB63A6E81FE}" type="sibTrans" cxnId="{EE0C7C25-FC30-48DE-831E-1497CEADAEB4}">
      <dgm:prSet/>
      <dgm:spPr/>
      <dgm:t>
        <a:bodyPr/>
        <a:lstStyle/>
        <a:p>
          <a:endParaRPr lang="en-GB"/>
        </a:p>
      </dgm:t>
    </dgm:pt>
    <dgm:pt modelId="{A3A5695C-1150-4C55-A12C-551F3A6B62E0}">
      <dgm:prSet/>
      <dgm:spPr>
        <a:solidFill>
          <a:srgbClr val="D6DCDF"/>
        </a:solidFill>
        <a:ln>
          <a:solidFill>
            <a:srgbClr val="D6DCDF"/>
          </a:solidFill>
        </a:ln>
      </dgm:spPr>
      <dgm:t>
        <a:bodyPr/>
        <a:lstStyle/>
        <a:p>
          <a:pPr>
            <a:buNone/>
          </a:pPr>
          <a:r>
            <a:rPr lang="en-GB" b="1" noProof="0" dirty="0">
              <a:solidFill>
                <a:schemeClr val="tx1"/>
              </a:solidFill>
            </a:rPr>
            <a:t>Accountability &amp; Oversight</a:t>
          </a:r>
        </a:p>
      </dgm:t>
    </dgm:pt>
    <dgm:pt modelId="{E38B7A7C-4468-4D16-9EB9-B88DEEC8C833}" type="parTrans" cxnId="{64EF0D32-28BB-497E-8B05-55422E025BC2}">
      <dgm:prSet/>
      <dgm:spPr/>
      <dgm:t>
        <a:bodyPr/>
        <a:lstStyle/>
        <a:p>
          <a:endParaRPr lang="en-GB"/>
        </a:p>
      </dgm:t>
    </dgm:pt>
    <dgm:pt modelId="{CD0CE7D6-4BD4-44ED-9F73-C41D90707390}" type="sibTrans" cxnId="{64EF0D32-28BB-497E-8B05-55422E025BC2}">
      <dgm:prSet/>
      <dgm:spPr/>
      <dgm:t>
        <a:bodyPr/>
        <a:lstStyle/>
        <a:p>
          <a:endParaRPr lang="en-GB"/>
        </a:p>
      </dgm:t>
    </dgm:pt>
    <dgm:pt modelId="{2AABE0D5-F415-44B4-BF16-46428CEA20F7}">
      <dgm:prSet/>
      <dgm:spPr>
        <a:ln>
          <a:solidFill>
            <a:srgbClr val="D6DCDF"/>
          </a:solidFill>
        </a:ln>
      </dgm:spPr>
      <dgm:t>
        <a:bodyPr/>
        <a:lstStyle/>
        <a:p>
          <a:pPr>
            <a:buFont typeface="Arial" panose="020B0604020202020204" pitchFamily="34" charset="0"/>
            <a:buChar char="•"/>
          </a:pPr>
          <a:r>
            <a:rPr lang="en-GB" noProof="0" dirty="0"/>
            <a:t>Transparency Ledger</a:t>
          </a:r>
        </a:p>
      </dgm:t>
    </dgm:pt>
    <dgm:pt modelId="{C9E835E2-A1D1-4FCD-AECB-254F10DC65F7}" type="parTrans" cxnId="{CA029636-C72C-4BAC-A535-56F91EC51A9F}">
      <dgm:prSet/>
      <dgm:spPr>
        <a:ln>
          <a:solidFill>
            <a:srgbClr val="D6DCDF"/>
          </a:solidFill>
        </a:ln>
      </dgm:spPr>
      <dgm:t>
        <a:bodyPr/>
        <a:lstStyle/>
        <a:p>
          <a:endParaRPr lang="en-GB"/>
        </a:p>
      </dgm:t>
    </dgm:pt>
    <dgm:pt modelId="{7522304B-4FD2-43BA-832B-CDC46B7C7B84}" type="sibTrans" cxnId="{CA029636-C72C-4BAC-A535-56F91EC51A9F}">
      <dgm:prSet/>
      <dgm:spPr/>
      <dgm:t>
        <a:bodyPr/>
        <a:lstStyle/>
        <a:p>
          <a:endParaRPr lang="en-GB"/>
        </a:p>
      </dgm:t>
    </dgm:pt>
    <dgm:pt modelId="{C4C2BE1A-2066-43BF-B866-62574F2309DA}">
      <dgm:prSet/>
      <dgm:spPr>
        <a:ln>
          <a:solidFill>
            <a:srgbClr val="D6DCDF"/>
          </a:solidFill>
        </a:ln>
      </dgm:spPr>
      <dgm:t>
        <a:bodyPr/>
        <a:lstStyle/>
        <a:p>
          <a:pPr>
            <a:buFont typeface="Arial" panose="020B0604020202020204" pitchFamily="34" charset="0"/>
            <a:buChar char="•"/>
          </a:pPr>
          <a:r>
            <a:rPr lang="en-GB" noProof="0" dirty="0"/>
            <a:t>Audit Subsystem</a:t>
          </a:r>
        </a:p>
      </dgm:t>
    </dgm:pt>
    <dgm:pt modelId="{F37450E8-16CB-4324-972D-904F49A370BD}" type="parTrans" cxnId="{F76F0530-1C16-43E0-A6CE-058F6E3F66BF}">
      <dgm:prSet/>
      <dgm:spPr>
        <a:ln>
          <a:solidFill>
            <a:srgbClr val="D6DCDF"/>
          </a:solidFill>
        </a:ln>
      </dgm:spPr>
      <dgm:t>
        <a:bodyPr/>
        <a:lstStyle/>
        <a:p>
          <a:endParaRPr lang="en-GB"/>
        </a:p>
      </dgm:t>
    </dgm:pt>
    <dgm:pt modelId="{389AE3A0-E65B-4DBA-AA0A-BC5D400F6E2E}" type="sibTrans" cxnId="{F76F0530-1C16-43E0-A6CE-058F6E3F66BF}">
      <dgm:prSet/>
      <dgm:spPr/>
      <dgm:t>
        <a:bodyPr/>
        <a:lstStyle/>
        <a:p>
          <a:endParaRPr lang="en-GB"/>
        </a:p>
      </dgm:t>
    </dgm:pt>
    <dgm:pt modelId="{85C196E1-1273-4021-8921-9F10AC27DE73}">
      <dgm:prSet/>
      <dgm:spPr>
        <a:ln>
          <a:solidFill>
            <a:srgbClr val="D6DCDF"/>
          </a:solidFill>
        </a:ln>
      </dgm:spPr>
      <dgm:t>
        <a:bodyPr/>
        <a:lstStyle/>
        <a:p>
          <a:pPr>
            <a:buFont typeface="Arial" panose="020B0604020202020204" pitchFamily="34" charset="0"/>
            <a:buChar char="•"/>
          </a:pPr>
          <a:r>
            <a:rPr lang="en-GB" noProof="0" dirty="0"/>
            <a:t>Integrity Monitor</a:t>
          </a:r>
        </a:p>
      </dgm:t>
    </dgm:pt>
    <dgm:pt modelId="{B40ACAC8-F119-487D-A736-D04F70FF3443}" type="parTrans" cxnId="{C10A90B4-8ACE-4C2E-896A-35CDB6EF176A}">
      <dgm:prSet/>
      <dgm:spPr>
        <a:ln>
          <a:solidFill>
            <a:srgbClr val="D6DCDF"/>
          </a:solidFill>
        </a:ln>
      </dgm:spPr>
      <dgm:t>
        <a:bodyPr/>
        <a:lstStyle/>
        <a:p>
          <a:endParaRPr lang="en-GB"/>
        </a:p>
      </dgm:t>
    </dgm:pt>
    <dgm:pt modelId="{05FFE259-3C47-48C5-BA86-4F507107DE3D}" type="sibTrans" cxnId="{C10A90B4-8ACE-4C2E-896A-35CDB6EF176A}">
      <dgm:prSet/>
      <dgm:spPr/>
      <dgm:t>
        <a:bodyPr/>
        <a:lstStyle/>
        <a:p>
          <a:endParaRPr lang="en-GB"/>
        </a:p>
      </dgm:t>
    </dgm:pt>
    <dgm:pt modelId="{431C65F8-3D22-4C9C-BA61-216056A3AC58}">
      <dgm:prSet/>
      <dgm:spPr>
        <a:ln>
          <a:solidFill>
            <a:srgbClr val="D6DCDF"/>
          </a:solidFill>
        </a:ln>
      </dgm:spPr>
      <dgm:t>
        <a:bodyPr/>
        <a:lstStyle/>
        <a:p>
          <a:pPr>
            <a:buFont typeface="Arial" panose="020B0604020202020204" pitchFamily="34" charset="0"/>
            <a:buChar char="•"/>
          </a:pPr>
          <a:r>
            <a:rPr lang="en-GB" noProof="0" dirty="0"/>
            <a:t>Oversight Dashboard</a:t>
          </a:r>
        </a:p>
      </dgm:t>
    </dgm:pt>
    <dgm:pt modelId="{0D98D7C5-31A7-469F-88E3-00C439236CA4}" type="parTrans" cxnId="{F1754CE8-3C9E-43C1-95D4-E3B44439018E}">
      <dgm:prSet/>
      <dgm:spPr>
        <a:ln>
          <a:solidFill>
            <a:srgbClr val="D6DCDF"/>
          </a:solidFill>
        </a:ln>
      </dgm:spPr>
      <dgm:t>
        <a:bodyPr/>
        <a:lstStyle/>
        <a:p>
          <a:endParaRPr lang="en-GB"/>
        </a:p>
      </dgm:t>
    </dgm:pt>
    <dgm:pt modelId="{1EEFED04-0684-421E-B639-8B75D2580499}" type="sibTrans" cxnId="{F1754CE8-3C9E-43C1-95D4-E3B44439018E}">
      <dgm:prSet/>
      <dgm:spPr/>
      <dgm:t>
        <a:bodyPr/>
        <a:lstStyle/>
        <a:p>
          <a:endParaRPr lang="en-GB"/>
        </a:p>
      </dgm:t>
    </dgm:pt>
    <dgm:pt modelId="{DEE0E9DB-C841-4749-AD60-27432254D8BA}">
      <dgm:prSet/>
      <dgm:spPr>
        <a:ln>
          <a:solidFill>
            <a:srgbClr val="D6DCDF"/>
          </a:solidFill>
        </a:ln>
      </dgm:spPr>
      <dgm:t>
        <a:bodyPr/>
        <a:lstStyle/>
        <a:p>
          <a:pPr>
            <a:buFont typeface="Arial" panose="020B0604020202020204" pitchFamily="34" charset="0"/>
            <a:buChar char="•"/>
          </a:pPr>
          <a:r>
            <a:rPr lang="en-GB" noProof="0" dirty="0"/>
            <a:t>Governance Risk Indicator</a:t>
          </a:r>
        </a:p>
      </dgm:t>
    </dgm:pt>
    <dgm:pt modelId="{EB2B7A45-8BC7-48E2-BA0B-CA88F4A8920E}" type="parTrans" cxnId="{C5E3A4D7-269C-46E2-875F-777C2EFE5F34}">
      <dgm:prSet/>
      <dgm:spPr>
        <a:ln>
          <a:solidFill>
            <a:srgbClr val="D6DCDF"/>
          </a:solidFill>
        </a:ln>
      </dgm:spPr>
      <dgm:t>
        <a:bodyPr/>
        <a:lstStyle/>
        <a:p>
          <a:endParaRPr lang="en-GB"/>
        </a:p>
      </dgm:t>
    </dgm:pt>
    <dgm:pt modelId="{56DBF8CA-C73E-45E3-B555-20E31B3619B7}" type="sibTrans" cxnId="{C5E3A4D7-269C-46E2-875F-777C2EFE5F34}">
      <dgm:prSet/>
      <dgm:spPr/>
      <dgm:t>
        <a:bodyPr/>
        <a:lstStyle/>
        <a:p>
          <a:endParaRPr lang="en-GB"/>
        </a:p>
      </dgm:t>
    </dgm:pt>
    <dgm:pt modelId="{2ACBC9A0-9F47-4DC0-9532-280854275CC7}">
      <dgm:prSet/>
      <dgm:spPr>
        <a:ln>
          <a:solidFill>
            <a:srgbClr val="D6DCDF"/>
          </a:solidFill>
        </a:ln>
      </dgm:spPr>
      <dgm:t>
        <a:bodyPr/>
        <a:lstStyle/>
        <a:p>
          <a:pPr>
            <a:buFont typeface="Arial" panose="020B0604020202020204" pitchFamily="34" charset="0"/>
            <a:buChar char="•"/>
          </a:pPr>
          <a:r>
            <a:rPr lang="en-GB" noProof="0" dirty="0"/>
            <a:t>Breach Detection Subsystem</a:t>
          </a:r>
        </a:p>
      </dgm:t>
    </dgm:pt>
    <dgm:pt modelId="{AF31A272-11D0-4E76-8BA9-C9974C142A00}" type="parTrans" cxnId="{DAC20F61-A3CB-4CD2-B6A2-CBB02A17C446}">
      <dgm:prSet/>
      <dgm:spPr>
        <a:ln>
          <a:solidFill>
            <a:srgbClr val="D6DCDF"/>
          </a:solidFill>
        </a:ln>
      </dgm:spPr>
      <dgm:t>
        <a:bodyPr/>
        <a:lstStyle/>
        <a:p>
          <a:endParaRPr lang="en-GB"/>
        </a:p>
      </dgm:t>
    </dgm:pt>
    <dgm:pt modelId="{74F4257C-9D44-45C7-8A88-4FCF8F5B6DBA}" type="sibTrans" cxnId="{DAC20F61-A3CB-4CD2-B6A2-CBB02A17C446}">
      <dgm:prSet/>
      <dgm:spPr/>
      <dgm:t>
        <a:bodyPr/>
        <a:lstStyle/>
        <a:p>
          <a:endParaRPr lang="en-GB"/>
        </a:p>
      </dgm:t>
    </dgm:pt>
    <dgm:pt modelId="{52252B78-7F7B-47D2-A5B0-56A2B50B3F7C}">
      <dgm:prSet/>
      <dgm:spPr>
        <a:solidFill>
          <a:srgbClr val="D6DCDF"/>
        </a:solidFill>
        <a:ln>
          <a:solidFill>
            <a:srgbClr val="D6DCDF"/>
          </a:solidFill>
        </a:ln>
      </dgm:spPr>
      <dgm:t>
        <a:bodyPr/>
        <a:lstStyle/>
        <a:p>
          <a:pPr>
            <a:buNone/>
          </a:pPr>
          <a:r>
            <a:rPr lang="en-GB" b="1" noProof="0" dirty="0">
              <a:solidFill>
                <a:schemeClr val="tx1"/>
              </a:solidFill>
            </a:rPr>
            <a:t>Civic Participation &amp; Consent</a:t>
          </a:r>
        </a:p>
      </dgm:t>
    </dgm:pt>
    <dgm:pt modelId="{1677BAF4-063A-4B99-9F0C-F2DD5BA97452}" type="parTrans" cxnId="{7A8B1C2F-CF1B-4E11-824F-DDDBD6B5B0B0}">
      <dgm:prSet/>
      <dgm:spPr/>
      <dgm:t>
        <a:bodyPr/>
        <a:lstStyle/>
        <a:p>
          <a:endParaRPr lang="en-GB"/>
        </a:p>
      </dgm:t>
    </dgm:pt>
    <dgm:pt modelId="{0A5A967A-F219-4232-8837-B79ED1B0DF1E}" type="sibTrans" cxnId="{7A8B1C2F-CF1B-4E11-824F-DDDBD6B5B0B0}">
      <dgm:prSet/>
      <dgm:spPr/>
      <dgm:t>
        <a:bodyPr/>
        <a:lstStyle/>
        <a:p>
          <a:endParaRPr lang="en-GB"/>
        </a:p>
      </dgm:t>
    </dgm:pt>
    <dgm:pt modelId="{6A122AFD-6951-48C5-BD2B-1276648EA8EF}">
      <dgm:prSet/>
      <dgm:spPr>
        <a:ln>
          <a:solidFill>
            <a:srgbClr val="D6DCDF"/>
          </a:solidFill>
        </a:ln>
      </dgm:spPr>
      <dgm:t>
        <a:bodyPr/>
        <a:lstStyle/>
        <a:p>
          <a:pPr>
            <a:buFont typeface="Arial" panose="020B0604020202020204" pitchFamily="34" charset="0"/>
            <a:buChar char="•"/>
          </a:pPr>
          <a:r>
            <a:rPr lang="en-GB" noProof="0" dirty="0"/>
            <a:t>Civic Input Router</a:t>
          </a:r>
        </a:p>
      </dgm:t>
    </dgm:pt>
    <dgm:pt modelId="{545648CD-3242-4C72-90BD-4C4D8C8ADDDE}" type="parTrans" cxnId="{23813371-F1EC-4F72-8BB4-2365CFCEE19C}">
      <dgm:prSet/>
      <dgm:spPr>
        <a:ln>
          <a:solidFill>
            <a:srgbClr val="D6DCDF"/>
          </a:solidFill>
        </a:ln>
      </dgm:spPr>
      <dgm:t>
        <a:bodyPr/>
        <a:lstStyle/>
        <a:p>
          <a:endParaRPr lang="en-GB"/>
        </a:p>
      </dgm:t>
    </dgm:pt>
    <dgm:pt modelId="{F6DE2A58-4125-4207-AA4A-67D3EABCAB35}" type="sibTrans" cxnId="{23813371-F1EC-4F72-8BB4-2365CFCEE19C}">
      <dgm:prSet/>
      <dgm:spPr/>
      <dgm:t>
        <a:bodyPr/>
        <a:lstStyle/>
        <a:p>
          <a:endParaRPr lang="en-GB"/>
        </a:p>
      </dgm:t>
    </dgm:pt>
    <dgm:pt modelId="{FAB74BD8-F07B-4005-ABC4-05113C6671A3}">
      <dgm:prSet/>
      <dgm:spPr>
        <a:ln>
          <a:solidFill>
            <a:srgbClr val="D6DCDF"/>
          </a:solidFill>
        </a:ln>
      </dgm:spPr>
      <dgm:t>
        <a:bodyPr/>
        <a:lstStyle/>
        <a:p>
          <a:pPr>
            <a:buFont typeface="Arial" panose="020B0604020202020204" pitchFamily="34" charset="0"/>
            <a:buChar char="•"/>
          </a:pPr>
          <a:r>
            <a:rPr lang="en-GB" noProof="0" dirty="0"/>
            <a:t>Participation Channels Subsystem</a:t>
          </a:r>
        </a:p>
      </dgm:t>
    </dgm:pt>
    <dgm:pt modelId="{2F394676-52FC-42A1-BE9B-6CE2A0E7B661}" type="parTrans" cxnId="{0DB86D8A-9C06-48D7-B92C-25ADFA509578}">
      <dgm:prSet/>
      <dgm:spPr>
        <a:ln>
          <a:solidFill>
            <a:srgbClr val="D6DCDF"/>
          </a:solidFill>
        </a:ln>
      </dgm:spPr>
      <dgm:t>
        <a:bodyPr/>
        <a:lstStyle/>
        <a:p>
          <a:endParaRPr lang="en-GB"/>
        </a:p>
      </dgm:t>
    </dgm:pt>
    <dgm:pt modelId="{973B4430-C1A2-4F57-A473-77C94192CFB7}" type="sibTrans" cxnId="{0DB86D8A-9C06-48D7-B92C-25ADFA509578}">
      <dgm:prSet/>
      <dgm:spPr/>
      <dgm:t>
        <a:bodyPr/>
        <a:lstStyle/>
        <a:p>
          <a:endParaRPr lang="en-GB"/>
        </a:p>
      </dgm:t>
    </dgm:pt>
    <dgm:pt modelId="{F23CB40E-E5E8-4A44-AD69-765BDAA7670E}">
      <dgm:prSet/>
      <dgm:spPr>
        <a:ln>
          <a:solidFill>
            <a:srgbClr val="D6DCDF"/>
          </a:solidFill>
        </a:ln>
      </dgm:spPr>
      <dgm:t>
        <a:bodyPr/>
        <a:lstStyle/>
        <a:p>
          <a:pPr>
            <a:buFont typeface="Arial" panose="020B0604020202020204" pitchFamily="34" charset="0"/>
            <a:buChar char="•"/>
          </a:pPr>
          <a:r>
            <a:rPr lang="en-GB" noProof="0" dirty="0"/>
            <a:t>Deliberation Engine</a:t>
          </a:r>
        </a:p>
      </dgm:t>
    </dgm:pt>
    <dgm:pt modelId="{A98630EC-8013-4FAD-85BD-27350B3D29A2}" type="parTrans" cxnId="{F7A784F6-A4E0-4203-A39A-4197DF150F7B}">
      <dgm:prSet/>
      <dgm:spPr>
        <a:ln>
          <a:solidFill>
            <a:srgbClr val="D6DCDF"/>
          </a:solidFill>
        </a:ln>
      </dgm:spPr>
      <dgm:t>
        <a:bodyPr/>
        <a:lstStyle/>
        <a:p>
          <a:endParaRPr lang="en-GB"/>
        </a:p>
      </dgm:t>
    </dgm:pt>
    <dgm:pt modelId="{82709341-3C5E-4871-B814-82495D5B8223}" type="sibTrans" cxnId="{F7A784F6-A4E0-4203-A39A-4197DF150F7B}">
      <dgm:prSet/>
      <dgm:spPr/>
      <dgm:t>
        <a:bodyPr/>
        <a:lstStyle/>
        <a:p>
          <a:endParaRPr lang="en-GB"/>
        </a:p>
      </dgm:t>
    </dgm:pt>
    <dgm:pt modelId="{8C4CD563-2D08-4AA7-AC4F-029C0C0AEC8B}">
      <dgm:prSet/>
      <dgm:spPr>
        <a:ln>
          <a:solidFill>
            <a:srgbClr val="D6DCDF"/>
          </a:solidFill>
        </a:ln>
      </dgm:spPr>
      <dgm:t>
        <a:bodyPr/>
        <a:lstStyle/>
        <a:p>
          <a:pPr>
            <a:buFont typeface="Arial" panose="020B0604020202020204" pitchFamily="34" charset="0"/>
            <a:buChar char="•"/>
          </a:pPr>
          <a:r>
            <a:rPr lang="en-GB" noProof="0" dirty="0"/>
            <a:t>Consent Mechanism</a:t>
          </a:r>
        </a:p>
      </dgm:t>
    </dgm:pt>
    <dgm:pt modelId="{261C1D60-6000-47BE-9935-C3840867C876}" type="parTrans" cxnId="{8D2FF7E7-AD74-4169-AFD2-AA08944146A1}">
      <dgm:prSet/>
      <dgm:spPr>
        <a:ln>
          <a:solidFill>
            <a:srgbClr val="D6DCDF"/>
          </a:solidFill>
        </a:ln>
      </dgm:spPr>
      <dgm:t>
        <a:bodyPr/>
        <a:lstStyle/>
        <a:p>
          <a:endParaRPr lang="en-GB"/>
        </a:p>
      </dgm:t>
    </dgm:pt>
    <dgm:pt modelId="{29A7AF43-513F-43AE-BD1A-42A0F178347B}" type="sibTrans" cxnId="{8D2FF7E7-AD74-4169-AFD2-AA08944146A1}">
      <dgm:prSet/>
      <dgm:spPr/>
      <dgm:t>
        <a:bodyPr/>
        <a:lstStyle/>
        <a:p>
          <a:endParaRPr lang="en-GB"/>
        </a:p>
      </dgm:t>
    </dgm:pt>
    <dgm:pt modelId="{964E6CBC-F723-43B2-82A3-937F79698500}">
      <dgm:prSet/>
      <dgm:spPr>
        <a:ln>
          <a:solidFill>
            <a:srgbClr val="D6DCDF"/>
          </a:solidFill>
        </a:ln>
      </dgm:spPr>
      <dgm:t>
        <a:bodyPr/>
        <a:lstStyle/>
        <a:p>
          <a:pPr>
            <a:buFont typeface="Arial" panose="020B0604020202020204" pitchFamily="34" charset="0"/>
            <a:buChar char="•"/>
          </a:pPr>
          <a:r>
            <a:rPr lang="en-GB" noProof="0" dirty="0"/>
            <a:t>Feedback Aggregator</a:t>
          </a:r>
        </a:p>
      </dgm:t>
    </dgm:pt>
    <dgm:pt modelId="{B10DDC9B-3FDC-4D2E-91F7-5D374B0241BE}" type="parTrans" cxnId="{FA47F690-CEEA-4F15-90E6-F61272AEF19A}">
      <dgm:prSet/>
      <dgm:spPr>
        <a:ln>
          <a:solidFill>
            <a:srgbClr val="D6DCDF"/>
          </a:solidFill>
        </a:ln>
      </dgm:spPr>
      <dgm:t>
        <a:bodyPr/>
        <a:lstStyle/>
        <a:p>
          <a:endParaRPr lang="en-GB"/>
        </a:p>
      </dgm:t>
    </dgm:pt>
    <dgm:pt modelId="{DFC96FCC-D820-4738-AFDF-228E32D76485}" type="sibTrans" cxnId="{FA47F690-CEEA-4F15-90E6-F61272AEF19A}">
      <dgm:prSet/>
      <dgm:spPr/>
      <dgm:t>
        <a:bodyPr/>
        <a:lstStyle/>
        <a:p>
          <a:endParaRPr lang="en-GB"/>
        </a:p>
      </dgm:t>
    </dgm:pt>
    <dgm:pt modelId="{BA73B0BB-1E4A-4E26-A246-0E1806328523}">
      <dgm:prSet/>
      <dgm:spPr>
        <a:ln>
          <a:solidFill>
            <a:srgbClr val="D6DCDF"/>
          </a:solidFill>
        </a:ln>
      </dgm:spPr>
      <dgm:t>
        <a:bodyPr/>
        <a:lstStyle/>
        <a:p>
          <a:pPr>
            <a:buFont typeface="Arial" panose="020B0604020202020204" pitchFamily="34" charset="0"/>
            <a:buChar char="•"/>
          </a:pPr>
          <a:r>
            <a:rPr lang="en-GB" noProof="0" dirty="0"/>
            <a:t>Representation Mapping Subsystem</a:t>
          </a:r>
        </a:p>
      </dgm:t>
    </dgm:pt>
    <dgm:pt modelId="{6C853545-1535-44AF-A564-A04B785A012E}" type="parTrans" cxnId="{A068AAA3-1A05-43AA-A9D3-4698BB531C1E}">
      <dgm:prSet/>
      <dgm:spPr>
        <a:ln>
          <a:solidFill>
            <a:srgbClr val="D6DCDF"/>
          </a:solidFill>
        </a:ln>
      </dgm:spPr>
      <dgm:t>
        <a:bodyPr/>
        <a:lstStyle/>
        <a:p>
          <a:endParaRPr lang="en-GB"/>
        </a:p>
      </dgm:t>
    </dgm:pt>
    <dgm:pt modelId="{B966FF22-9EEE-4506-AF99-DB5CE58028E1}" type="sibTrans" cxnId="{A068AAA3-1A05-43AA-A9D3-4698BB531C1E}">
      <dgm:prSet/>
      <dgm:spPr/>
      <dgm:t>
        <a:bodyPr/>
        <a:lstStyle/>
        <a:p>
          <a:endParaRPr lang="en-GB"/>
        </a:p>
      </dgm:t>
    </dgm:pt>
    <dgm:pt modelId="{A8C47825-5154-43A8-BB4A-4709ACE7AB4B}" type="pres">
      <dgm:prSet presAssocID="{8F8DEC8A-61F4-476F-B73B-20F98039B0D8}" presName="diagram" presStyleCnt="0">
        <dgm:presLayoutVars>
          <dgm:chPref val="1"/>
          <dgm:dir/>
          <dgm:animOne val="branch"/>
          <dgm:animLvl val="lvl"/>
          <dgm:resizeHandles/>
        </dgm:presLayoutVars>
      </dgm:prSet>
      <dgm:spPr/>
    </dgm:pt>
    <dgm:pt modelId="{A891FC71-E09D-4170-9AFB-50A301255308}" type="pres">
      <dgm:prSet presAssocID="{EE974285-40D6-4045-89DC-2AECC191D7CF}" presName="root" presStyleCnt="0"/>
      <dgm:spPr/>
    </dgm:pt>
    <dgm:pt modelId="{1707AE67-0D32-4390-A88B-81C08524FDAB}" type="pres">
      <dgm:prSet presAssocID="{EE974285-40D6-4045-89DC-2AECC191D7CF}" presName="rootComposite" presStyleCnt="0"/>
      <dgm:spPr/>
    </dgm:pt>
    <dgm:pt modelId="{C8B2C97F-156E-412F-BB61-1592AFE988B1}" type="pres">
      <dgm:prSet presAssocID="{EE974285-40D6-4045-89DC-2AECC191D7CF}" presName="rootText" presStyleLbl="node1" presStyleIdx="0" presStyleCnt="5"/>
      <dgm:spPr/>
    </dgm:pt>
    <dgm:pt modelId="{CF35FE6A-2E9A-4C92-88A9-0CC8910039EE}" type="pres">
      <dgm:prSet presAssocID="{EE974285-40D6-4045-89DC-2AECC191D7CF}" presName="rootConnector" presStyleLbl="node1" presStyleIdx="0" presStyleCnt="5"/>
      <dgm:spPr/>
    </dgm:pt>
    <dgm:pt modelId="{5CBC3E25-32BF-4CE7-8025-5ECEFEF86648}" type="pres">
      <dgm:prSet presAssocID="{EE974285-40D6-4045-89DC-2AECC191D7CF}" presName="childShape" presStyleCnt="0"/>
      <dgm:spPr/>
    </dgm:pt>
    <dgm:pt modelId="{91A0CE9E-CC90-4BD1-B7EE-86D83B098598}" type="pres">
      <dgm:prSet presAssocID="{4A0EDAF9-9FC6-4BE4-A55C-ED3A63AE216F}" presName="root" presStyleCnt="0"/>
      <dgm:spPr/>
    </dgm:pt>
    <dgm:pt modelId="{589F0EF6-F167-4091-AA6D-0A6031406D73}" type="pres">
      <dgm:prSet presAssocID="{4A0EDAF9-9FC6-4BE4-A55C-ED3A63AE216F}" presName="rootComposite" presStyleCnt="0"/>
      <dgm:spPr/>
    </dgm:pt>
    <dgm:pt modelId="{6432771F-BBFC-4D5F-9FB8-F06219EED6CC}" type="pres">
      <dgm:prSet presAssocID="{4A0EDAF9-9FC6-4BE4-A55C-ED3A63AE216F}" presName="rootText" presStyleLbl="node1" presStyleIdx="1" presStyleCnt="5"/>
      <dgm:spPr>
        <a:xfrm>
          <a:off x="1739354" y="5844"/>
          <a:ext cx="1388226" cy="694113"/>
        </a:xfrm>
        <a:prstGeom prst="roundRect">
          <a:avLst>
            <a:gd name="adj" fmla="val 10000"/>
          </a:avLst>
        </a:prstGeom>
      </dgm:spPr>
    </dgm:pt>
    <dgm:pt modelId="{1A20F4C9-2AD1-4AC2-9701-7F7B2757D5EA}" type="pres">
      <dgm:prSet presAssocID="{4A0EDAF9-9FC6-4BE4-A55C-ED3A63AE216F}" presName="rootConnector" presStyleLbl="node1" presStyleIdx="1" presStyleCnt="5"/>
      <dgm:spPr/>
    </dgm:pt>
    <dgm:pt modelId="{CBC6512B-7CB9-4F41-8959-EF20E25B9116}" type="pres">
      <dgm:prSet presAssocID="{4A0EDAF9-9FC6-4BE4-A55C-ED3A63AE216F}" presName="childShape" presStyleCnt="0"/>
      <dgm:spPr/>
    </dgm:pt>
    <dgm:pt modelId="{5CA5548B-23B1-4424-B916-2D4E4298DB07}" type="pres">
      <dgm:prSet presAssocID="{CC476218-D693-4994-8A95-F3509DB6BA09}" presName="Name13" presStyleLbl="parChTrans1D2" presStyleIdx="0" presStyleCnt="24"/>
      <dgm:spPr/>
    </dgm:pt>
    <dgm:pt modelId="{8C430243-6F8B-423F-94E2-4F23A0C4A97B}" type="pres">
      <dgm:prSet presAssocID="{C7E973AF-7A1C-407B-98CF-09CA0F696BD9}" presName="childText" presStyleLbl="bgAcc1" presStyleIdx="0" presStyleCnt="24">
        <dgm:presLayoutVars>
          <dgm:bulletEnabled val="1"/>
        </dgm:presLayoutVars>
      </dgm:prSet>
      <dgm:spPr/>
    </dgm:pt>
    <dgm:pt modelId="{2F20888C-7B65-46FF-ABC2-507F97A6F670}" type="pres">
      <dgm:prSet presAssocID="{1058134A-3EB9-4671-8638-CB728BD231F9}" presName="Name13" presStyleLbl="parChTrans1D2" presStyleIdx="1" presStyleCnt="24"/>
      <dgm:spPr/>
    </dgm:pt>
    <dgm:pt modelId="{92768667-F677-43EF-A65F-12D12C54EAC9}" type="pres">
      <dgm:prSet presAssocID="{2AE7BA78-ECE7-4E5A-A126-84B13252F918}" presName="childText" presStyleLbl="bgAcc1" presStyleIdx="1" presStyleCnt="24">
        <dgm:presLayoutVars>
          <dgm:bulletEnabled val="1"/>
        </dgm:presLayoutVars>
      </dgm:prSet>
      <dgm:spPr/>
    </dgm:pt>
    <dgm:pt modelId="{38A0F52D-6B99-426D-8F0E-AF0D5A192412}" type="pres">
      <dgm:prSet presAssocID="{3DBB6347-62B5-4A46-8682-39CE2516E023}" presName="Name13" presStyleLbl="parChTrans1D2" presStyleIdx="2" presStyleCnt="24"/>
      <dgm:spPr/>
    </dgm:pt>
    <dgm:pt modelId="{431631BD-7E4E-4F11-B422-62A2E5561F7E}" type="pres">
      <dgm:prSet presAssocID="{07B095DE-D795-4086-A0FB-6151E83B5B3A}" presName="childText" presStyleLbl="bgAcc1" presStyleIdx="2" presStyleCnt="24">
        <dgm:presLayoutVars>
          <dgm:bulletEnabled val="1"/>
        </dgm:presLayoutVars>
      </dgm:prSet>
      <dgm:spPr/>
    </dgm:pt>
    <dgm:pt modelId="{55AF31E9-4E2B-4B0E-BC6E-F6C30F6BEE6C}" type="pres">
      <dgm:prSet presAssocID="{B02605BB-09E4-4A90-9238-29922CD1C639}" presName="Name13" presStyleLbl="parChTrans1D2" presStyleIdx="3" presStyleCnt="24"/>
      <dgm:spPr/>
    </dgm:pt>
    <dgm:pt modelId="{8C920BDA-CD0D-43A5-8962-0743DD516A65}" type="pres">
      <dgm:prSet presAssocID="{F6AFC9A1-A741-4981-BDAE-C6D31BE3A6E7}" presName="childText" presStyleLbl="bgAcc1" presStyleIdx="3" presStyleCnt="24">
        <dgm:presLayoutVars>
          <dgm:bulletEnabled val="1"/>
        </dgm:presLayoutVars>
      </dgm:prSet>
      <dgm:spPr/>
    </dgm:pt>
    <dgm:pt modelId="{BBE32993-E627-45A2-A917-1B35B3C2A1F7}" type="pres">
      <dgm:prSet presAssocID="{204ACADC-33E3-4C96-9B31-836D897639F8}" presName="Name13" presStyleLbl="parChTrans1D2" presStyleIdx="4" presStyleCnt="24"/>
      <dgm:spPr/>
    </dgm:pt>
    <dgm:pt modelId="{CFC17F5C-3020-4B96-8104-17E8D30198E2}" type="pres">
      <dgm:prSet presAssocID="{1E1D9DDE-1B9C-4572-827F-5879A5195FA3}" presName="childText" presStyleLbl="bgAcc1" presStyleIdx="4" presStyleCnt="24">
        <dgm:presLayoutVars>
          <dgm:bulletEnabled val="1"/>
        </dgm:presLayoutVars>
      </dgm:prSet>
      <dgm:spPr/>
    </dgm:pt>
    <dgm:pt modelId="{A7EC390C-C7AC-40FE-9213-BCEEC2C6BC4C}" type="pres">
      <dgm:prSet presAssocID="{9C953949-5835-470A-BD6D-2AC12AF4446D}" presName="Name13" presStyleLbl="parChTrans1D2" presStyleIdx="5" presStyleCnt="24"/>
      <dgm:spPr/>
    </dgm:pt>
    <dgm:pt modelId="{B726C5A6-F477-4608-BB6A-D286B441416D}" type="pres">
      <dgm:prSet presAssocID="{C5EFA5F7-A9E7-42BD-B7EE-205C6D5DCFEA}" presName="childText" presStyleLbl="bgAcc1" presStyleIdx="5" presStyleCnt="24">
        <dgm:presLayoutVars>
          <dgm:bulletEnabled val="1"/>
        </dgm:presLayoutVars>
      </dgm:prSet>
      <dgm:spPr/>
    </dgm:pt>
    <dgm:pt modelId="{22FC4B26-43E7-4BD7-8D48-0A5E191E8B88}" type="pres">
      <dgm:prSet presAssocID="{A1126A5C-5AC4-41C8-BE1D-FB74D4E12990}" presName="root" presStyleCnt="0"/>
      <dgm:spPr/>
    </dgm:pt>
    <dgm:pt modelId="{120EAD1F-E677-4CB7-B3AA-CB4D89D3F774}" type="pres">
      <dgm:prSet presAssocID="{A1126A5C-5AC4-41C8-BE1D-FB74D4E12990}" presName="rootComposite" presStyleCnt="0"/>
      <dgm:spPr/>
    </dgm:pt>
    <dgm:pt modelId="{E1DA3CA0-2DA3-4B70-8ACF-F4C9B9215686}" type="pres">
      <dgm:prSet presAssocID="{A1126A5C-5AC4-41C8-BE1D-FB74D4E12990}" presName="rootText" presStyleLbl="node1" presStyleIdx="2" presStyleCnt="5"/>
      <dgm:spPr/>
    </dgm:pt>
    <dgm:pt modelId="{4BC6BCDA-CBA7-402B-8D1D-08C32BFFCC76}" type="pres">
      <dgm:prSet presAssocID="{A1126A5C-5AC4-41C8-BE1D-FB74D4E12990}" presName="rootConnector" presStyleLbl="node1" presStyleIdx="2" presStyleCnt="5"/>
      <dgm:spPr/>
    </dgm:pt>
    <dgm:pt modelId="{EB6FD277-EC4F-4BFF-BC9F-D1A2B23DBCC4}" type="pres">
      <dgm:prSet presAssocID="{A1126A5C-5AC4-41C8-BE1D-FB74D4E12990}" presName="childShape" presStyleCnt="0"/>
      <dgm:spPr/>
    </dgm:pt>
    <dgm:pt modelId="{3DB894E3-D281-482B-BAE6-BC9C88D13B82}" type="pres">
      <dgm:prSet presAssocID="{57B9D4BC-BF3B-4977-9D55-79904B497CD1}" presName="Name13" presStyleLbl="parChTrans1D2" presStyleIdx="6" presStyleCnt="24"/>
      <dgm:spPr/>
    </dgm:pt>
    <dgm:pt modelId="{00399A9C-F14F-4220-A20D-AAAB181FF1D7}" type="pres">
      <dgm:prSet presAssocID="{796A1408-6707-487A-8809-A093EDF9E854}" presName="childText" presStyleLbl="bgAcc1" presStyleIdx="6" presStyleCnt="24">
        <dgm:presLayoutVars>
          <dgm:bulletEnabled val="1"/>
        </dgm:presLayoutVars>
      </dgm:prSet>
      <dgm:spPr/>
    </dgm:pt>
    <dgm:pt modelId="{9D1D373D-3525-4486-8DBF-921500FB85E5}" type="pres">
      <dgm:prSet presAssocID="{D389D5C2-A549-47DE-873B-2CC3924573E6}" presName="Name13" presStyleLbl="parChTrans1D2" presStyleIdx="7" presStyleCnt="24"/>
      <dgm:spPr/>
    </dgm:pt>
    <dgm:pt modelId="{FB0D12AC-7F74-4466-946B-2D82D791F086}" type="pres">
      <dgm:prSet presAssocID="{79A7E663-AD9E-4CE5-8003-BFDCE62A4131}" presName="childText" presStyleLbl="bgAcc1" presStyleIdx="7" presStyleCnt="24">
        <dgm:presLayoutVars>
          <dgm:bulletEnabled val="1"/>
        </dgm:presLayoutVars>
      </dgm:prSet>
      <dgm:spPr/>
    </dgm:pt>
    <dgm:pt modelId="{38EB6ED6-7ED3-466F-AC3B-0B970E197054}" type="pres">
      <dgm:prSet presAssocID="{4B79F561-AE07-4A50-B3D7-5BAB52ACFD06}" presName="Name13" presStyleLbl="parChTrans1D2" presStyleIdx="8" presStyleCnt="24"/>
      <dgm:spPr/>
    </dgm:pt>
    <dgm:pt modelId="{8B53B42E-848F-4929-A50E-B126BB6789F9}" type="pres">
      <dgm:prSet presAssocID="{F6288CF9-A85C-4558-AAF6-AE1CE48C6EBA}" presName="childText" presStyleLbl="bgAcc1" presStyleIdx="8" presStyleCnt="24">
        <dgm:presLayoutVars>
          <dgm:bulletEnabled val="1"/>
        </dgm:presLayoutVars>
      </dgm:prSet>
      <dgm:spPr/>
    </dgm:pt>
    <dgm:pt modelId="{F3465BC6-6951-4AAA-AD4D-1A697ED3B497}" type="pres">
      <dgm:prSet presAssocID="{1C30BF0D-EFFE-4A9A-BB3D-076900753B49}" presName="Name13" presStyleLbl="parChTrans1D2" presStyleIdx="9" presStyleCnt="24"/>
      <dgm:spPr/>
    </dgm:pt>
    <dgm:pt modelId="{DAFAF6C8-AA95-4D1F-92DF-1D292BA344CF}" type="pres">
      <dgm:prSet presAssocID="{7279BDE6-45EA-4731-8C7D-BD8F5239D397}" presName="childText" presStyleLbl="bgAcc1" presStyleIdx="9" presStyleCnt="24">
        <dgm:presLayoutVars>
          <dgm:bulletEnabled val="1"/>
        </dgm:presLayoutVars>
      </dgm:prSet>
      <dgm:spPr/>
    </dgm:pt>
    <dgm:pt modelId="{036E79EB-B943-49F5-9CE4-1BDAAA813E87}" type="pres">
      <dgm:prSet presAssocID="{BB6D0D9A-2427-4C37-BFCE-53CEA5B44E27}" presName="Name13" presStyleLbl="parChTrans1D2" presStyleIdx="10" presStyleCnt="24"/>
      <dgm:spPr/>
    </dgm:pt>
    <dgm:pt modelId="{5ABDB145-5819-4676-958E-1659836C2F26}" type="pres">
      <dgm:prSet presAssocID="{3EF89880-504C-4068-AD60-543A8049483C}" presName="childText" presStyleLbl="bgAcc1" presStyleIdx="10" presStyleCnt="24">
        <dgm:presLayoutVars>
          <dgm:bulletEnabled val="1"/>
        </dgm:presLayoutVars>
      </dgm:prSet>
      <dgm:spPr/>
    </dgm:pt>
    <dgm:pt modelId="{58423BAA-EFD4-4C17-A13C-20F7181B22BE}" type="pres">
      <dgm:prSet presAssocID="{2D1D0002-136F-4D04-9768-6C3714F010D5}" presName="Name13" presStyleLbl="parChTrans1D2" presStyleIdx="11" presStyleCnt="24"/>
      <dgm:spPr/>
    </dgm:pt>
    <dgm:pt modelId="{72E612EF-0F0E-499A-9B18-BB35B92843C2}" type="pres">
      <dgm:prSet presAssocID="{EBFDBA58-97C0-4C19-8FBA-27E81992190E}" presName="childText" presStyleLbl="bgAcc1" presStyleIdx="11" presStyleCnt="24">
        <dgm:presLayoutVars>
          <dgm:bulletEnabled val="1"/>
        </dgm:presLayoutVars>
      </dgm:prSet>
      <dgm:spPr/>
    </dgm:pt>
    <dgm:pt modelId="{4C04B4AD-8BDD-42F5-9D82-432232ACB102}" type="pres">
      <dgm:prSet presAssocID="{A3A5695C-1150-4C55-A12C-551F3A6B62E0}" presName="root" presStyleCnt="0"/>
      <dgm:spPr/>
    </dgm:pt>
    <dgm:pt modelId="{3C19DF1C-6598-4CE6-BFDB-DE446FF63516}" type="pres">
      <dgm:prSet presAssocID="{A3A5695C-1150-4C55-A12C-551F3A6B62E0}" presName="rootComposite" presStyleCnt="0"/>
      <dgm:spPr/>
    </dgm:pt>
    <dgm:pt modelId="{4580837B-0FDC-4EFC-9BB6-BF2687F9D3E6}" type="pres">
      <dgm:prSet presAssocID="{A3A5695C-1150-4C55-A12C-551F3A6B62E0}" presName="rootText" presStyleLbl="node1" presStyleIdx="3" presStyleCnt="5"/>
      <dgm:spPr/>
    </dgm:pt>
    <dgm:pt modelId="{F1875CEC-37E0-420F-B722-64691B605E7C}" type="pres">
      <dgm:prSet presAssocID="{A3A5695C-1150-4C55-A12C-551F3A6B62E0}" presName="rootConnector" presStyleLbl="node1" presStyleIdx="3" presStyleCnt="5"/>
      <dgm:spPr/>
    </dgm:pt>
    <dgm:pt modelId="{D5A8622F-0530-4150-9F9D-06B4ADC1D96E}" type="pres">
      <dgm:prSet presAssocID="{A3A5695C-1150-4C55-A12C-551F3A6B62E0}" presName="childShape" presStyleCnt="0"/>
      <dgm:spPr/>
    </dgm:pt>
    <dgm:pt modelId="{C23FC5DB-FAE2-44C2-A7B3-553CC7594A53}" type="pres">
      <dgm:prSet presAssocID="{C9E835E2-A1D1-4FCD-AECB-254F10DC65F7}" presName="Name13" presStyleLbl="parChTrans1D2" presStyleIdx="12" presStyleCnt="24"/>
      <dgm:spPr/>
    </dgm:pt>
    <dgm:pt modelId="{DE3C8353-F0B6-4480-854C-344F99E3000F}" type="pres">
      <dgm:prSet presAssocID="{2AABE0D5-F415-44B4-BF16-46428CEA20F7}" presName="childText" presStyleLbl="bgAcc1" presStyleIdx="12" presStyleCnt="24">
        <dgm:presLayoutVars>
          <dgm:bulletEnabled val="1"/>
        </dgm:presLayoutVars>
      </dgm:prSet>
      <dgm:spPr/>
    </dgm:pt>
    <dgm:pt modelId="{6CF98855-64AF-4732-8BC3-C236D6017ED6}" type="pres">
      <dgm:prSet presAssocID="{F37450E8-16CB-4324-972D-904F49A370BD}" presName="Name13" presStyleLbl="parChTrans1D2" presStyleIdx="13" presStyleCnt="24"/>
      <dgm:spPr/>
    </dgm:pt>
    <dgm:pt modelId="{04E4F2A2-A7E9-462B-A29D-EE11E433F7DB}" type="pres">
      <dgm:prSet presAssocID="{C4C2BE1A-2066-43BF-B866-62574F2309DA}" presName="childText" presStyleLbl="bgAcc1" presStyleIdx="13" presStyleCnt="24">
        <dgm:presLayoutVars>
          <dgm:bulletEnabled val="1"/>
        </dgm:presLayoutVars>
      </dgm:prSet>
      <dgm:spPr/>
    </dgm:pt>
    <dgm:pt modelId="{D8311174-4957-4791-BD75-A715912B1943}" type="pres">
      <dgm:prSet presAssocID="{B40ACAC8-F119-487D-A736-D04F70FF3443}" presName="Name13" presStyleLbl="parChTrans1D2" presStyleIdx="14" presStyleCnt="24"/>
      <dgm:spPr/>
    </dgm:pt>
    <dgm:pt modelId="{8BF4DDD7-DA60-4B8D-AE88-01901A0150CE}" type="pres">
      <dgm:prSet presAssocID="{85C196E1-1273-4021-8921-9F10AC27DE73}" presName="childText" presStyleLbl="bgAcc1" presStyleIdx="14" presStyleCnt="24">
        <dgm:presLayoutVars>
          <dgm:bulletEnabled val="1"/>
        </dgm:presLayoutVars>
      </dgm:prSet>
      <dgm:spPr/>
    </dgm:pt>
    <dgm:pt modelId="{7841EC5F-D888-49B2-BCCC-1C99DB3A32DE}" type="pres">
      <dgm:prSet presAssocID="{0D98D7C5-31A7-469F-88E3-00C439236CA4}" presName="Name13" presStyleLbl="parChTrans1D2" presStyleIdx="15" presStyleCnt="24"/>
      <dgm:spPr/>
    </dgm:pt>
    <dgm:pt modelId="{2C9D379C-7E7A-4BD9-867F-9E0975EB5E43}" type="pres">
      <dgm:prSet presAssocID="{431C65F8-3D22-4C9C-BA61-216056A3AC58}" presName="childText" presStyleLbl="bgAcc1" presStyleIdx="15" presStyleCnt="24">
        <dgm:presLayoutVars>
          <dgm:bulletEnabled val="1"/>
        </dgm:presLayoutVars>
      </dgm:prSet>
      <dgm:spPr/>
    </dgm:pt>
    <dgm:pt modelId="{1FCED377-7020-4A2E-A904-4ABAD39630C7}" type="pres">
      <dgm:prSet presAssocID="{EB2B7A45-8BC7-48E2-BA0B-CA88F4A8920E}" presName="Name13" presStyleLbl="parChTrans1D2" presStyleIdx="16" presStyleCnt="24"/>
      <dgm:spPr/>
    </dgm:pt>
    <dgm:pt modelId="{AE535EF3-FB84-41CB-B7FD-5FE61DFD1A95}" type="pres">
      <dgm:prSet presAssocID="{DEE0E9DB-C841-4749-AD60-27432254D8BA}" presName="childText" presStyleLbl="bgAcc1" presStyleIdx="16" presStyleCnt="24">
        <dgm:presLayoutVars>
          <dgm:bulletEnabled val="1"/>
        </dgm:presLayoutVars>
      </dgm:prSet>
      <dgm:spPr/>
    </dgm:pt>
    <dgm:pt modelId="{ED92EA9F-FE97-4A8D-9494-1EC30632701A}" type="pres">
      <dgm:prSet presAssocID="{AF31A272-11D0-4E76-8BA9-C9974C142A00}" presName="Name13" presStyleLbl="parChTrans1D2" presStyleIdx="17" presStyleCnt="24"/>
      <dgm:spPr/>
    </dgm:pt>
    <dgm:pt modelId="{D9B113AE-0A02-4B82-A70F-467AE0DA833D}" type="pres">
      <dgm:prSet presAssocID="{2ACBC9A0-9F47-4DC0-9532-280854275CC7}" presName="childText" presStyleLbl="bgAcc1" presStyleIdx="17" presStyleCnt="24">
        <dgm:presLayoutVars>
          <dgm:bulletEnabled val="1"/>
        </dgm:presLayoutVars>
      </dgm:prSet>
      <dgm:spPr/>
    </dgm:pt>
    <dgm:pt modelId="{4A692C27-3154-4AD0-ACA4-ADAA707DB780}" type="pres">
      <dgm:prSet presAssocID="{52252B78-7F7B-47D2-A5B0-56A2B50B3F7C}" presName="root" presStyleCnt="0"/>
      <dgm:spPr/>
    </dgm:pt>
    <dgm:pt modelId="{6FDD2AEE-130F-4325-AC07-5E4390ECE3E5}" type="pres">
      <dgm:prSet presAssocID="{52252B78-7F7B-47D2-A5B0-56A2B50B3F7C}" presName="rootComposite" presStyleCnt="0"/>
      <dgm:spPr/>
    </dgm:pt>
    <dgm:pt modelId="{5ABDDF7A-CCB0-4DBC-8BE2-3F3279B2B526}" type="pres">
      <dgm:prSet presAssocID="{52252B78-7F7B-47D2-A5B0-56A2B50B3F7C}" presName="rootText" presStyleLbl="node1" presStyleIdx="4" presStyleCnt="5"/>
      <dgm:spPr/>
    </dgm:pt>
    <dgm:pt modelId="{04441AAF-B904-493F-9C21-F4B9A0CD5AD4}" type="pres">
      <dgm:prSet presAssocID="{52252B78-7F7B-47D2-A5B0-56A2B50B3F7C}" presName="rootConnector" presStyleLbl="node1" presStyleIdx="4" presStyleCnt="5"/>
      <dgm:spPr/>
    </dgm:pt>
    <dgm:pt modelId="{548F9E7E-2FDA-4CB9-AC0E-6C3285DFB305}" type="pres">
      <dgm:prSet presAssocID="{52252B78-7F7B-47D2-A5B0-56A2B50B3F7C}" presName="childShape" presStyleCnt="0"/>
      <dgm:spPr/>
    </dgm:pt>
    <dgm:pt modelId="{C2A07094-2A2B-4DA8-8BEA-26723B5D8B43}" type="pres">
      <dgm:prSet presAssocID="{545648CD-3242-4C72-90BD-4C4D8C8ADDDE}" presName="Name13" presStyleLbl="parChTrans1D2" presStyleIdx="18" presStyleCnt="24"/>
      <dgm:spPr/>
    </dgm:pt>
    <dgm:pt modelId="{C110A7B4-6059-42E7-B8BE-92E568BCA8C3}" type="pres">
      <dgm:prSet presAssocID="{6A122AFD-6951-48C5-BD2B-1276648EA8EF}" presName="childText" presStyleLbl="bgAcc1" presStyleIdx="18" presStyleCnt="24">
        <dgm:presLayoutVars>
          <dgm:bulletEnabled val="1"/>
        </dgm:presLayoutVars>
      </dgm:prSet>
      <dgm:spPr/>
    </dgm:pt>
    <dgm:pt modelId="{31F1C2B5-6DA3-431D-8AA4-2756F3ADB6FE}" type="pres">
      <dgm:prSet presAssocID="{2F394676-52FC-42A1-BE9B-6CE2A0E7B661}" presName="Name13" presStyleLbl="parChTrans1D2" presStyleIdx="19" presStyleCnt="24"/>
      <dgm:spPr/>
    </dgm:pt>
    <dgm:pt modelId="{CFA0D109-89C6-4914-811F-FA69E48640F4}" type="pres">
      <dgm:prSet presAssocID="{FAB74BD8-F07B-4005-ABC4-05113C6671A3}" presName="childText" presStyleLbl="bgAcc1" presStyleIdx="19" presStyleCnt="24">
        <dgm:presLayoutVars>
          <dgm:bulletEnabled val="1"/>
        </dgm:presLayoutVars>
      </dgm:prSet>
      <dgm:spPr/>
    </dgm:pt>
    <dgm:pt modelId="{3772447E-858F-4AA2-9B0E-43044060A490}" type="pres">
      <dgm:prSet presAssocID="{A98630EC-8013-4FAD-85BD-27350B3D29A2}" presName="Name13" presStyleLbl="parChTrans1D2" presStyleIdx="20" presStyleCnt="24"/>
      <dgm:spPr/>
    </dgm:pt>
    <dgm:pt modelId="{E0921A7A-FC1E-43E5-BF38-29A80E12D041}" type="pres">
      <dgm:prSet presAssocID="{F23CB40E-E5E8-4A44-AD69-765BDAA7670E}" presName="childText" presStyleLbl="bgAcc1" presStyleIdx="20" presStyleCnt="24">
        <dgm:presLayoutVars>
          <dgm:bulletEnabled val="1"/>
        </dgm:presLayoutVars>
      </dgm:prSet>
      <dgm:spPr/>
    </dgm:pt>
    <dgm:pt modelId="{8D102946-36EE-472B-B64B-E745BE043C61}" type="pres">
      <dgm:prSet presAssocID="{261C1D60-6000-47BE-9935-C3840867C876}" presName="Name13" presStyleLbl="parChTrans1D2" presStyleIdx="21" presStyleCnt="24"/>
      <dgm:spPr/>
    </dgm:pt>
    <dgm:pt modelId="{23000793-EA6E-49EC-B993-F2B395A82BFE}" type="pres">
      <dgm:prSet presAssocID="{8C4CD563-2D08-4AA7-AC4F-029C0C0AEC8B}" presName="childText" presStyleLbl="bgAcc1" presStyleIdx="21" presStyleCnt="24">
        <dgm:presLayoutVars>
          <dgm:bulletEnabled val="1"/>
        </dgm:presLayoutVars>
      </dgm:prSet>
      <dgm:spPr/>
    </dgm:pt>
    <dgm:pt modelId="{5D433506-7AFE-488C-A964-07D0275569CF}" type="pres">
      <dgm:prSet presAssocID="{B10DDC9B-3FDC-4D2E-91F7-5D374B0241BE}" presName="Name13" presStyleLbl="parChTrans1D2" presStyleIdx="22" presStyleCnt="24"/>
      <dgm:spPr/>
    </dgm:pt>
    <dgm:pt modelId="{E0148B5E-E62C-41DB-BA91-77076D60227B}" type="pres">
      <dgm:prSet presAssocID="{964E6CBC-F723-43B2-82A3-937F79698500}" presName="childText" presStyleLbl="bgAcc1" presStyleIdx="22" presStyleCnt="24">
        <dgm:presLayoutVars>
          <dgm:bulletEnabled val="1"/>
        </dgm:presLayoutVars>
      </dgm:prSet>
      <dgm:spPr/>
    </dgm:pt>
    <dgm:pt modelId="{201859F8-587E-4CD2-A4EA-52B6B096182E}" type="pres">
      <dgm:prSet presAssocID="{6C853545-1535-44AF-A564-A04B785A012E}" presName="Name13" presStyleLbl="parChTrans1D2" presStyleIdx="23" presStyleCnt="24"/>
      <dgm:spPr/>
    </dgm:pt>
    <dgm:pt modelId="{A364F042-72FC-4351-972A-FAD7890FAE3D}" type="pres">
      <dgm:prSet presAssocID="{BA73B0BB-1E4A-4E26-A246-0E1806328523}" presName="childText" presStyleLbl="bgAcc1" presStyleIdx="23" presStyleCnt="24">
        <dgm:presLayoutVars>
          <dgm:bulletEnabled val="1"/>
        </dgm:presLayoutVars>
      </dgm:prSet>
      <dgm:spPr/>
    </dgm:pt>
  </dgm:ptLst>
  <dgm:cxnLst>
    <dgm:cxn modelId="{A93CDC01-3643-4D4A-8C23-4EB2B65EF307}" type="presOf" srcId="{F37450E8-16CB-4324-972D-904F49A370BD}" destId="{6CF98855-64AF-4732-8BC3-C236D6017ED6}" srcOrd="0" destOrd="0" presId="urn:microsoft.com/office/officeart/2005/8/layout/hierarchy3"/>
    <dgm:cxn modelId="{B0486002-1595-431B-A9F6-EB7FEEB83BD9}" type="presOf" srcId="{0D98D7C5-31A7-469F-88E3-00C439236CA4}" destId="{7841EC5F-D888-49B2-BCCC-1C99DB3A32DE}" srcOrd="0" destOrd="0" presId="urn:microsoft.com/office/officeart/2005/8/layout/hierarchy3"/>
    <dgm:cxn modelId="{9633DF04-D13B-487B-84F8-E32BBD14CA98}" type="presOf" srcId="{C5EFA5F7-A9E7-42BD-B7EE-205C6D5DCFEA}" destId="{B726C5A6-F477-4608-BB6A-D286B441416D}" srcOrd="0" destOrd="0" presId="urn:microsoft.com/office/officeart/2005/8/layout/hierarchy3"/>
    <dgm:cxn modelId="{9461BA0B-67A4-49C5-A2A1-37ECA75CDB80}" srcId="{4A0EDAF9-9FC6-4BE4-A55C-ED3A63AE216F}" destId="{1E1D9DDE-1B9C-4572-827F-5879A5195FA3}" srcOrd="4" destOrd="0" parTransId="{204ACADC-33E3-4C96-9B31-836D897639F8}" sibTransId="{A10318D6-5525-48C6-AB8C-5226E47B1A4C}"/>
    <dgm:cxn modelId="{418FAE0C-6A08-4A72-A971-19BDEF4A3C5D}" srcId="{A1126A5C-5AC4-41C8-BE1D-FB74D4E12990}" destId="{3EF89880-504C-4068-AD60-543A8049483C}" srcOrd="4" destOrd="0" parTransId="{BB6D0D9A-2427-4C37-BFCE-53CEA5B44E27}" sibTransId="{EA5DD7AA-96D3-40A3-B522-254A9B7F1874}"/>
    <dgm:cxn modelId="{ACD1040F-FABD-4D6A-8A61-571D9ACB1709}" type="presOf" srcId="{964E6CBC-F723-43B2-82A3-937F79698500}" destId="{E0148B5E-E62C-41DB-BA91-77076D60227B}" srcOrd="0" destOrd="0" presId="urn:microsoft.com/office/officeart/2005/8/layout/hierarchy3"/>
    <dgm:cxn modelId="{D964FC0F-2926-4108-B1BD-3DD766C9F581}" type="presOf" srcId="{BB6D0D9A-2427-4C37-BFCE-53CEA5B44E27}" destId="{036E79EB-B943-49F5-9CE4-1BDAAA813E87}" srcOrd="0" destOrd="0" presId="urn:microsoft.com/office/officeart/2005/8/layout/hierarchy3"/>
    <dgm:cxn modelId="{D8B72115-17AC-4498-81FD-8D195A2F33C5}" srcId="{4A0EDAF9-9FC6-4BE4-A55C-ED3A63AE216F}" destId="{2AE7BA78-ECE7-4E5A-A126-84B13252F918}" srcOrd="1" destOrd="0" parTransId="{1058134A-3EB9-4671-8638-CB728BD231F9}" sibTransId="{A35667C9-B598-42BD-BA33-D7A7CDF1EA31}"/>
    <dgm:cxn modelId="{1A52C215-5275-4E6D-8B9C-3073A1A22F7C}" type="presOf" srcId="{261C1D60-6000-47BE-9935-C3840867C876}" destId="{8D102946-36EE-472B-B64B-E745BE043C61}" srcOrd="0" destOrd="0" presId="urn:microsoft.com/office/officeart/2005/8/layout/hierarchy3"/>
    <dgm:cxn modelId="{87D65317-5EA2-4D32-9291-9104F4B21C41}" srcId="{4A0EDAF9-9FC6-4BE4-A55C-ED3A63AE216F}" destId="{C5EFA5F7-A9E7-42BD-B7EE-205C6D5DCFEA}" srcOrd="5" destOrd="0" parTransId="{9C953949-5835-470A-BD6D-2AC12AF4446D}" sibTransId="{50253626-6778-4067-9B5F-351D120F4F94}"/>
    <dgm:cxn modelId="{76F55D1C-02B4-430B-9EF3-B9F5452E4E91}" type="presOf" srcId="{52252B78-7F7B-47D2-A5B0-56A2B50B3F7C}" destId="{5ABDDF7A-CCB0-4DBC-8BE2-3F3279B2B526}" srcOrd="0" destOrd="0" presId="urn:microsoft.com/office/officeart/2005/8/layout/hierarchy3"/>
    <dgm:cxn modelId="{FDAF7F1F-AC9C-49B0-B492-87A260746E22}" type="presOf" srcId="{C4C2BE1A-2066-43BF-B866-62574F2309DA}" destId="{04E4F2A2-A7E9-462B-A29D-EE11E433F7DB}" srcOrd="0" destOrd="0" presId="urn:microsoft.com/office/officeart/2005/8/layout/hierarchy3"/>
    <dgm:cxn modelId="{A280E521-E933-493A-A985-815F2D38CDB1}" type="presOf" srcId="{2AE7BA78-ECE7-4E5A-A126-84B13252F918}" destId="{92768667-F677-43EF-A65F-12D12C54EAC9}" srcOrd="0" destOrd="0" presId="urn:microsoft.com/office/officeart/2005/8/layout/hierarchy3"/>
    <dgm:cxn modelId="{F1DF8422-ADD2-4112-A2AA-64EEDDBAA88E}" type="presOf" srcId="{EBFDBA58-97C0-4C19-8FBA-27E81992190E}" destId="{72E612EF-0F0E-499A-9B18-BB35B92843C2}" srcOrd="0" destOrd="0" presId="urn:microsoft.com/office/officeart/2005/8/layout/hierarchy3"/>
    <dgm:cxn modelId="{EE0C7C25-FC30-48DE-831E-1497CEADAEB4}" srcId="{A1126A5C-5AC4-41C8-BE1D-FB74D4E12990}" destId="{EBFDBA58-97C0-4C19-8FBA-27E81992190E}" srcOrd="5" destOrd="0" parTransId="{2D1D0002-136F-4D04-9768-6C3714F010D5}" sibTransId="{E1ACDA4B-6F6B-47B0-ADC9-7BB63A6E81FE}"/>
    <dgm:cxn modelId="{AD1B8227-4171-468E-904F-A905B9FBC530}" type="presOf" srcId="{EE974285-40D6-4045-89DC-2AECC191D7CF}" destId="{CF35FE6A-2E9A-4C92-88A9-0CC8910039EE}" srcOrd="1" destOrd="0" presId="urn:microsoft.com/office/officeart/2005/8/layout/hierarchy3"/>
    <dgm:cxn modelId="{352D5A29-3A1D-4846-AA13-F1B585153EB3}" type="presOf" srcId="{57B9D4BC-BF3B-4977-9D55-79904B497CD1}" destId="{3DB894E3-D281-482B-BAE6-BC9C88D13B82}" srcOrd="0" destOrd="0" presId="urn:microsoft.com/office/officeart/2005/8/layout/hierarchy3"/>
    <dgm:cxn modelId="{7A8B1C2F-CF1B-4E11-824F-DDDBD6B5B0B0}" srcId="{8F8DEC8A-61F4-476F-B73B-20F98039B0D8}" destId="{52252B78-7F7B-47D2-A5B0-56A2B50B3F7C}" srcOrd="4" destOrd="0" parTransId="{1677BAF4-063A-4B99-9F0C-F2DD5BA97452}" sibTransId="{0A5A967A-F219-4232-8837-B79ED1B0DF1E}"/>
    <dgm:cxn modelId="{F76F0530-1C16-43E0-A6CE-058F6E3F66BF}" srcId="{A3A5695C-1150-4C55-A12C-551F3A6B62E0}" destId="{C4C2BE1A-2066-43BF-B866-62574F2309DA}" srcOrd="1" destOrd="0" parTransId="{F37450E8-16CB-4324-972D-904F49A370BD}" sibTransId="{389AE3A0-E65B-4DBA-AA0A-BC5D400F6E2E}"/>
    <dgm:cxn modelId="{05AAFA30-B319-4CE1-8569-61E86776752C}" srcId="{A1126A5C-5AC4-41C8-BE1D-FB74D4E12990}" destId="{796A1408-6707-487A-8809-A093EDF9E854}" srcOrd="0" destOrd="0" parTransId="{57B9D4BC-BF3B-4977-9D55-79904B497CD1}" sibTransId="{424BF4F2-2C7D-4D2A-8875-35E28AFBDE1E}"/>
    <dgm:cxn modelId="{64EF0D32-28BB-497E-8B05-55422E025BC2}" srcId="{8F8DEC8A-61F4-476F-B73B-20F98039B0D8}" destId="{A3A5695C-1150-4C55-A12C-551F3A6B62E0}" srcOrd="3" destOrd="0" parTransId="{E38B7A7C-4468-4D16-9EB9-B88DEEC8C833}" sibTransId="{CD0CE7D6-4BD4-44ED-9F73-C41D90707390}"/>
    <dgm:cxn modelId="{CA029636-C72C-4BAC-A535-56F91EC51A9F}" srcId="{A3A5695C-1150-4C55-A12C-551F3A6B62E0}" destId="{2AABE0D5-F415-44B4-BF16-46428CEA20F7}" srcOrd="0" destOrd="0" parTransId="{C9E835E2-A1D1-4FCD-AECB-254F10DC65F7}" sibTransId="{7522304B-4FD2-43BA-832B-CDC46B7C7B84}"/>
    <dgm:cxn modelId="{3F3BC15C-8299-41A0-B0F8-4CBDAAD1C2B7}" type="presOf" srcId="{A98630EC-8013-4FAD-85BD-27350B3D29A2}" destId="{3772447E-858F-4AA2-9B0E-43044060A490}" srcOrd="0" destOrd="0" presId="urn:microsoft.com/office/officeart/2005/8/layout/hierarchy3"/>
    <dgm:cxn modelId="{B2AC2A5D-3D3D-4A11-B570-1158E0556BA1}" srcId="{A1126A5C-5AC4-41C8-BE1D-FB74D4E12990}" destId="{7279BDE6-45EA-4731-8C7D-BD8F5239D397}" srcOrd="3" destOrd="0" parTransId="{1C30BF0D-EFFE-4A9A-BB3D-076900753B49}" sibTransId="{F020D8CB-A414-47D1-B775-07878448D403}"/>
    <dgm:cxn modelId="{ADF2745E-1AD4-424E-A3A5-0FB1F27D62D6}" type="presOf" srcId="{F6AFC9A1-A741-4981-BDAE-C6D31BE3A6E7}" destId="{8C920BDA-CD0D-43A5-8962-0743DD516A65}" srcOrd="0" destOrd="0" presId="urn:microsoft.com/office/officeart/2005/8/layout/hierarchy3"/>
    <dgm:cxn modelId="{30FBE260-48CF-4299-A71F-E456882DDD39}" type="presOf" srcId="{8C4CD563-2D08-4AA7-AC4F-029C0C0AEC8B}" destId="{23000793-EA6E-49EC-B993-F2B395A82BFE}" srcOrd="0" destOrd="0" presId="urn:microsoft.com/office/officeart/2005/8/layout/hierarchy3"/>
    <dgm:cxn modelId="{DAC20F61-A3CB-4CD2-B6A2-CBB02A17C446}" srcId="{A3A5695C-1150-4C55-A12C-551F3A6B62E0}" destId="{2ACBC9A0-9F47-4DC0-9532-280854275CC7}" srcOrd="5" destOrd="0" parTransId="{AF31A272-11D0-4E76-8BA9-C9974C142A00}" sibTransId="{74F4257C-9D44-45C7-8A88-4FCF8F5B6DBA}"/>
    <dgm:cxn modelId="{076CE449-651B-433D-A37B-C593CAC53079}" type="presOf" srcId="{4B79F561-AE07-4A50-B3D7-5BAB52ACFD06}" destId="{38EB6ED6-7ED3-466F-AC3B-0B970E197054}" srcOrd="0" destOrd="0" presId="urn:microsoft.com/office/officeart/2005/8/layout/hierarchy3"/>
    <dgm:cxn modelId="{CB71806B-40DD-4CCC-B9F0-445E7C4DF9EA}" type="presOf" srcId="{85C196E1-1273-4021-8921-9F10AC27DE73}" destId="{8BF4DDD7-DA60-4B8D-AE88-01901A0150CE}" srcOrd="0" destOrd="0" presId="urn:microsoft.com/office/officeart/2005/8/layout/hierarchy3"/>
    <dgm:cxn modelId="{78E90F71-FED1-4FD0-A937-76C5052D6FA6}" type="presOf" srcId="{8F8DEC8A-61F4-476F-B73B-20F98039B0D8}" destId="{A8C47825-5154-43A8-BB4A-4709ACE7AB4B}" srcOrd="0" destOrd="0" presId="urn:microsoft.com/office/officeart/2005/8/layout/hierarchy3"/>
    <dgm:cxn modelId="{23813371-F1EC-4F72-8BB4-2365CFCEE19C}" srcId="{52252B78-7F7B-47D2-A5B0-56A2B50B3F7C}" destId="{6A122AFD-6951-48C5-BD2B-1276648EA8EF}" srcOrd="0" destOrd="0" parTransId="{545648CD-3242-4C72-90BD-4C4D8C8ADDDE}" sibTransId="{F6DE2A58-4125-4207-AA4A-67D3EABCAB35}"/>
    <dgm:cxn modelId="{684C3352-6B21-4BC6-A30A-B9F5F36B1F56}" type="presOf" srcId="{C9E835E2-A1D1-4FCD-AECB-254F10DC65F7}" destId="{C23FC5DB-FAE2-44C2-A7B3-553CC7594A53}" srcOrd="0" destOrd="0" presId="urn:microsoft.com/office/officeart/2005/8/layout/hierarchy3"/>
    <dgm:cxn modelId="{2FB2FE53-242D-4677-818F-A35B54599CF4}" type="presOf" srcId="{6C853545-1535-44AF-A564-A04B785A012E}" destId="{201859F8-587E-4CD2-A4EA-52B6B096182E}" srcOrd="0" destOrd="0" presId="urn:microsoft.com/office/officeart/2005/8/layout/hierarchy3"/>
    <dgm:cxn modelId="{E5FF8B76-F6F0-438E-A810-7A7A5A43FA4F}" type="presOf" srcId="{9C953949-5835-470A-BD6D-2AC12AF4446D}" destId="{A7EC390C-C7AC-40FE-9213-BCEEC2C6BC4C}" srcOrd="0" destOrd="0" presId="urn:microsoft.com/office/officeart/2005/8/layout/hierarchy3"/>
    <dgm:cxn modelId="{6190A476-CADC-4C4F-BC15-B84582B5E254}" type="presOf" srcId="{4A0EDAF9-9FC6-4BE4-A55C-ED3A63AE216F}" destId="{1A20F4C9-2AD1-4AC2-9701-7F7B2757D5EA}" srcOrd="1" destOrd="0" presId="urn:microsoft.com/office/officeart/2005/8/layout/hierarchy3"/>
    <dgm:cxn modelId="{B417FD76-F7AB-408B-BC83-0BE47050C90F}" srcId="{A1126A5C-5AC4-41C8-BE1D-FB74D4E12990}" destId="{F6288CF9-A85C-4558-AAF6-AE1CE48C6EBA}" srcOrd="2" destOrd="0" parTransId="{4B79F561-AE07-4A50-B3D7-5BAB52ACFD06}" sibTransId="{1EBFAFDA-CE3A-4C37-82DC-2AEE0FF73EC9}"/>
    <dgm:cxn modelId="{24DE3678-7714-4196-8509-3D9B0F61313F}" type="presOf" srcId="{2ACBC9A0-9F47-4DC0-9532-280854275CC7}" destId="{D9B113AE-0A02-4B82-A70F-467AE0DA833D}" srcOrd="0" destOrd="0" presId="urn:microsoft.com/office/officeart/2005/8/layout/hierarchy3"/>
    <dgm:cxn modelId="{BD4B3679-BDCB-4A1D-96C2-CAA64571708E}" type="presOf" srcId="{A3A5695C-1150-4C55-A12C-551F3A6B62E0}" destId="{4580837B-0FDC-4EFC-9BB6-BF2687F9D3E6}" srcOrd="0" destOrd="0" presId="urn:microsoft.com/office/officeart/2005/8/layout/hierarchy3"/>
    <dgm:cxn modelId="{F4049379-C1D1-4A05-95E2-6437C5202680}" type="presOf" srcId="{B10DDC9B-3FDC-4D2E-91F7-5D374B0241BE}" destId="{5D433506-7AFE-488C-A964-07D0275569CF}" srcOrd="0" destOrd="0" presId="urn:microsoft.com/office/officeart/2005/8/layout/hierarchy3"/>
    <dgm:cxn modelId="{FB42AD5A-090B-4F2F-9D05-24106D64DE81}" type="presOf" srcId="{2D1D0002-136F-4D04-9768-6C3714F010D5}" destId="{58423BAA-EFD4-4C17-A13C-20F7181B22BE}" srcOrd="0" destOrd="0" presId="urn:microsoft.com/office/officeart/2005/8/layout/hierarchy3"/>
    <dgm:cxn modelId="{2FCC307E-F11D-45F0-BD3A-869FF5FD3778}" srcId="{4A0EDAF9-9FC6-4BE4-A55C-ED3A63AE216F}" destId="{C7E973AF-7A1C-407B-98CF-09CA0F696BD9}" srcOrd="0" destOrd="0" parTransId="{CC476218-D693-4994-8A95-F3509DB6BA09}" sibTransId="{26AA0826-C5C1-4B51-996B-3509F2B5C76B}"/>
    <dgm:cxn modelId="{050FFB7F-25C4-42D6-A081-68499530186C}" type="presOf" srcId="{545648CD-3242-4C72-90BD-4C4D8C8ADDDE}" destId="{C2A07094-2A2B-4DA8-8BEA-26723B5D8B43}" srcOrd="0" destOrd="0" presId="urn:microsoft.com/office/officeart/2005/8/layout/hierarchy3"/>
    <dgm:cxn modelId="{57E30082-BBE3-4C1B-9B1E-7BF071BFE076}" srcId="{A1126A5C-5AC4-41C8-BE1D-FB74D4E12990}" destId="{79A7E663-AD9E-4CE5-8003-BFDCE62A4131}" srcOrd="1" destOrd="0" parTransId="{D389D5C2-A549-47DE-873B-2CC3924573E6}" sibTransId="{C6ED91C0-08EE-4302-B720-B340F30C9A3C}"/>
    <dgm:cxn modelId="{02C01C85-4F8F-4AE2-9FA0-D06C003E9E25}" type="presOf" srcId="{2F394676-52FC-42A1-BE9B-6CE2A0E7B661}" destId="{31F1C2B5-6DA3-431D-8AA4-2756F3ADB6FE}" srcOrd="0" destOrd="0" presId="urn:microsoft.com/office/officeart/2005/8/layout/hierarchy3"/>
    <dgm:cxn modelId="{1B6FD585-A559-4857-892C-666520041693}" type="presOf" srcId="{DEE0E9DB-C841-4749-AD60-27432254D8BA}" destId="{AE535EF3-FB84-41CB-B7FD-5FE61DFD1A95}" srcOrd="0" destOrd="0" presId="urn:microsoft.com/office/officeart/2005/8/layout/hierarchy3"/>
    <dgm:cxn modelId="{0DB86D8A-9C06-48D7-B92C-25ADFA509578}" srcId="{52252B78-7F7B-47D2-A5B0-56A2B50B3F7C}" destId="{FAB74BD8-F07B-4005-ABC4-05113C6671A3}" srcOrd="1" destOrd="0" parTransId="{2F394676-52FC-42A1-BE9B-6CE2A0E7B661}" sibTransId="{973B4430-C1A2-4F57-A473-77C94192CFB7}"/>
    <dgm:cxn modelId="{173D5A8C-7B03-4439-A70F-E213E33DC5D5}" srcId="{4A0EDAF9-9FC6-4BE4-A55C-ED3A63AE216F}" destId="{07B095DE-D795-4086-A0FB-6151E83B5B3A}" srcOrd="2" destOrd="0" parTransId="{3DBB6347-62B5-4A46-8682-39CE2516E023}" sibTransId="{B4E5FB09-435D-4F96-A0D7-CA20DE2C601B}"/>
    <dgm:cxn modelId="{FC558C8E-5BE8-48B8-8631-6A751D2ACAAB}" srcId="{8F8DEC8A-61F4-476F-B73B-20F98039B0D8}" destId="{4A0EDAF9-9FC6-4BE4-A55C-ED3A63AE216F}" srcOrd="1" destOrd="0" parTransId="{79D4BC98-E303-494A-99E1-0491FDF9C861}" sibTransId="{CE3F2AB8-A69A-4531-B5C7-5EBA64CB09A2}"/>
    <dgm:cxn modelId="{FA47F690-CEEA-4F15-90E6-F61272AEF19A}" srcId="{52252B78-7F7B-47D2-A5B0-56A2B50B3F7C}" destId="{964E6CBC-F723-43B2-82A3-937F79698500}" srcOrd="4" destOrd="0" parTransId="{B10DDC9B-3FDC-4D2E-91F7-5D374B0241BE}" sibTransId="{DFC96FCC-D820-4738-AFDF-228E32D76485}"/>
    <dgm:cxn modelId="{86684591-DC54-43C7-BFD0-667FAB677FB3}" type="presOf" srcId="{431C65F8-3D22-4C9C-BA61-216056A3AC58}" destId="{2C9D379C-7E7A-4BD9-867F-9E0975EB5E43}" srcOrd="0" destOrd="0" presId="urn:microsoft.com/office/officeart/2005/8/layout/hierarchy3"/>
    <dgm:cxn modelId="{445C2095-3136-4178-ACDF-D583DE12A697}" type="presOf" srcId="{52252B78-7F7B-47D2-A5B0-56A2B50B3F7C}" destId="{04441AAF-B904-493F-9C21-F4B9A0CD5AD4}" srcOrd="1" destOrd="0" presId="urn:microsoft.com/office/officeart/2005/8/layout/hierarchy3"/>
    <dgm:cxn modelId="{3E297696-7522-4ABA-A34B-A5FBD94B2AF5}" type="presOf" srcId="{79A7E663-AD9E-4CE5-8003-BFDCE62A4131}" destId="{FB0D12AC-7F74-4466-946B-2D82D791F086}" srcOrd="0" destOrd="0" presId="urn:microsoft.com/office/officeart/2005/8/layout/hierarchy3"/>
    <dgm:cxn modelId="{032CEB97-B2D7-45ED-9222-E74CB4508966}" type="presOf" srcId="{F23CB40E-E5E8-4A44-AD69-765BDAA7670E}" destId="{E0921A7A-FC1E-43E5-BF38-29A80E12D041}" srcOrd="0" destOrd="0" presId="urn:microsoft.com/office/officeart/2005/8/layout/hierarchy3"/>
    <dgm:cxn modelId="{841D2098-C29C-4689-9F3B-CA2F1D4D4AD1}" type="presOf" srcId="{A1126A5C-5AC4-41C8-BE1D-FB74D4E12990}" destId="{4BC6BCDA-CBA7-402B-8D1D-08C32BFFCC76}" srcOrd="1" destOrd="0" presId="urn:microsoft.com/office/officeart/2005/8/layout/hierarchy3"/>
    <dgm:cxn modelId="{1520B799-166F-410A-BDD2-30EF3B7C4C30}" srcId="{8F8DEC8A-61F4-476F-B73B-20F98039B0D8}" destId="{EE974285-40D6-4045-89DC-2AECC191D7CF}" srcOrd="0" destOrd="0" parTransId="{6EE6CD41-7955-4054-94C0-ECEBF4DD041E}" sibTransId="{75BFDB5B-D46A-40A5-A1C0-321226C74871}"/>
    <dgm:cxn modelId="{427CA8A2-62BA-437E-859F-78EDD36B6AF0}" type="presOf" srcId="{1E1D9DDE-1B9C-4572-827F-5879A5195FA3}" destId="{CFC17F5C-3020-4B96-8104-17E8D30198E2}" srcOrd="0" destOrd="0" presId="urn:microsoft.com/office/officeart/2005/8/layout/hierarchy3"/>
    <dgm:cxn modelId="{A068AAA3-1A05-43AA-A9D3-4698BB531C1E}" srcId="{52252B78-7F7B-47D2-A5B0-56A2B50B3F7C}" destId="{BA73B0BB-1E4A-4E26-A246-0E1806328523}" srcOrd="5" destOrd="0" parTransId="{6C853545-1535-44AF-A564-A04B785A012E}" sibTransId="{B966FF22-9EEE-4506-AF99-DB5CE58028E1}"/>
    <dgm:cxn modelId="{ECF579A4-3BC4-421F-8C5B-0A67B022C8B9}" type="presOf" srcId="{EE974285-40D6-4045-89DC-2AECC191D7CF}" destId="{C8B2C97F-156E-412F-BB61-1592AFE988B1}" srcOrd="0" destOrd="0" presId="urn:microsoft.com/office/officeart/2005/8/layout/hierarchy3"/>
    <dgm:cxn modelId="{9727F8A6-19BF-4F82-9E48-655FE6BA62D4}" type="presOf" srcId="{A1126A5C-5AC4-41C8-BE1D-FB74D4E12990}" destId="{E1DA3CA0-2DA3-4B70-8ACF-F4C9B9215686}" srcOrd="0" destOrd="0" presId="urn:microsoft.com/office/officeart/2005/8/layout/hierarchy3"/>
    <dgm:cxn modelId="{A95C48B2-8B5A-41E9-8E6D-9DDC7775060C}" type="presOf" srcId="{1C30BF0D-EFFE-4A9A-BB3D-076900753B49}" destId="{F3465BC6-6951-4AAA-AD4D-1A697ED3B497}" srcOrd="0" destOrd="0" presId="urn:microsoft.com/office/officeart/2005/8/layout/hierarchy3"/>
    <dgm:cxn modelId="{C10A90B4-8ACE-4C2E-896A-35CDB6EF176A}" srcId="{A3A5695C-1150-4C55-A12C-551F3A6B62E0}" destId="{85C196E1-1273-4021-8921-9F10AC27DE73}" srcOrd="2" destOrd="0" parTransId="{B40ACAC8-F119-487D-A736-D04F70FF3443}" sibTransId="{05FFE259-3C47-48C5-BA86-4F507107DE3D}"/>
    <dgm:cxn modelId="{3B4DF1B6-75F8-4294-918C-55A17EC8F085}" type="presOf" srcId="{6A122AFD-6951-48C5-BD2B-1276648EA8EF}" destId="{C110A7B4-6059-42E7-B8BE-92E568BCA8C3}" srcOrd="0" destOrd="0" presId="urn:microsoft.com/office/officeart/2005/8/layout/hierarchy3"/>
    <dgm:cxn modelId="{1CB503C0-125D-4900-8E67-C0F69F4D6620}" type="presOf" srcId="{FAB74BD8-F07B-4005-ABC4-05113C6671A3}" destId="{CFA0D109-89C6-4914-811F-FA69E48640F4}" srcOrd="0" destOrd="0" presId="urn:microsoft.com/office/officeart/2005/8/layout/hierarchy3"/>
    <dgm:cxn modelId="{4F3D3CC0-4A30-4116-A4D0-6C6220BAA9DB}" type="presOf" srcId="{C7E973AF-7A1C-407B-98CF-09CA0F696BD9}" destId="{8C430243-6F8B-423F-94E2-4F23A0C4A97B}" srcOrd="0" destOrd="0" presId="urn:microsoft.com/office/officeart/2005/8/layout/hierarchy3"/>
    <dgm:cxn modelId="{EBE987C6-8EF8-4829-99B1-15695A685968}" type="presOf" srcId="{796A1408-6707-487A-8809-A093EDF9E854}" destId="{00399A9C-F14F-4220-A20D-AAAB181FF1D7}" srcOrd="0" destOrd="0" presId="urn:microsoft.com/office/officeart/2005/8/layout/hierarchy3"/>
    <dgm:cxn modelId="{7973D8C6-1DD1-4550-A7BE-F8A8C30653E8}" srcId="{4A0EDAF9-9FC6-4BE4-A55C-ED3A63AE216F}" destId="{F6AFC9A1-A741-4981-BDAE-C6D31BE3A6E7}" srcOrd="3" destOrd="0" parTransId="{B02605BB-09E4-4A90-9238-29922CD1C639}" sibTransId="{266C17BA-4E3C-4749-B403-59AAC6D50432}"/>
    <dgm:cxn modelId="{61FF1DCC-8866-4599-BFEF-7C2CDF4A0123}" type="presOf" srcId="{BA73B0BB-1E4A-4E26-A246-0E1806328523}" destId="{A364F042-72FC-4351-972A-FAD7890FAE3D}" srcOrd="0" destOrd="0" presId="urn:microsoft.com/office/officeart/2005/8/layout/hierarchy3"/>
    <dgm:cxn modelId="{A16511CF-56B6-46E5-80EA-EA1677F48728}" type="presOf" srcId="{D389D5C2-A549-47DE-873B-2CC3924573E6}" destId="{9D1D373D-3525-4486-8DBF-921500FB85E5}" srcOrd="0" destOrd="0" presId="urn:microsoft.com/office/officeart/2005/8/layout/hierarchy3"/>
    <dgm:cxn modelId="{53C567D3-6D38-4A3C-819B-2CADD4460F11}" type="presOf" srcId="{7279BDE6-45EA-4731-8C7D-BD8F5239D397}" destId="{DAFAF6C8-AA95-4D1F-92DF-1D292BA344CF}" srcOrd="0" destOrd="0" presId="urn:microsoft.com/office/officeart/2005/8/layout/hierarchy3"/>
    <dgm:cxn modelId="{099595D3-2600-4391-8D59-3067BA6D6A1D}" type="presOf" srcId="{3DBB6347-62B5-4A46-8682-39CE2516E023}" destId="{38A0F52D-6B99-426D-8F0E-AF0D5A192412}" srcOrd="0" destOrd="0" presId="urn:microsoft.com/office/officeart/2005/8/layout/hierarchy3"/>
    <dgm:cxn modelId="{CD1935D7-827F-4FCA-B209-271E79C64F90}" type="presOf" srcId="{3EF89880-504C-4068-AD60-543A8049483C}" destId="{5ABDB145-5819-4676-958E-1659836C2F26}" srcOrd="0" destOrd="0" presId="urn:microsoft.com/office/officeart/2005/8/layout/hierarchy3"/>
    <dgm:cxn modelId="{C5E3A4D7-269C-46E2-875F-777C2EFE5F34}" srcId="{A3A5695C-1150-4C55-A12C-551F3A6B62E0}" destId="{DEE0E9DB-C841-4749-AD60-27432254D8BA}" srcOrd="4" destOrd="0" parTransId="{EB2B7A45-8BC7-48E2-BA0B-CA88F4A8920E}" sibTransId="{56DBF8CA-C73E-45E3-B555-20E31B3619B7}"/>
    <dgm:cxn modelId="{74C351DC-86F0-48BD-AFAA-8C2CB83D0B51}" type="presOf" srcId="{4A0EDAF9-9FC6-4BE4-A55C-ED3A63AE216F}" destId="{6432771F-BBFC-4D5F-9FB8-F06219EED6CC}" srcOrd="0" destOrd="0" presId="urn:microsoft.com/office/officeart/2005/8/layout/hierarchy3"/>
    <dgm:cxn modelId="{0D25E2E4-9D58-4012-8496-8CC8CCAE58F4}" type="presOf" srcId="{B02605BB-09E4-4A90-9238-29922CD1C639}" destId="{55AF31E9-4E2B-4B0E-BC6E-F6C30F6BEE6C}" srcOrd="0" destOrd="0" presId="urn:microsoft.com/office/officeart/2005/8/layout/hierarchy3"/>
    <dgm:cxn modelId="{F06D44E5-4400-4AF3-8703-4B1CB1D83EEA}" type="presOf" srcId="{F6288CF9-A85C-4558-AAF6-AE1CE48C6EBA}" destId="{8B53B42E-848F-4929-A50E-B126BB6789F9}" srcOrd="0" destOrd="0" presId="urn:microsoft.com/office/officeart/2005/8/layout/hierarchy3"/>
    <dgm:cxn modelId="{8D2FF7E7-AD74-4169-AFD2-AA08944146A1}" srcId="{52252B78-7F7B-47D2-A5B0-56A2B50B3F7C}" destId="{8C4CD563-2D08-4AA7-AC4F-029C0C0AEC8B}" srcOrd="3" destOrd="0" parTransId="{261C1D60-6000-47BE-9935-C3840867C876}" sibTransId="{29A7AF43-513F-43AE-BD1A-42A0F178347B}"/>
    <dgm:cxn modelId="{F1754CE8-3C9E-43C1-95D4-E3B44439018E}" srcId="{A3A5695C-1150-4C55-A12C-551F3A6B62E0}" destId="{431C65F8-3D22-4C9C-BA61-216056A3AC58}" srcOrd="3" destOrd="0" parTransId="{0D98D7C5-31A7-469F-88E3-00C439236CA4}" sibTransId="{1EEFED04-0684-421E-B639-8B75D2580499}"/>
    <dgm:cxn modelId="{A722B0E8-E952-45C7-AA01-EF9A0C3207CF}" type="presOf" srcId="{A3A5695C-1150-4C55-A12C-551F3A6B62E0}" destId="{F1875CEC-37E0-420F-B722-64691B605E7C}" srcOrd="1" destOrd="0" presId="urn:microsoft.com/office/officeart/2005/8/layout/hierarchy3"/>
    <dgm:cxn modelId="{23EE78EA-058A-4959-82AA-0B42DD6F434E}" type="presOf" srcId="{EB2B7A45-8BC7-48E2-BA0B-CA88F4A8920E}" destId="{1FCED377-7020-4A2E-A904-4ABAD39630C7}" srcOrd="0" destOrd="0" presId="urn:microsoft.com/office/officeart/2005/8/layout/hierarchy3"/>
    <dgm:cxn modelId="{57C6D2EA-BABB-4CBB-BA17-0A8360BDA067}" type="presOf" srcId="{204ACADC-33E3-4C96-9B31-836D897639F8}" destId="{BBE32993-E627-45A2-A917-1B35B3C2A1F7}" srcOrd="0" destOrd="0" presId="urn:microsoft.com/office/officeart/2005/8/layout/hierarchy3"/>
    <dgm:cxn modelId="{C1D5DDEA-C8AB-435D-9770-FD5682E15675}" type="presOf" srcId="{B40ACAC8-F119-487D-A736-D04F70FF3443}" destId="{D8311174-4957-4791-BD75-A715912B1943}" srcOrd="0" destOrd="0" presId="urn:microsoft.com/office/officeart/2005/8/layout/hierarchy3"/>
    <dgm:cxn modelId="{F3E95DEB-5F94-43F2-A8C5-C8B5A7BEC20A}" type="presOf" srcId="{CC476218-D693-4994-8A95-F3509DB6BA09}" destId="{5CA5548B-23B1-4424-B916-2D4E4298DB07}" srcOrd="0" destOrd="0" presId="urn:microsoft.com/office/officeart/2005/8/layout/hierarchy3"/>
    <dgm:cxn modelId="{0F5465F3-37B7-431D-9876-AB2F2312F237}" type="presOf" srcId="{2AABE0D5-F415-44B4-BF16-46428CEA20F7}" destId="{DE3C8353-F0B6-4480-854C-344F99E3000F}" srcOrd="0" destOrd="0" presId="urn:microsoft.com/office/officeart/2005/8/layout/hierarchy3"/>
    <dgm:cxn modelId="{556D52F5-3184-4569-806E-0E28CA5F635E}" type="presOf" srcId="{AF31A272-11D0-4E76-8BA9-C9974C142A00}" destId="{ED92EA9F-FE97-4A8D-9494-1EC30632701A}" srcOrd="0" destOrd="0" presId="urn:microsoft.com/office/officeart/2005/8/layout/hierarchy3"/>
    <dgm:cxn modelId="{F7A784F6-A4E0-4203-A39A-4197DF150F7B}" srcId="{52252B78-7F7B-47D2-A5B0-56A2B50B3F7C}" destId="{F23CB40E-E5E8-4A44-AD69-765BDAA7670E}" srcOrd="2" destOrd="0" parTransId="{A98630EC-8013-4FAD-85BD-27350B3D29A2}" sibTransId="{82709341-3C5E-4871-B814-82495D5B8223}"/>
    <dgm:cxn modelId="{ECF502F7-0D1D-4014-B3DB-AAE3C7A24FD5}" srcId="{8F8DEC8A-61F4-476F-B73B-20F98039B0D8}" destId="{A1126A5C-5AC4-41C8-BE1D-FB74D4E12990}" srcOrd="2" destOrd="0" parTransId="{2495957B-4F23-4B7E-90F0-DF55D5CEC560}" sibTransId="{36F7BC29-22AB-4911-B5F1-A7F3DB3FC791}"/>
    <dgm:cxn modelId="{AAC6D8FB-ABC2-4E76-8F6E-4EFB0400263A}" type="presOf" srcId="{1058134A-3EB9-4671-8638-CB728BD231F9}" destId="{2F20888C-7B65-46FF-ABC2-507F97A6F670}" srcOrd="0" destOrd="0" presId="urn:microsoft.com/office/officeart/2005/8/layout/hierarchy3"/>
    <dgm:cxn modelId="{F75F80FC-B12A-4F9D-A348-5B76B2C25420}" type="presOf" srcId="{07B095DE-D795-4086-A0FB-6151E83B5B3A}" destId="{431631BD-7E4E-4F11-B422-62A2E5561F7E}" srcOrd="0" destOrd="0" presId="urn:microsoft.com/office/officeart/2005/8/layout/hierarchy3"/>
    <dgm:cxn modelId="{E59558AE-28F6-4BBC-B680-A8D1EEFAE9C7}" type="presParOf" srcId="{A8C47825-5154-43A8-BB4A-4709ACE7AB4B}" destId="{A891FC71-E09D-4170-9AFB-50A301255308}" srcOrd="0" destOrd="0" presId="urn:microsoft.com/office/officeart/2005/8/layout/hierarchy3"/>
    <dgm:cxn modelId="{736921CB-D408-4662-85B4-B7568F4A0644}" type="presParOf" srcId="{A891FC71-E09D-4170-9AFB-50A301255308}" destId="{1707AE67-0D32-4390-A88B-81C08524FDAB}" srcOrd="0" destOrd="0" presId="urn:microsoft.com/office/officeart/2005/8/layout/hierarchy3"/>
    <dgm:cxn modelId="{030254BF-DE2A-49C9-81F1-BA6BE49DEF99}" type="presParOf" srcId="{1707AE67-0D32-4390-A88B-81C08524FDAB}" destId="{C8B2C97F-156E-412F-BB61-1592AFE988B1}" srcOrd="0" destOrd="0" presId="urn:microsoft.com/office/officeart/2005/8/layout/hierarchy3"/>
    <dgm:cxn modelId="{4952C8CD-52CF-49C5-B6AF-C8B0068E691C}" type="presParOf" srcId="{1707AE67-0D32-4390-A88B-81C08524FDAB}" destId="{CF35FE6A-2E9A-4C92-88A9-0CC8910039EE}" srcOrd="1" destOrd="0" presId="urn:microsoft.com/office/officeart/2005/8/layout/hierarchy3"/>
    <dgm:cxn modelId="{8E1C1974-A93E-4ABF-9F3D-497B90CAC599}" type="presParOf" srcId="{A891FC71-E09D-4170-9AFB-50A301255308}" destId="{5CBC3E25-32BF-4CE7-8025-5ECEFEF86648}" srcOrd="1" destOrd="0" presId="urn:microsoft.com/office/officeart/2005/8/layout/hierarchy3"/>
    <dgm:cxn modelId="{8945991E-1F47-4C50-9A15-60A39B5DE07A}" type="presParOf" srcId="{A8C47825-5154-43A8-BB4A-4709ACE7AB4B}" destId="{91A0CE9E-CC90-4BD1-B7EE-86D83B098598}" srcOrd="1" destOrd="0" presId="urn:microsoft.com/office/officeart/2005/8/layout/hierarchy3"/>
    <dgm:cxn modelId="{2DC75CE4-F887-419A-B8A1-190DCB55A263}" type="presParOf" srcId="{91A0CE9E-CC90-4BD1-B7EE-86D83B098598}" destId="{589F0EF6-F167-4091-AA6D-0A6031406D73}" srcOrd="0" destOrd="0" presId="urn:microsoft.com/office/officeart/2005/8/layout/hierarchy3"/>
    <dgm:cxn modelId="{A9E1EAE1-14E8-4CD9-A7A3-E792CD0705F5}" type="presParOf" srcId="{589F0EF6-F167-4091-AA6D-0A6031406D73}" destId="{6432771F-BBFC-4D5F-9FB8-F06219EED6CC}" srcOrd="0" destOrd="0" presId="urn:microsoft.com/office/officeart/2005/8/layout/hierarchy3"/>
    <dgm:cxn modelId="{D47CBAC1-070D-4CB6-B529-741D2789535E}" type="presParOf" srcId="{589F0EF6-F167-4091-AA6D-0A6031406D73}" destId="{1A20F4C9-2AD1-4AC2-9701-7F7B2757D5EA}" srcOrd="1" destOrd="0" presId="urn:microsoft.com/office/officeart/2005/8/layout/hierarchy3"/>
    <dgm:cxn modelId="{6A524FBC-A126-4397-9695-CAA122DA6ED0}" type="presParOf" srcId="{91A0CE9E-CC90-4BD1-B7EE-86D83B098598}" destId="{CBC6512B-7CB9-4F41-8959-EF20E25B9116}" srcOrd="1" destOrd="0" presId="urn:microsoft.com/office/officeart/2005/8/layout/hierarchy3"/>
    <dgm:cxn modelId="{C8B6FE9D-1235-4137-AB1E-DDB4825DA454}" type="presParOf" srcId="{CBC6512B-7CB9-4F41-8959-EF20E25B9116}" destId="{5CA5548B-23B1-4424-B916-2D4E4298DB07}" srcOrd="0" destOrd="0" presId="urn:microsoft.com/office/officeart/2005/8/layout/hierarchy3"/>
    <dgm:cxn modelId="{42A6FEFF-5AF0-4319-90B9-E4B229FFCC66}" type="presParOf" srcId="{CBC6512B-7CB9-4F41-8959-EF20E25B9116}" destId="{8C430243-6F8B-423F-94E2-4F23A0C4A97B}" srcOrd="1" destOrd="0" presId="urn:microsoft.com/office/officeart/2005/8/layout/hierarchy3"/>
    <dgm:cxn modelId="{00C4C829-36DC-4692-A0F6-326BC9CE38C7}" type="presParOf" srcId="{CBC6512B-7CB9-4F41-8959-EF20E25B9116}" destId="{2F20888C-7B65-46FF-ABC2-507F97A6F670}" srcOrd="2" destOrd="0" presId="urn:microsoft.com/office/officeart/2005/8/layout/hierarchy3"/>
    <dgm:cxn modelId="{EBEC9935-3E94-4DF4-812E-5646108E9BDD}" type="presParOf" srcId="{CBC6512B-7CB9-4F41-8959-EF20E25B9116}" destId="{92768667-F677-43EF-A65F-12D12C54EAC9}" srcOrd="3" destOrd="0" presId="urn:microsoft.com/office/officeart/2005/8/layout/hierarchy3"/>
    <dgm:cxn modelId="{0B2E8BE7-B6A7-4B97-8D99-8A2AECA6BBC9}" type="presParOf" srcId="{CBC6512B-7CB9-4F41-8959-EF20E25B9116}" destId="{38A0F52D-6B99-426D-8F0E-AF0D5A192412}" srcOrd="4" destOrd="0" presId="urn:microsoft.com/office/officeart/2005/8/layout/hierarchy3"/>
    <dgm:cxn modelId="{9C84B96E-E44C-44A6-82BF-344DDE7E5B92}" type="presParOf" srcId="{CBC6512B-7CB9-4F41-8959-EF20E25B9116}" destId="{431631BD-7E4E-4F11-B422-62A2E5561F7E}" srcOrd="5" destOrd="0" presId="urn:microsoft.com/office/officeart/2005/8/layout/hierarchy3"/>
    <dgm:cxn modelId="{4194C4FD-2761-491A-9519-47E434207194}" type="presParOf" srcId="{CBC6512B-7CB9-4F41-8959-EF20E25B9116}" destId="{55AF31E9-4E2B-4B0E-BC6E-F6C30F6BEE6C}" srcOrd="6" destOrd="0" presId="urn:microsoft.com/office/officeart/2005/8/layout/hierarchy3"/>
    <dgm:cxn modelId="{BC6702FC-FC1F-4F01-BE1C-8D5051584818}" type="presParOf" srcId="{CBC6512B-7CB9-4F41-8959-EF20E25B9116}" destId="{8C920BDA-CD0D-43A5-8962-0743DD516A65}" srcOrd="7" destOrd="0" presId="urn:microsoft.com/office/officeart/2005/8/layout/hierarchy3"/>
    <dgm:cxn modelId="{60E6946A-4AB8-473E-8A48-CF2A30406AB6}" type="presParOf" srcId="{CBC6512B-7CB9-4F41-8959-EF20E25B9116}" destId="{BBE32993-E627-45A2-A917-1B35B3C2A1F7}" srcOrd="8" destOrd="0" presId="urn:microsoft.com/office/officeart/2005/8/layout/hierarchy3"/>
    <dgm:cxn modelId="{3FB46649-A740-461A-8EFF-08CDEB5179A8}" type="presParOf" srcId="{CBC6512B-7CB9-4F41-8959-EF20E25B9116}" destId="{CFC17F5C-3020-4B96-8104-17E8D30198E2}" srcOrd="9" destOrd="0" presId="urn:microsoft.com/office/officeart/2005/8/layout/hierarchy3"/>
    <dgm:cxn modelId="{4F20695A-349C-4D58-9953-CBE2396F2E41}" type="presParOf" srcId="{CBC6512B-7CB9-4F41-8959-EF20E25B9116}" destId="{A7EC390C-C7AC-40FE-9213-BCEEC2C6BC4C}" srcOrd="10" destOrd="0" presId="urn:microsoft.com/office/officeart/2005/8/layout/hierarchy3"/>
    <dgm:cxn modelId="{51414F69-3DAF-4015-BB36-F26DA0E275D6}" type="presParOf" srcId="{CBC6512B-7CB9-4F41-8959-EF20E25B9116}" destId="{B726C5A6-F477-4608-BB6A-D286B441416D}" srcOrd="11" destOrd="0" presId="urn:microsoft.com/office/officeart/2005/8/layout/hierarchy3"/>
    <dgm:cxn modelId="{949927B8-26BC-4531-9909-408DBB735F4B}" type="presParOf" srcId="{A8C47825-5154-43A8-BB4A-4709ACE7AB4B}" destId="{22FC4B26-43E7-4BD7-8D48-0A5E191E8B88}" srcOrd="2" destOrd="0" presId="urn:microsoft.com/office/officeart/2005/8/layout/hierarchy3"/>
    <dgm:cxn modelId="{A1D39302-514C-4D2F-AB28-4C49228C47AD}" type="presParOf" srcId="{22FC4B26-43E7-4BD7-8D48-0A5E191E8B88}" destId="{120EAD1F-E677-4CB7-B3AA-CB4D89D3F774}" srcOrd="0" destOrd="0" presId="urn:microsoft.com/office/officeart/2005/8/layout/hierarchy3"/>
    <dgm:cxn modelId="{3E9BB48A-01DA-41C1-88E0-4C5A6683EF56}" type="presParOf" srcId="{120EAD1F-E677-4CB7-B3AA-CB4D89D3F774}" destId="{E1DA3CA0-2DA3-4B70-8ACF-F4C9B9215686}" srcOrd="0" destOrd="0" presId="urn:microsoft.com/office/officeart/2005/8/layout/hierarchy3"/>
    <dgm:cxn modelId="{EFA63BDA-FE98-40D6-91E0-17F6B46CFE32}" type="presParOf" srcId="{120EAD1F-E677-4CB7-B3AA-CB4D89D3F774}" destId="{4BC6BCDA-CBA7-402B-8D1D-08C32BFFCC76}" srcOrd="1" destOrd="0" presId="urn:microsoft.com/office/officeart/2005/8/layout/hierarchy3"/>
    <dgm:cxn modelId="{255384DE-8C69-42C3-A8FF-06E6D4CC645F}" type="presParOf" srcId="{22FC4B26-43E7-4BD7-8D48-0A5E191E8B88}" destId="{EB6FD277-EC4F-4BFF-BC9F-D1A2B23DBCC4}" srcOrd="1" destOrd="0" presId="urn:microsoft.com/office/officeart/2005/8/layout/hierarchy3"/>
    <dgm:cxn modelId="{2D8ABAC5-7638-44A1-9303-A36A79DF5EFF}" type="presParOf" srcId="{EB6FD277-EC4F-4BFF-BC9F-D1A2B23DBCC4}" destId="{3DB894E3-D281-482B-BAE6-BC9C88D13B82}" srcOrd="0" destOrd="0" presId="urn:microsoft.com/office/officeart/2005/8/layout/hierarchy3"/>
    <dgm:cxn modelId="{BDB79D90-541F-4CAF-A15D-051C33A35880}" type="presParOf" srcId="{EB6FD277-EC4F-4BFF-BC9F-D1A2B23DBCC4}" destId="{00399A9C-F14F-4220-A20D-AAAB181FF1D7}" srcOrd="1" destOrd="0" presId="urn:microsoft.com/office/officeart/2005/8/layout/hierarchy3"/>
    <dgm:cxn modelId="{D89810C8-9170-4B24-B775-A08AC93F9673}" type="presParOf" srcId="{EB6FD277-EC4F-4BFF-BC9F-D1A2B23DBCC4}" destId="{9D1D373D-3525-4486-8DBF-921500FB85E5}" srcOrd="2" destOrd="0" presId="urn:microsoft.com/office/officeart/2005/8/layout/hierarchy3"/>
    <dgm:cxn modelId="{79B56539-5179-4AB6-A718-879CA78A6FD4}" type="presParOf" srcId="{EB6FD277-EC4F-4BFF-BC9F-D1A2B23DBCC4}" destId="{FB0D12AC-7F74-4466-946B-2D82D791F086}" srcOrd="3" destOrd="0" presId="urn:microsoft.com/office/officeart/2005/8/layout/hierarchy3"/>
    <dgm:cxn modelId="{33540D75-05D0-4538-AC43-98688382C741}" type="presParOf" srcId="{EB6FD277-EC4F-4BFF-BC9F-D1A2B23DBCC4}" destId="{38EB6ED6-7ED3-466F-AC3B-0B970E197054}" srcOrd="4" destOrd="0" presId="urn:microsoft.com/office/officeart/2005/8/layout/hierarchy3"/>
    <dgm:cxn modelId="{E29F7A8A-3477-4F9E-BF97-4161643110A6}" type="presParOf" srcId="{EB6FD277-EC4F-4BFF-BC9F-D1A2B23DBCC4}" destId="{8B53B42E-848F-4929-A50E-B126BB6789F9}" srcOrd="5" destOrd="0" presId="urn:microsoft.com/office/officeart/2005/8/layout/hierarchy3"/>
    <dgm:cxn modelId="{6B709AFB-2116-4142-A8C2-8ED486D25544}" type="presParOf" srcId="{EB6FD277-EC4F-4BFF-BC9F-D1A2B23DBCC4}" destId="{F3465BC6-6951-4AAA-AD4D-1A697ED3B497}" srcOrd="6" destOrd="0" presId="urn:microsoft.com/office/officeart/2005/8/layout/hierarchy3"/>
    <dgm:cxn modelId="{23085748-84EC-451B-A910-EE351A8444BF}" type="presParOf" srcId="{EB6FD277-EC4F-4BFF-BC9F-D1A2B23DBCC4}" destId="{DAFAF6C8-AA95-4D1F-92DF-1D292BA344CF}" srcOrd="7" destOrd="0" presId="urn:microsoft.com/office/officeart/2005/8/layout/hierarchy3"/>
    <dgm:cxn modelId="{79169FB6-D5D7-4123-9024-5B27130B8F77}" type="presParOf" srcId="{EB6FD277-EC4F-4BFF-BC9F-D1A2B23DBCC4}" destId="{036E79EB-B943-49F5-9CE4-1BDAAA813E87}" srcOrd="8" destOrd="0" presId="urn:microsoft.com/office/officeart/2005/8/layout/hierarchy3"/>
    <dgm:cxn modelId="{35C36AEE-0702-4482-961E-375AD5D07C5D}" type="presParOf" srcId="{EB6FD277-EC4F-4BFF-BC9F-D1A2B23DBCC4}" destId="{5ABDB145-5819-4676-958E-1659836C2F26}" srcOrd="9" destOrd="0" presId="urn:microsoft.com/office/officeart/2005/8/layout/hierarchy3"/>
    <dgm:cxn modelId="{51EB4906-368A-477A-8B39-9AD8A36E8C72}" type="presParOf" srcId="{EB6FD277-EC4F-4BFF-BC9F-D1A2B23DBCC4}" destId="{58423BAA-EFD4-4C17-A13C-20F7181B22BE}" srcOrd="10" destOrd="0" presId="urn:microsoft.com/office/officeart/2005/8/layout/hierarchy3"/>
    <dgm:cxn modelId="{37AB098E-AA8B-4FC7-9496-BE557CEE0A4C}" type="presParOf" srcId="{EB6FD277-EC4F-4BFF-BC9F-D1A2B23DBCC4}" destId="{72E612EF-0F0E-499A-9B18-BB35B92843C2}" srcOrd="11" destOrd="0" presId="urn:microsoft.com/office/officeart/2005/8/layout/hierarchy3"/>
    <dgm:cxn modelId="{FF3AC9AD-F8C7-4B8D-A76D-7D0D7C7CA169}" type="presParOf" srcId="{A8C47825-5154-43A8-BB4A-4709ACE7AB4B}" destId="{4C04B4AD-8BDD-42F5-9D82-432232ACB102}" srcOrd="3" destOrd="0" presId="urn:microsoft.com/office/officeart/2005/8/layout/hierarchy3"/>
    <dgm:cxn modelId="{17086EFD-CB57-4FD3-A7F2-5AF3AFEA4BBE}" type="presParOf" srcId="{4C04B4AD-8BDD-42F5-9D82-432232ACB102}" destId="{3C19DF1C-6598-4CE6-BFDB-DE446FF63516}" srcOrd="0" destOrd="0" presId="urn:microsoft.com/office/officeart/2005/8/layout/hierarchy3"/>
    <dgm:cxn modelId="{440BC14C-AABC-46F7-A432-DCDCE6E4A023}" type="presParOf" srcId="{3C19DF1C-6598-4CE6-BFDB-DE446FF63516}" destId="{4580837B-0FDC-4EFC-9BB6-BF2687F9D3E6}" srcOrd="0" destOrd="0" presId="urn:microsoft.com/office/officeart/2005/8/layout/hierarchy3"/>
    <dgm:cxn modelId="{6AE9AC9F-9C5D-40CD-ABAB-746D3359B572}" type="presParOf" srcId="{3C19DF1C-6598-4CE6-BFDB-DE446FF63516}" destId="{F1875CEC-37E0-420F-B722-64691B605E7C}" srcOrd="1" destOrd="0" presId="urn:microsoft.com/office/officeart/2005/8/layout/hierarchy3"/>
    <dgm:cxn modelId="{2C4AE32E-1511-4214-82A1-8080FD21275E}" type="presParOf" srcId="{4C04B4AD-8BDD-42F5-9D82-432232ACB102}" destId="{D5A8622F-0530-4150-9F9D-06B4ADC1D96E}" srcOrd="1" destOrd="0" presId="urn:microsoft.com/office/officeart/2005/8/layout/hierarchy3"/>
    <dgm:cxn modelId="{4519360B-5887-404E-87C6-47CF77B3ADEA}" type="presParOf" srcId="{D5A8622F-0530-4150-9F9D-06B4ADC1D96E}" destId="{C23FC5DB-FAE2-44C2-A7B3-553CC7594A53}" srcOrd="0" destOrd="0" presId="urn:microsoft.com/office/officeart/2005/8/layout/hierarchy3"/>
    <dgm:cxn modelId="{AAA8852E-094C-48E8-B93C-EE8239F92970}" type="presParOf" srcId="{D5A8622F-0530-4150-9F9D-06B4ADC1D96E}" destId="{DE3C8353-F0B6-4480-854C-344F99E3000F}" srcOrd="1" destOrd="0" presId="urn:microsoft.com/office/officeart/2005/8/layout/hierarchy3"/>
    <dgm:cxn modelId="{A61453F4-9DCA-4D5A-91C1-0F3C5D1DFD9E}" type="presParOf" srcId="{D5A8622F-0530-4150-9F9D-06B4ADC1D96E}" destId="{6CF98855-64AF-4732-8BC3-C236D6017ED6}" srcOrd="2" destOrd="0" presId="urn:microsoft.com/office/officeart/2005/8/layout/hierarchy3"/>
    <dgm:cxn modelId="{32AC6051-2821-4839-9470-9D097116B635}" type="presParOf" srcId="{D5A8622F-0530-4150-9F9D-06B4ADC1D96E}" destId="{04E4F2A2-A7E9-462B-A29D-EE11E433F7DB}" srcOrd="3" destOrd="0" presId="urn:microsoft.com/office/officeart/2005/8/layout/hierarchy3"/>
    <dgm:cxn modelId="{F9E430ED-7F29-4B6D-8A69-C54BB2946331}" type="presParOf" srcId="{D5A8622F-0530-4150-9F9D-06B4ADC1D96E}" destId="{D8311174-4957-4791-BD75-A715912B1943}" srcOrd="4" destOrd="0" presId="urn:microsoft.com/office/officeart/2005/8/layout/hierarchy3"/>
    <dgm:cxn modelId="{09ED9493-A25A-4698-8903-988074D84196}" type="presParOf" srcId="{D5A8622F-0530-4150-9F9D-06B4ADC1D96E}" destId="{8BF4DDD7-DA60-4B8D-AE88-01901A0150CE}" srcOrd="5" destOrd="0" presId="urn:microsoft.com/office/officeart/2005/8/layout/hierarchy3"/>
    <dgm:cxn modelId="{7964B29D-7CD1-4E81-AAE7-4426EB028B56}" type="presParOf" srcId="{D5A8622F-0530-4150-9F9D-06B4ADC1D96E}" destId="{7841EC5F-D888-49B2-BCCC-1C99DB3A32DE}" srcOrd="6" destOrd="0" presId="urn:microsoft.com/office/officeart/2005/8/layout/hierarchy3"/>
    <dgm:cxn modelId="{C63F6501-E426-4474-BBF3-DB083A322E25}" type="presParOf" srcId="{D5A8622F-0530-4150-9F9D-06B4ADC1D96E}" destId="{2C9D379C-7E7A-4BD9-867F-9E0975EB5E43}" srcOrd="7" destOrd="0" presId="urn:microsoft.com/office/officeart/2005/8/layout/hierarchy3"/>
    <dgm:cxn modelId="{9FAC8A32-90D1-48E7-A064-32F6E46B139A}" type="presParOf" srcId="{D5A8622F-0530-4150-9F9D-06B4ADC1D96E}" destId="{1FCED377-7020-4A2E-A904-4ABAD39630C7}" srcOrd="8" destOrd="0" presId="urn:microsoft.com/office/officeart/2005/8/layout/hierarchy3"/>
    <dgm:cxn modelId="{9C8E2DD4-5B42-460B-BACA-0EB4FC00BA6F}" type="presParOf" srcId="{D5A8622F-0530-4150-9F9D-06B4ADC1D96E}" destId="{AE535EF3-FB84-41CB-B7FD-5FE61DFD1A95}" srcOrd="9" destOrd="0" presId="urn:microsoft.com/office/officeart/2005/8/layout/hierarchy3"/>
    <dgm:cxn modelId="{6208D946-12AA-4CEB-8453-720DEE5E4277}" type="presParOf" srcId="{D5A8622F-0530-4150-9F9D-06B4ADC1D96E}" destId="{ED92EA9F-FE97-4A8D-9494-1EC30632701A}" srcOrd="10" destOrd="0" presId="urn:microsoft.com/office/officeart/2005/8/layout/hierarchy3"/>
    <dgm:cxn modelId="{BACFDD9D-8A76-4683-A91E-F74F2F4717C3}" type="presParOf" srcId="{D5A8622F-0530-4150-9F9D-06B4ADC1D96E}" destId="{D9B113AE-0A02-4B82-A70F-467AE0DA833D}" srcOrd="11" destOrd="0" presId="urn:microsoft.com/office/officeart/2005/8/layout/hierarchy3"/>
    <dgm:cxn modelId="{73F5B3F6-2D6F-4587-BA33-BE330C12E0B8}" type="presParOf" srcId="{A8C47825-5154-43A8-BB4A-4709ACE7AB4B}" destId="{4A692C27-3154-4AD0-ACA4-ADAA707DB780}" srcOrd="4" destOrd="0" presId="urn:microsoft.com/office/officeart/2005/8/layout/hierarchy3"/>
    <dgm:cxn modelId="{3A3BE999-CBC8-4F8E-8C1E-8610ACEC65E5}" type="presParOf" srcId="{4A692C27-3154-4AD0-ACA4-ADAA707DB780}" destId="{6FDD2AEE-130F-4325-AC07-5E4390ECE3E5}" srcOrd="0" destOrd="0" presId="urn:microsoft.com/office/officeart/2005/8/layout/hierarchy3"/>
    <dgm:cxn modelId="{8222B06F-8719-4B97-BF5C-38AC8FE206C7}" type="presParOf" srcId="{6FDD2AEE-130F-4325-AC07-5E4390ECE3E5}" destId="{5ABDDF7A-CCB0-4DBC-8BE2-3F3279B2B526}" srcOrd="0" destOrd="0" presId="urn:microsoft.com/office/officeart/2005/8/layout/hierarchy3"/>
    <dgm:cxn modelId="{C715A70D-14D4-49BF-B5E0-772478230FFE}" type="presParOf" srcId="{6FDD2AEE-130F-4325-AC07-5E4390ECE3E5}" destId="{04441AAF-B904-493F-9C21-F4B9A0CD5AD4}" srcOrd="1" destOrd="0" presId="urn:microsoft.com/office/officeart/2005/8/layout/hierarchy3"/>
    <dgm:cxn modelId="{37375BDC-A859-42C1-9E03-2DF514EC4494}" type="presParOf" srcId="{4A692C27-3154-4AD0-ACA4-ADAA707DB780}" destId="{548F9E7E-2FDA-4CB9-AC0E-6C3285DFB305}" srcOrd="1" destOrd="0" presId="urn:microsoft.com/office/officeart/2005/8/layout/hierarchy3"/>
    <dgm:cxn modelId="{73A9C17A-06EC-419A-B5EB-BEC0392C7D2A}" type="presParOf" srcId="{548F9E7E-2FDA-4CB9-AC0E-6C3285DFB305}" destId="{C2A07094-2A2B-4DA8-8BEA-26723B5D8B43}" srcOrd="0" destOrd="0" presId="urn:microsoft.com/office/officeart/2005/8/layout/hierarchy3"/>
    <dgm:cxn modelId="{7087B120-9DBF-4AE3-9B5C-5A35514418F5}" type="presParOf" srcId="{548F9E7E-2FDA-4CB9-AC0E-6C3285DFB305}" destId="{C110A7B4-6059-42E7-B8BE-92E568BCA8C3}" srcOrd="1" destOrd="0" presId="urn:microsoft.com/office/officeart/2005/8/layout/hierarchy3"/>
    <dgm:cxn modelId="{43C7001F-74A9-4954-83FE-7523EA1E430F}" type="presParOf" srcId="{548F9E7E-2FDA-4CB9-AC0E-6C3285DFB305}" destId="{31F1C2B5-6DA3-431D-8AA4-2756F3ADB6FE}" srcOrd="2" destOrd="0" presId="urn:microsoft.com/office/officeart/2005/8/layout/hierarchy3"/>
    <dgm:cxn modelId="{F7DC3B45-19FE-41B1-B4C3-5E0563B8FDA7}" type="presParOf" srcId="{548F9E7E-2FDA-4CB9-AC0E-6C3285DFB305}" destId="{CFA0D109-89C6-4914-811F-FA69E48640F4}" srcOrd="3" destOrd="0" presId="urn:microsoft.com/office/officeart/2005/8/layout/hierarchy3"/>
    <dgm:cxn modelId="{B75D0C69-653E-489C-B1EB-B41F78292372}" type="presParOf" srcId="{548F9E7E-2FDA-4CB9-AC0E-6C3285DFB305}" destId="{3772447E-858F-4AA2-9B0E-43044060A490}" srcOrd="4" destOrd="0" presId="urn:microsoft.com/office/officeart/2005/8/layout/hierarchy3"/>
    <dgm:cxn modelId="{D2137BEA-7B1B-4BD7-934B-B48044A84CD4}" type="presParOf" srcId="{548F9E7E-2FDA-4CB9-AC0E-6C3285DFB305}" destId="{E0921A7A-FC1E-43E5-BF38-29A80E12D041}" srcOrd="5" destOrd="0" presId="urn:microsoft.com/office/officeart/2005/8/layout/hierarchy3"/>
    <dgm:cxn modelId="{E84FEF23-A9BD-4337-858E-1399EFB91F54}" type="presParOf" srcId="{548F9E7E-2FDA-4CB9-AC0E-6C3285DFB305}" destId="{8D102946-36EE-472B-B64B-E745BE043C61}" srcOrd="6" destOrd="0" presId="urn:microsoft.com/office/officeart/2005/8/layout/hierarchy3"/>
    <dgm:cxn modelId="{35A38847-1C30-4B41-A2B4-30AF6F1524BC}" type="presParOf" srcId="{548F9E7E-2FDA-4CB9-AC0E-6C3285DFB305}" destId="{23000793-EA6E-49EC-B993-F2B395A82BFE}" srcOrd="7" destOrd="0" presId="urn:microsoft.com/office/officeart/2005/8/layout/hierarchy3"/>
    <dgm:cxn modelId="{74DD2D7E-E7ED-4C34-B4DA-E8EA329A6BF9}" type="presParOf" srcId="{548F9E7E-2FDA-4CB9-AC0E-6C3285DFB305}" destId="{5D433506-7AFE-488C-A964-07D0275569CF}" srcOrd="8" destOrd="0" presId="urn:microsoft.com/office/officeart/2005/8/layout/hierarchy3"/>
    <dgm:cxn modelId="{10488C60-DFB0-4F5A-B331-74B372453A60}" type="presParOf" srcId="{548F9E7E-2FDA-4CB9-AC0E-6C3285DFB305}" destId="{E0148B5E-E62C-41DB-BA91-77076D60227B}" srcOrd="9" destOrd="0" presId="urn:microsoft.com/office/officeart/2005/8/layout/hierarchy3"/>
    <dgm:cxn modelId="{CA275A87-02DD-44E6-9957-62393870D63B}" type="presParOf" srcId="{548F9E7E-2FDA-4CB9-AC0E-6C3285DFB305}" destId="{201859F8-587E-4CD2-A4EA-52B6B096182E}" srcOrd="10" destOrd="0" presId="urn:microsoft.com/office/officeart/2005/8/layout/hierarchy3"/>
    <dgm:cxn modelId="{DD2DBBEB-B212-42E0-BCA5-6C3CB039E404}" type="presParOf" srcId="{548F9E7E-2FDA-4CB9-AC0E-6C3285DFB305}" destId="{A364F042-72FC-4351-972A-FAD7890FAE3D}" srcOrd="11" destOrd="0" presId="urn:microsoft.com/office/officeart/2005/8/layout/hierarchy3"/>
  </dgm:cxnLst>
  <dgm:bg>
    <a:solidFill>
      <a:schemeClr val="lt1">
        <a:hueOff val="0"/>
        <a:satOff val="0"/>
        <a:lumOff val="0"/>
      </a:schemeClr>
    </a:solidFill>
  </dgm:bg>
  <dgm:whole>
    <a:ln>
      <a:solidFill>
        <a:srgbClr val="D6DCDF"/>
      </a:solidFill>
    </a:ln>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202AAC40-5E73-4676-AD73-53BC9A76C94A}"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GB"/>
        </a:p>
      </dgm:t>
    </dgm:pt>
    <dgm:pt modelId="{6599EF87-6693-4ACE-A18A-C4FAA6437361}">
      <dgm:prSet phldrT="[Text]" custT="1"/>
      <dgm:spPr>
        <a:solidFill>
          <a:srgbClr val="D6DCDF"/>
        </a:solidFill>
        <a:ln w="19050" cap="flat" cmpd="sng" algn="ctr">
          <a:solidFill>
            <a:srgbClr val="D6DCDF"/>
          </a:solidFill>
          <a:prstDash val="solid"/>
          <a:miter lim="800000"/>
        </a:ln>
        <a:effectLst/>
      </dgm:spPr>
      <dgm:t>
        <a:bodyPr spcFirstLastPara="0" vert="horz" wrap="square" lIns="22860" tIns="15240" rIns="22860" bIns="15240" numCol="1" spcCol="1270" anchor="ctr" anchorCtr="0"/>
        <a:lstStyle/>
        <a:p>
          <a:pPr marL="0" lvl="0" indent="0" algn="ctr" defTabSz="577850">
            <a:lnSpc>
              <a:spcPct val="90000"/>
            </a:lnSpc>
            <a:spcBef>
              <a:spcPct val="0"/>
            </a:spcBef>
            <a:spcAft>
              <a:spcPct val="35000"/>
            </a:spcAft>
            <a:buNone/>
          </a:pPr>
          <a:r>
            <a:rPr lang="en-GB" sz="1300" b="1" kern="1200" noProof="0" dirty="0">
              <a:solidFill>
                <a:schemeClr val="tx1"/>
              </a:solidFill>
              <a:latin typeface="Aptos" panose="02110004020202020204"/>
              <a:ea typeface="+mn-ea"/>
              <a:cs typeface="+mn-cs"/>
            </a:rPr>
            <a:t>3. Instruments (L4)</a:t>
          </a:r>
        </a:p>
      </dgm:t>
    </dgm:pt>
    <dgm:pt modelId="{39D41B5F-8955-4043-993B-9F62E99CC38B}" type="parTrans" cxnId="{E5A71091-F6C9-417D-A82A-4F364DDEE37F}">
      <dgm:prSet/>
      <dgm:spPr/>
      <dgm:t>
        <a:bodyPr/>
        <a:lstStyle/>
        <a:p>
          <a:endParaRPr lang="en-GB"/>
        </a:p>
      </dgm:t>
    </dgm:pt>
    <dgm:pt modelId="{FE37FECB-6FF5-4BF4-82D4-BA01EBA7DB24}" type="sibTrans" cxnId="{E5A71091-F6C9-417D-A82A-4F364DDEE37F}">
      <dgm:prSet/>
      <dgm:spPr/>
      <dgm:t>
        <a:bodyPr/>
        <a:lstStyle/>
        <a:p>
          <a:endParaRPr lang="en-GB"/>
        </a:p>
      </dgm:t>
    </dgm:pt>
    <dgm:pt modelId="{FFAFC83A-17AF-4A98-8A9B-2D0083E11BE3}">
      <dgm:prSet custT="1"/>
      <dgm:spPr>
        <a:solidFill>
          <a:srgbClr val="D6DCDF"/>
        </a:solidFill>
        <a:ln w="19050" cap="flat" cmpd="sng" algn="ctr">
          <a:solidFill>
            <a:srgbClr val="D6DCDF"/>
          </a:solidFill>
          <a:prstDash val="solid"/>
          <a:miter lim="800000"/>
        </a:ln>
        <a:effectLst/>
      </dgm:spPr>
      <dgm:t>
        <a:bodyPr spcFirstLastPara="0" vert="horz" wrap="square" lIns="22860" tIns="15240" rIns="22860" bIns="15240" numCol="1" spcCol="1270" anchor="ctr" anchorCtr="0"/>
        <a:lstStyle/>
        <a:p>
          <a:pPr marL="0" lvl="0" indent="0" algn="ctr" defTabSz="577850">
            <a:lnSpc>
              <a:spcPct val="90000"/>
            </a:lnSpc>
            <a:spcBef>
              <a:spcPct val="0"/>
            </a:spcBef>
            <a:spcAft>
              <a:spcPct val="35000"/>
            </a:spcAft>
            <a:buNone/>
          </a:pPr>
          <a:r>
            <a:rPr lang="en-GB" sz="1300" b="1" kern="1200" noProof="0" dirty="0">
              <a:solidFill>
                <a:prstClr val="black"/>
              </a:solidFill>
              <a:latin typeface="Aptos" panose="02110004020202020204"/>
              <a:ea typeface="+mn-ea"/>
              <a:cs typeface="+mn-cs"/>
            </a:rPr>
            <a:t>Decision Systems</a:t>
          </a:r>
        </a:p>
      </dgm:t>
    </dgm:pt>
    <dgm:pt modelId="{69FEE2F0-91D5-4862-ABC8-2D3FEBA10CDB}" type="parTrans" cxnId="{FC1084F1-BFAC-458C-B2C1-7570E9EDAA12}">
      <dgm:prSet/>
      <dgm:spPr/>
      <dgm:t>
        <a:bodyPr/>
        <a:lstStyle/>
        <a:p>
          <a:endParaRPr lang="en-GB"/>
        </a:p>
      </dgm:t>
    </dgm:pt>
    <dgm:pt modelId="{C59B07F8-031F-4C5F-8934-7E8D9DA6D5FC}" type="sibTrans" cxnId="{FC1084F1-BFAC-458C-B2C1-7570E9EDAA12}">
      <dgm:prSet/>
      <dgm:spPr/>
      <dgm:t>
        <a:bodyPr/>
        <a:lstStyle/>
        <a:p>
          <a:endParaRPr lang="en-GB"/>
        </a:p>
      </dgm:t>
    </dgm:pt>
    <dgm:pt modelId="{047F928F-57A5-4D60-8E88-ABA600FC0EC8}">
      <dgm:prSet/>
      <dgm:spPr/>
      <dgm:t>
        <a:bodyPr/>
        <a:lstStyle/>
        <a:p>
          <a:pPr>
            <a:buFont typeface="Arial" panose="020B0604020202020204" pitchFamily="34" charset="0"/>
            <a:buChar char="•"/>
          </a:pPr>
          <a:r>
            <a:rPr lang="en-GB" noProof="0" dirty="0"/>
            <a:t>Policy Compiler</a:t>
          </a:r>
        </a:p>
      </dgm:t>
    </dgm:pt>
    <dgm:pt modelId="{CD9165EC-4AF9-493E-B6C7-68141CD4FAB3}" type="parTrans" cxnId="{15C52E27-6E1E-4E80-9F9E-B6AD5842E469}">
      <dgm:prSet/>
      <dgm:spPr/>
      <dgm:t>
        <a:bodyPr/>
        <a:lstStyle/>
        <a:p>
          <a:endParaRPr lang="en-GB"/>
        </a:p>
      </dgm:t>
    </dgm:pt>
    <dgm:pt modelId="{FCD5F929-B581-4A5F-9F75-1EF5BEEC6FC3}" type="sibTrans" cxnId="{15C52E27-6E1E-4E80-9F9E-B6AD5842E469}">
      <dgm:prSet/>
      <dgm:spPr/>
      <dgm:t>
        <a:bodyPr/>
        <a:lstStyle/>
        <a:p>
          <a:endParaRPr lang="en-GB"/>
        </a:p>
      </dgm:t>
    </dgm:pt>
    <dgm:pt modelId="{1B489FEE-A191-47A0-A0A5-4C47E9393EED}">
      <dgm:prSet/>
      <dgm:spPr/>
      <dgm:t>
        <a:bodyPr/>
        <a:lstStyle/>
        <a:p>
          <a:pPr>
            <a:buFont typeface="Arial" panose="020B0604020202020204" pitchFamily="34" charset="0"/>
            <a:buChar char="•"/>
          </a:pPr>
          <a:r>
            <a:rPr lang="en-GB" noProof="0" dirty="0"/>
            <a:t>Decision Simulation Tools</a:t>
          </a:r>
        </a:p>
      </dgm:t>
    </dgm:pt>
    <dgm:pt modelId="{8EE1FAF0-7C5E-41AE-9D65-CA3E719EF891}" type="parTrans" cxnId="{F5AE9DB5-8FFB-4A3F-B46D-8033CC2DC5AD}">
      <dgm:prSet/>
      <dgm:spPr/>
      <dgm:t>
        <a:bodyPr/>
        <a:lstStyle/>
        <a:p>
          <a:endParaRPr lang="en-GB"/>
        </a:p>
      </dgm:t>
    </dgm:pt>
    <dgm:pt modelId="{32A96F74-A728-45B0-8B44-4918500595CA}" type="sibTrans" cxnId="{F5AE9DB5-8FFB-4A3F-B46D-8033CC2DC5AD}">
      <dgm:prSet/>
      <dgm:spPr/>
      <dgm:t>
        <a:bodyPr/>
        <a:lstStyle/>
        <a:p>
          <a:endParaRPr lang="en-GB"/>
        </a:p>
      </dgm:t>
    </dgm:pt>
    <dgm:pt modelId="{E27553C6-1E18-40B1-864B-5FE3B20A6B1C}">
      <dgm:prSet/>
      <dgm:spPr/>
      <dgm:t>
        <a:bodyPr/>
        <a:lstStyle/>
        <a:p>
          <a:pPr>
            <a:buFont typeface="Arial" panose="020B0604020202020204" pitchFamily="34" charset="0"/>
            <a:buChar char="•"/>
          </a:pPr>
          <a:r>
            <a:rPr lang="en-GB" noProof="0" dirty="0"/>
            <a:t>Mandate Resolution Toolkit</a:t>
          </a:r>
        </a:p>
      </dgm:t>
    </dgm:pt>
    <dgm:pt modelId="{CC5E0A0B-86A4-445A-B355-5FE8E1DD6BD0}" type="parTrans" cxnId="{FCE3C753-42EC-44A4-966F-974EF4122265}">
      <dgm:prSet/>
      <dgm:spPr/>
      <dgm:t>
        <a:bodyPr/>
        <a:lstStyle/>
        <a:p>
          <a:endParaRPr lang="en-GB"/>
        </a:p>
      </dgm:t>
    </dgm:pt>
    <dgm:pt modelId="{F3228BD6-6BB6-43A4-8FE8-4BB45AD2E514}" type="sibTrans" cxnId="{FCE3C753-42EC-44A4-966F-974EF4122265}">
      <dgm:prSet/>
      <dgm:spPr/>
      <dgm:t>
        <a:bodyPr/>
        <a:lstStyle/>
        <a:p>
          <a:endParaRPr lang="en-GB"/>
        </a:p>
      </dgm:t>
    </dgm:pt>
    <dgm:pt modelId="{E28ABD4E-00C5-4CAB-8AE6-E3F0FA829B48}">
      <dgm:prSet custT="1"/>
      <dgm:spPr>
        <a:solidFill>
          <a:srgbClr val="D6DCDF"/>
        </a:solidFill>
        <a:ln w="19050" cap="flat" cmpd="sng" algn="ctr">
          <a:solidFill>
            <a:srgbClr val="D6DCDF"/>
          </a:solidFill>
          <a:prstDash val="solid"/>
          <a:miter lim="800000"/>
        </a:ln>
        <a:effectLst/>
      </dgm:spPr>
      <dgm:t>
        <a:bodyPr spcFirstLastPara="0" vert="horz" wrap="square" lIns="22860" tIns="15240" rIns="22860" bIns="15240" numCol="1" spcCol="1270" anchor="ctr" anchorCtr="0"/>
        <a:lstStyle/>
        <a:p>
          <a:pPr>
            <a:buNone/>
          </a:pPr>
          <a:r>
            <a:rPr lang="en-GB" sz="1300" b="1" kern="1200" noProof="0" dirty="0">
              <a:solidFill>
                <a:prstClr val="black"/>
              </a:solidFill>
              <a:latin typeface="Aptos" panose="02110004020202020204"/>
              <a:ea typeface="+mn-ea"/>
              <a:cs typeface="+mn-cs"/>
            </a:rPr>
            <a:t>Institutional</a:t>
          </a:r>
          <a:r>
            <a:rPr lang="en-GB" sz="1300" b="1" kern="1200" noProof="0" dirty="0"/>
            <a:t> </a:t>
          </a:r>
          <a:r>
            <a:rPr lang="en-GB" sz="1300" b="1" kern="1200" noProof="0" dirty="0">
              <a:solidFill>
                <a:schemeClr val="tx1"/>
              </a:solidFill>
            </a:rPr>
            <a:t>Architecture</a:t>
          </a:r>
        </a:p>
      </dgm:t>
    </dgm:pt>
    <dgm:pt modelId="{56C51120-FAC8-4851-89A1-E082F57696AD}" type="parTrans" cxnId="{F21DEEC5-EB65-4BFC-B27E-C2A8A08EE300}">
      <dgm:prSet/>
      <dgm:spPr/>
      <dgm:t>
        <a:bodyPr/>
        <a:lstStyle/>
        <a:p>
          <a:endParaRPr lang="en-GB"/>
        </a:p>
      </dgm:t>
    </dgm:pt>
    <dgm:pt modelId="{032E14D7-A077-4A5F-A914-D6B953CA063A}" type="sibTrans" cxnId="{F21DEEC5-EB65-4BFC-B27E-C2A8A08EE300}">
      <dgm:prSet/>
      <dgm:spPr/>
      <dgm:t>
        <a:bodyPr/>
        <a:lstStyle/>
        <a:p>
          <a:endParaRPr lang="en-GB"/>
        </a:p>
      </dgm:t>
    </dgm:pt>
    <dgm:pt modelId="{FFA3554C-4488-477F-943E-E382E0A52ABB}">
      <dgm:prSet/>
      <dgm:spPr/>
      <dgm:t>
        <a:bodyPr/>
        <a:lstStyle/>
        <a:p>
          <a:pPr>
            <a:buFont typeface="Arial" panose="020B0604020202020204" pitchFamily="34" charset="0"/>
            <a:buChar char="•"/>
          </a:pPr>
          <a:r>
            <a:rPr lang="en-GB" noProof="0" dirty="0"/>
            <a:t>Governance Schema Engine</a:t>
          </a:r>
        </a:p>
      </dgm:t>
    </dgm:pt>
    <dgm:pt modelId="{25D80C9A-BBB0-45A5-A705-CFC27CAAFCD8}" type="parTrans" cxnId="{0E7F71DE-87CA-4E70-BE04-671D412F495A}">
      <dgm:prSet/>
      <dgm:spPr/>
      <dgm:t>
        <a:bodyPr/>
        <a:lstStyle/>
        <a:p>
          <a:endParaRPr lang="en-GB"/>
        </a:p>
      </dgm:t>
    </dgm:pt>
    <dgm:pt modelId="{AC44693D-FE54-484F-80AA-B5A378A94DAF}" type="sibTrans" cxnId="{0E7F71DE-87CA-4E70-BE04-671D412F495A}">
      <dgm:prSet/>
      <dgm:spPr/>
      <dgm:t>
        <a:bodyPr/>
        <a:lstStyle/>
        <a:p>
          <a:endParaRPr lang="en-GB"/>
        </a:p>
      </dgm:t>
    </dgm:pt>
    <dgm:pt modelId="{FFE793BC-AA85-4B52-8BBA-F3728D2037CE}">
      <dgm:prSet/>
      <dgm:spPr/>
      <dgm:t>
        <a:bodyPr/>
        <a:lstStyle/>
        <a:p>
          <a:pPr>
            <a:buFont typeface="Arial" panose="020B0604020202020204" pitchFamily="34" charset="0"/>
            <a:buChar char="•"/>
          </a:pPr>
          <a:r>
            <a:rPr lang="en-GB" noProof="0" dirty="0"/>
            <a:t>Legal Codex Tools</a:t>
          </a:r>
        </a:p>
      </dgm:t>
    </dgm:pt>
    <dgm:pt modelId="{A33D5B30-5AD9-46C9-BBCF-67E5E3E3C77F}" type="parTrans" cxnId="{5C7AF653-F605-4666-9CEA-93F1B9A29B43}">
      <dgm:prSet/>
      <dgm:spPr/>
      <dgm:t>
        <a:bodyPr/>
        <a:lstStyle/>
        <a:p>
          <a:endParaRPr lang="en-GB"/>
        </a:p>
      </dgm:t>
    </dgm:pt>
    <dgm:pt modelId="{379DF1AB-1333-4571-897A-317546828CB0}" type="sibTrans" cxnId="{5C7AF653-F605-4666-9CEA-93F1B9A29B43}">
      <dgm:prSet/>
      <dgm:spPr/>
      <dgm:t>
        <a:bodyPr/>
        <a:lstStyle/>
        <a:p>
          <a:endParaRPr lang="en-GB"/>
        </a:p>
      </dgm:t>
    </dgm:pt>
    <dgm:pt modelId="{F447AFEE-22B7-4A2C-B963-CA26366C102D}">
      <dgm:prSet/>
      <dgm:spPr/>
      <dgm:t>
        <a:bodyPr/>
        <a:lstStyle/>
        <a:p>
          <a:pPr>
            <a:buFont typeface="Arial" panose="020B0604020202020204" pitchFamily="34" charset="0"/>
            <a:buChar char="•"/>
          </a:pPr>
          <a:r>
            <a:rPr lang="en-GB" noProof="0" dirty="0"/>
            <a:t>Authority Boundary Visualiser</a:t>
          </a:r>
        </a:p>
      </dgm:t>
    </dgm:pt>
    <dgm:pt modelId="{A2D4C417-FE6A-461C-8E9A-D9E7371CEDAA}" type="parTrans" cxnId="{C4A1CD41-D69E-463E-AC21-108038DE7779}">
      <dgm:prSet/>
      <dgm:spPr/>
      <dgm:t>
        <a:bodyPr/>
        <a:lstStyle/>
        <a:p>
          <a:endParaRPr lang="en-GB"/>
        </a:p>
      </dgm:t>
    </dgm:pt>
    <dgm:pt modelId="{63880E07-1B7A-4AA8-958E-85821D962D49}" type="sibTrans" cxnId="{C4A1CD41-D69E-463E-AC21-108038DE7779}">
      <dgm:prSet/>
      <dgm:spPr/>
      <dgm:t>
        <a:bodyPr/>
        <a:lstStyle/>
        <a:p>
          <a:endParaRPr lang="en-GB"/>
        </a:p>
      </dgm:t>
    </dgm:pt>
    <dgm:pt modelId="{5601551A-F5F1-481A-A007-FD24D24B724E}">
      <dgm:prSet custT="1"/>
      <dgm:spPr>
        <a:solidFill>
          <a:srgbClr val="D6DCDF"/>
        </a:solidFill>
        <a:ln w="19050" cap="flat" cmpd="sng" algn="ctr">
          <a:solidFill>
            <a:srgbClr val="D6DCDF"/>
          </a:solidFill>
          <a:prstDash val="solid"/>
          <a:miter lim="800000"/>
        </a:ln>
        <a:effectLst/>
      </dgm:spPr>
      <dgm:t>
        <a:bodyPr spcFirstLastPara="0" vert="horz" wrap="square" lIns="22860" tIns="15240" rIns="22860" bIns="15240" numCol="1" spcCol="1270" anchor="ctr" anchorCtr="0"/>
        <a:lstStyle/>
        <a:p>
          <a:pPr>
            <a:buNone/>
          </a:pPr>
          <a:r>
            <a:rPr lang="en-GB" sz="1300" b="1" kern="1200" noProof="0" dirty="0">
              <a:solidFill>
                <a:prstClr val="black"/>
              </a:solidFill>
              <a:latin typeface="Aptos" panose="02110004020202020204"/>
              <a:ea typeface="+mn-ea"/>
              <a:cs typeface="+mn-cs"/>
            </a:rPr>
            <a:t>Accountability</a:t>
          </a:r>
          <a:r>
            <a:rPr lang="en-GB" sz="1300" b="1" kern="1200" noProof="0" dirty="0"/>
            <a:t> </a:t>
          </a:r>
          <a:r>
            <a:rPr lang="en-GB" sz="1300" b="1" kern="1200" noProof="0" dirty="0">
              <a:solidFill>
                <a:schemeClr val="tx1"/>
              </a:solidFill>
            </a:rPr>
            <a:t>&amp; Oversight</a:t>
          </a:r>
        </a:p>
      </dgm:t>
    </dgm:pt>
    <dgm:pt modelId="{1FE21359-7474-4D20-BC24-6A1F5467116E}" type="parTrans" cxnId="{12E479B6-604F-4B1E-87BE-5B06DAE642F1}">
      <dgm:prSet/>
      <dgm:spPr/>
      <dgm:t>
        <a:bodyPr/>
        <a:lstStyle/>
        <a:p>
          <a:endParaRPr lang="en-GB"/>
        </a:p>
      </dgm:t>
    </dgm:pt>
    <dgm:pt modelId="{A324DA18-0A5E-498B-A664-8F29F7CF2080}" type="sibTrans" cxnId="{12E479B6-604F-4B1E-87BE-5B06DAE642F1}">
      <dgm:prSet/>
      <dgm:spPr/>
      <dgm:t>
        <a:bodyPr/>
        <a:lstStyle/>
        <a:p>
          <a:endParaRPr lang="en-GB"/>
        </a:p>
      </dgm:t>
    </dgm:pt>
    <dgm:pt modelId="{231FD6DF-7CF1-44A8-B94A-AFB5B379CEE5}">
      <dgm:prSet/>
      <dgm:spPr/>
      <dgm:t>
        <a:bodyPr/>
        <a:lstStyle/>
        <a:p>
          <a:pPr>
            <a:buFont typeface="Arial" panose="020B0604020202020204" pitchFamily="34" charset="0"/>
            <a:buChar char="•"/>
          </a:pPr>
          <a:r>
            <a:rPr lang="en-GB" noProof="0" dirty="0"/>
            <a:t>TS‑Gov (Governance Test Suite)</a:t>
          </a:r>
        </a:p>
      </dgm:t>
    </dgm:pt>
    <dgm:pt modelId="{AA258D7D-F25F-42F6-BAB7-3762FB9E75AF}" type="parTrans" cxnId="{29C859FD-79BE-43A7-A076-C2692D94FC2C}">
      <dgm:prSet/>
      <dgm:spPr/>
      <dgm:t>
        <a:bodyPr/>
        <a:lstStyle/>
        <a:p>
          <a:endParaRPr lang="en-GB"/>
        </a:p>
      </dgm:t>
    </dgm:pt>
    <dgm:pt modelId="{6036D666-C4DF-4BAF-8091-8AC7FC9D5693}" type="sibTrans" cxnId="{29C859FD-79BE-43A7-A076-C2692D94FC2C}">
      <dgm:prSet/>
      <dgm:spPr/>
      <dgm:t>
        <a:bodyPr/>
        <a:lstStyle/>
        <a:p>
          <a:endParaRPr lang="en-GB"/>
        </a:p>
      </dgm:t>
    </dgm:pt>
    <dgm:pt modelId="{1AE868B2-5754-4581-B40E-C1256A35B191}">
      <dgm:prSet/>
      <dgm:spPr/>
      <dgm:t>
        <a:bodyPr/>
        <a:lstStyle/>
        <a:p>
          <a:pPr>
            <a:buFont typeface="Arial" panose="020B0604020202020204" pitchFamily="34" charset="0"/>
            <a:buChar char="•"/>
          </a:pPr>
          <a:r>
            <a:rPr lang="en-GB" noProof="0" dirty="0"/>
            <a:t>Audit Toolkit</a:t>
          </a:r>
        </a:p>
      </dgm:t>
    </dgm:pt>
    <dgm:pt modelId="{DCBB499A-3833-43A3-9846-E99BFE3D4440}" type="parTrans" cxnId="{9F962C64-52F6-40EF-A603-456784A030A2}">
      <dgm:prSet/>
      <dgm:spPr/>
      <dgm:t>
        <a:bodyPr/>
        <a:lstStyle/>
        <a:p>
          <a:endParaRPr lang="en-GB"/>
        </a:p>
      </dgm:t>
    </dgm:pt>
    <dgm:pt modelId="{7CF2593C-42E3-4383-A7BE-2A4BB4DD39C2}" type="sibTrans" cxnId="{9F962C64-52F6-40EF-A603-456784A030A2}">
      <dgm:prSet/>
      <dgm:spPr/>
      <dgm:t>
        <a:bodyPr/>
        <a:lstStyle/>
        <a:p>
          <a:endParaRPr lang="en-GB"/>
        </a:p>
      </dgm:t>
    </dgm:pt>
    <dgm:pt modelId="{49AC68A7-16E9-4EF4-AD8F-FB1B9862BC85}">
      <dgm:prSet/>
      <dgm:spPr/>
      <dgm:t>
        <a:bodyPr/>
        <a:lstStyle/>
        <a:p>
          <a:pPr>
            <a:buFont typeface="Arial" panose="020B0604020202020204" pitchFamily="34" charset="0"/>
            <a:buChar char="•"/>
          </a:pPr>
          <a:r>
            <a:rPr lang="en-GB" noProof="0" dirty="0"/>
            <a:t>Integrity Scanner</a:t>
          </a:r>
        </a:p>
      </dgm:t>
    </dgm:pt>
    <dgm:pt modelId="{78647744-8F11-48DD-9850-165314B378AC}" type="parTrans" cxnId="{9DB3D80E-9D6B-4D45-BD2F-FBF852ADF17C}">
      <dgm:prSet/>
      <dgm:spPr/>
      <dgm:t>
        <a:bodyPr/>
        <a:lstStyle/>
        <a:p>
          <a:endParaRPr lang="en-GB"/>
        </a:p>
      </dgm:t>
    </dgm:pt>
    <dgm:pt modelId="{FA25B3E3-58B5-49F8-A5CA-210A768F5159}" type="sibTrans" cxnId="{9DB3D80E-9D6B-4D45-BD2F-FBF852ADF17C}">
      <dgm:prSet/>
      <dgm:spPr/>
      <dgm:t>
        <a:bodyPr/>
        <a:lstStyle/>
        <a:p>
          <a:endParaRPr lang="en-GB"/>
        </a:p>
      </dgm:t>
    </dgm:pt>
    <dgm:pt modelId="{47516B2C-5A41-45B6-9CD4-62FAD9191487}">
      <dgm:prSet/>
      <dgm:spPr/>
      <dgm:t>
        <a:bodyPr/>
        <a:lstStyle/>
        <a:p>
          <a:pPr>
            <a:buFont typeface="Arial" panose="020B0604020202020204" pitchFamily="34" charset="0"/>
            <a:buChar char="•"/>
          </a:pPr>
          <a:r>
            <a:rPr lang="en-GB" noProof="0" dirty="0"/>
            <a:t>Transparency Dashboard Tools</a:t>
          </a:r>
        </a:p>
      </dgm:t>
    </dgm:pt>
    <dgm:pt modelId="{7D3B183A-DFF8-4226-9740-B02C6C20AD9E}" type="parTrans" cxnId="{BD8DE50C-66D0-4CDD-A6E8-C99449BA4B7A}">
      <dgm:prSet/>
      <dgm:spPr/>
      <dgm:t>
        <a:bodyPr/>
        <a:lstStyle/>
        <a:p>
          <a:endParaRPr lang="en-GB"/>
        </a:p>
      </dgm:t>
    </dgm:pt>
    <dgm:pt modelId="{34773AAE-1F3D-4E7A-85F5-790E3F7A2D03}" type="sibTrans" cxnId="{BD8DE50C-66D0-4CDD-A6E8-C99449BA4B7A}">
      <dgm:prSet/>
      <dgm:spPr/>
      <dgm:t>
        <a:bodyPr/>
        <a:lstStyle/>
        <a:p>
          <a:endParaRPr lang="en-GB"/>
        </a:p>
      </dgm:t>
    </dgm:pt>
    <dgm:pt modelId="{EB2CA7F3-80FC-4D75-B4F8-07DC4186CEC2}">
      <dgm:prSet custT="1"/>
      <dgm:spPr>
        <a:solidFill>
          <a:srgbClr val="D6DCDF"/>
        </a:solidFill>
        <a:ln w="19050" cap="flat" cmpd="sng" algn="ctr">
          <a:solidFill>
            <a:srgbClr val="D6DCDF"/>
          </a:solidFill>
          <a:prstDash val="solid"/>
          <a:miter lim="800000"/>
        </a:ln>
        <a:effectLst/>
      </dgm:spPr>
      <dgm:t>
        <a:bodyPr spcFirstLastPara="0" vert="horz" wrap="square" lIns="22860" tIns="15240" rIns="22860" bIns="15240" numCol="1" spcCol="1270" anchor="ctr" anchorCtr="0"/>
        <a:lstStyle/>
        <a:p>
          <a:pPr marL="0" lvl="0" indent="0" algn="ctr" defTabSz="577850">
            <a:lnSpc>
              <a:spcPct val="90000"/>
            </a:lnSpc>
            <a:spcBef>
              <a:spcPct val="0"/>
            </a:spcBef>
            <a:spcAft>
              <a:spcPct val="35000"/>
            </a:spcAft>
            <a:buNone/>
          </a:pPr>
          <a:r>
            <a:rPr lang="en-GB" sz="1300" b="1" kern="1200" noProof="0" dirty="0">
              <a:solidFill>
                <a:prstClr val="black"/>
              </a:solidFill>
              <a:latin typeface="Aptos" panose="02110004020202020204"/>
              <a:ea typeface="+mn-ea"/>
              <a:cs typeface="+mn-cs"/>
            </a:rPr>
            <a:t>Civic Participation &amp; Consent</a:t>
          </a:r>
        </a:p>
      </dgm:t>
    </dgm:pt>
    <dgm:pt modelId="{BBFB2DD9-401A-4717-A9F7-8D4CB2880930}" type="parTrans" cxnId="{C11A2870-D498-4216-8CC7-3DFF8B71A707}">
      <dgm:prSet/>
      <dgm:spPr/>
      <dgm:t>
        <a:bodyPr/>
        <a:lstStyle/>
        <a:p>
          <a:endParaRPr lang="en-GB"/>
        </a:p>
      </dgm:t>
    </dgm:pt>
    <dgm:pt modelId="{227E3A60-4F37-4D39-AABC-62E3EFB1E8B6}" type="sibTrans" cxnId="{C11A2870-D498-4216-8CC7-3DFF8B71A707}">
      <dgm:prSet/>
      <dgm:spPr/>
      <dgm:t>
        <a:bodyPr/>
        <a:lstStyle/>
        <a:p>
          <a:endParaRPr lang="en-GB"/>
        </a:p>
      </dgm:t>
    </dgm:pt>
    <dgm:pt modelId="{4ECED986-125D-4899-B126-BA3BD0606D5C}">
      <dgm:prSet/>
      <dgm:spPr/>
      <dgm:t>
        <a:bodyPr/>
        <a:lstStyle/>
        <a:p>
          <a:pPr>
            <a:buFont typeface="Arial" panose="020B0604020202020204" pitchFamily="34" charset="0"/>
            <a:buChar char="•"/>
          </a:pPr>
          <a:r>
            <a:rPr lang="en-GB" noProof="0" dirty="0"/>
            <a:t>Civic Input API</a:t>
          </a:r>
        </a:p>
      </dgm:t>
    </dgm:pt>
    <dgm:pt modelId="{4BD0FA51-6214-4DF6-B385-3473CBC1B4CE}" type="parTrans" cxnId="{64B2190A-0C8B-4847-B788-40E07DA2B680}">
      <dgm:prSet/>
      <dgm:spPr/>
      <dgm:t>
        <a:bodyPr/>
        <a:lstStyle/>
        <a:p>
          <a:endParaRPr lang="en-GB"/>
        </a:p>
      </dgm:t>
    </dgm:pt>
    <dgm:pt modelId="{BD682921-296A-45D4-98A6-9CEFB570BE70}" type="sibTrans" cxnId="{64B2190A-0C8B-4847-B788-40E07DA2B680}">
      <dgm:prSet/>
      <dgm:spPr/>
      <dgm:t>
        <a:bodyPr/>
        <a:lstStyle/>
        <a:p>
          <a:endParaRPr lang="en-GB"/>
        </a:p>
      </dgm:t>
    </dgm:pt>
    <dgm:pt modelId="{0EF26DAB-A28D-4130-80C8-712E2568D98C}">
      <dgm:prSet/>
      <dgm:spPr/>
      <dgm:t>
        <a:bodyPr/>
        <a:lstStyle/>
        <a:p>
          <a:pPr>
            <a:buFont typeface="Arial" panose="020B0604020202020204" pitchFamily="34" charset="0"/>
            <a:buChar char="•"/>
          </a:pPr>
          <a:r>
            <a:rPr lang="en-GB" noProof="0" dirty="0"/>
            <a:t>Deliberation Tools</a:t>
          </a:r>
        </a:p>
      </dgm:t>
    </dgm:pt>
    <dgm:pt modelId="{3AD37CB4-7EAE-454A-9B0B-3784EA04AEA2}" type="parTrans" cxnId="{4006F06A-92AA-4A8B-855C-78E0607B5EB2}">
      <dgm:prSet/>
      <dgm:spPr/>
      <dgm:t>
        <a:bodyPr/>
        <a:lstStyle/>
        <a:p>
          <a:endParaRPr lang="en-GB"/>
        </a:p>
      </dgm:t>
    </dgm:pt>
    <dgm:pt modelId="{361066F2-AADA-416A-9560-04B2CC405967}" type="sibTrans" cxnId="{4006F06A-92AA-4A8B-855C-78E0607B5EB2}">
      <dgm:prSet/>
      <dgm:spPr/>
      <dgm:t>
        <a:bodyPr/>
        <a:lstStyle/>
        <a:p>
          <a:endParaRPr lang="en-GB"/>
        </a:p>
      </dgm:t>
    </dgm:pt>
    <dgm:pt modelId="{C403F298-B336-49BE-9418-2554C5CE9441}">
      <dgm:prSet/>
      <dgm:spPr/>
      <dgm:t>
        <a:bodyPr/>
        <a:lstStyle/>
        <a:p>
          <a:pPr>
            <a:buFont typeface="Arial" panose="020B0604020202020204" pitchFamily="34" charset="0"/>
            <a:buChar char="•"/>
          </a:pPr>
          <a:r>
            <a:rPr lang="en-GB" noProof="0" dirty="0"/>
            <a:t>Consent Verification Engine</a:t>
          </a:r>
        </a:p>
      </dgm:t>
    </dgm:pt>
    <dgm:pt modelId="{ED206DAB-8D79-435A-AFD4-0CD133039706}" type="parTrans" cxnId="{1C1A5357-4128-4FE9-AE08-BDC14C961EA3}">
      <dgm:prSet/>
      <dgm:spPr/>
      <dgm:t>
        <a:bodyPr/>
        <a:lstStyle/>
        <a:p>
          <a:endParaRPr lang="en-GB"/>
        </a:p>
      </dgm:t>
    </dgm:pt>
    <dgm:pt modelId="{11EFF9FB-58E0-4DE1-8387-BD64580FDC96}" type="sibTrans" cxnId="{1C1A5357-4128-4FE9-AE08-BDC14C961EA3}">
      <dgm:prSet/>
      <dgm:spPr/>
      <dgm:t>
        <a:bodyPr/>
        <a:lstStyle/>
        <a:p>
          <a:endParaRPr lang="en-GB"/>
        </a:p>
      </dgm:t>
    </dgm:pt>
    <dgm:pt modelId="{9DE7B8A0-61D1-4718-AFA4-CDC39A0D7385}" type="pres">
      <dgm:prSet presAssocID="{202AAC40-5E73-4676-AD73-53BC9A76C94A}" presName="diagram" presStyleCnt="0">
        <dgm:presLayoutVars>
          <dgm:chPref val="1"/>
          <dgm:dir/>
          <dgm:animOne val="branch"/>
          <dgm:animLvl val="lvl"/>
          <dgm:resizeHandles/>
        </dgm:presLayoutVars>
      </dgm:prSet>
      <dgm:spPr/>
    </dgm:pt>
    <dgm:pt modelId="{A9E6B15B-69E7-4471-ABD0-32690CB245D7}" type="pres">
      <dgm:prSet presAssocID="{6599EF87-6693-4ACE-A18A-C4FAA6437361}" presName="root" presStyleCnt="0"/>
      <dgm:spPr/>
    </dgm:pt>
    <dgm:pt modelId="{F3EEB450-79C4-446B-8B33-568DCC7EBDFA}" type="pres">
      <dgm:prSet presAssocID="{6599EF87-6693-4ACE-A18A-C4FAA6437361}" presName="rootComposite" presStyleCnt="0"/>
      <dgm:spPr/>
    </dgm:pt>
    <dgm:pt modelId="{9A41E954-7550-424C-91D9-F9CC338974F1}" type="pres">
      <dgm:prSet presAssocID="{6599EF87-6693-4ACE-A18A-C4FAA6437361}" presName="rootText" presStyleLbl="node1" presStyleIdx="0" presStyleCnt="5"/>
      <dgm:spPr>
        <a:xfrm>
          <a:off x="3647" y="660143"/>
          <a:ext cx="1243774" cy="621887"/>
        </a:xfrm>
        <a:prstGeom prst="roundRect">
          <a:avLst>
            <a:gd name="adj" fmla="val 10000"/>
          </a:avLst>
        </a:prstGeom>
      </dgm:spPr>
    </dgm:pt>
    <dgm:pt modelId="{9BF05290-D7B4-4837-B957-90996F7E8FE9}" type="pres">
      <dgm:prSet presAssocID="{6599EF87-6693-4ACE-A18A-C4FAA6437361}" presName="rootConnector" presStyleLbl="node1" presStyleIdx="0" presStyleCnt="5"/>
      <dgm:spPr/>
    </dgm:pt>
    <dgm:pt modelId="{1D9DAC6C-C41D-493A-9210-1F7984DD8CED}" type="pres">
      <dgm:prSet presAssocID="{6599EF87-6693-4ACE-A18A-C4FAA6437361}" presName="childShape" presStyleCnt="0"/>
      <dgm:spPr/>
    </dgm:pt>
    <dgm:pt modelId="{3A9E4229-91AF-4CDA-8089-F0CB832055E0}" type="pres">
      <dgm:prSet presAssocID="{FFAFC83A-17AF-4A98-8A9B-2D0083E11BE3}" presName="root" presStyleCnt="0"/>
      <dgm:spPr/>
    </dgm:pt>
    <dgm:pt modelId="{18D01E83-33FA-4170-8C72-B8860819074E}" type="pres">
      <dgm:prSet presAssocID="{FFAFC83A-17AF-4A98-8A9B-2D0083E11BE3}" presName="rootComposite" presStyleCnt="0"/>
      <dgm:spPr/>
    </dgm:pt>
    <dgm:pt modelId="{2195BCAE-8D79-4E67-A6E3-27D8B9629631}" type="pres">
      <dgm:prSet presAssocID="{FFAFC83A-17AF-4A98-8A9B-2D0083E11BE3}" presName="rootText" presStyleLbl="node1" presStyleIdx="1" presStyleCnt="5"/>
      <dgm:spPr>
        <a:xfrm>
          <a:off x="1558366" y="660143"/>
          <a:ext cx="1243774" cy="621887"/>
        </a:xfrm>
        <a:prstGeom prst="roundRect">
          <a:avLst>
            <a:gd name="adj" fmla="val 10000"/>
          </a:avLst>
        </a:prstGeom>
      </dgm:spPr>
    </dgm:pt>
    <dgm:pt modelId="{EC7A56C4-25FA-4E2E-85E5-1CE26493ED17}" type="pres">
      <dgm:prSet presAssocID="{FFAFC83A-17AF-4A98-8A9B-2D0083E11BE3}" presName="rootConnector" presStyleLbl="node1" presStyleIdx="1" presStyleCnt="5"/>
      <dgm:spPr/>
    </dgm:pt>
    <dgm:pt modelId="{568C6D4E-1894-4308-A4F1-6395579022C6}" type="pres">
      <dgm:prSet presAssocID="{FFAFC83A-17AF-4A98-8A9B-2D0083E11BE3}" presName="childShape" presStyleCnt="0"/>
      <dgm:spPr/>
    </dgm:pt>
    <dgm:pt modelId="{07B98705-7BA4-4318-990A-9AF02AA108C1}" type="pres">
      <dgm:prSet presAssocID="{CD9165EC-4AF9-493E-B6C7-68141CD4FAB3}" presName="Name13" presStyleLbl="parChTrans1D2" presStyleIdx="0" presStyleCnt="13"/>
      <dgm:spPr/>
    </dgm:pt>
    <dgm:pt modelId="{5D799B69-59FF-45B5-B117-4672F57539EE}" type="pres">
      <dgm:prSet presAssocID="{047F928F-57A5-4D60-8E88-ABA600FC0EC8}" presName="childText" presStyleLbl="bgAcc1" presStyleIdx="0" presStyleCnt="13">
        <dgm:presLayoutVars>
          <dgm:bulletEnabled val="1"/>
        </dgm:presLayoutVars>
      </dgm:prSet>
      <dgm:spPr/>
    </dgm:pt>
    <dgm:pt modelId="{0C538EAC-547A-4A7D-8F24-8DE8A29196D4}" type="pres">
      <dgm:prSet presAssocID="{8EE1FAF0-7C5E-41AE-9D65-CA3E719EF891}" presName="Name13" presStyleLbl="parChTrans1D2" presStyleIdx="1" presStyleCnt="13"/>
      <dgm:spPr/>
    </dgm:pt>
    <dgm:pt modelId="{4AB55ECC-15EB-4D76-AE44-744B7491EC81}" type="pres">
      <dgm:prSet presAssocID="{1B489FEE-A191-47A0-A0A5-4C47E9393EED}" presName="childText" presStyleLbl="bgAcc1" presStyleIdx="1" presStyleCnt="13">
        <dgm:presLayoutVars>
          <dgm:bulletEnabled val="1"/>
        </dgm:presLayoutVars>
      </dgm:prSet>
      <dgm:spPr/>
    </dgm:pt>
    <dgm:pt modelId="{717B8D10-6DE1-4534-8BD0-D1691BB240E1}" type="pres">
      <dgm:prSet presAssocID="{CC5E0A0B-86A4-445A-B355-5FE8E1DD6BD0}" presName="Name13" presStyleLbl="parChTrans1D2" presStyleIdx="2" presStyleCnt="13"/>
      <dgm:spPr/>
    </dgm:pt>
    <dgm:pt modelId="{13FDAD10-D8C4-46DB-A8D3-EAC3B08C40AE}" type="pres">
      <dgm:prSet presAssocID="{E27553C6-1E18-40B1-864B-5FE3B20A6B1C}" presName="childText" presStyleLbl="bgAcc1" presStyleIdx="2" presStyleCnt="13">
        <dgm:presLayoutVars>
          <dgm:bulletEnabled val="1"/>
        </dgm:presLayoutVars>
      </dgm:prSet>
      <dgm:spPr/>
    </dgm:pt>
    <dgm:pt modelId="{933B2A9A-17C0-4030-B23C-1CA87FD59C1C}" type="pres">
      <dgm:prSet presAssocID="{E28ABD4E-00C5-4CAB-8AE6-E3F0FA829B48}" presName="root" presStyleCnt="0"/>
      <dgm:spPr/>
    </dgm:pt>
    <dgm:pt modelId="{339C6826-FF15-4902-B18C-AC977414F864}" type="pres">
      <dgm:prSet presAssocID="{E28ABD4E-00C5-4CAB-8AE6-E3F0FA829B48}" presName="rootComposite" presStyleCnt="0"/>
      <dgm:spPr/>
    </dgm:pt>
    <dgm:pt modelId="{77407B29-AC1F-41E6-99DA-FBA539ADD76F}" type="pres">
      <dgm:prSet presAssocID="{E28ABD4E-00C5-4CAB-8AE6-E3F0FA829B48}" presName="rootText" presStyleLbl="node1" presStyleIdx="2" presStyleCnt="5"/>
      <dgm:spPr>
        <a:xfrm>
          <a:off x="3113084" y="660143"/>
          <a:ext cx="1243774" cy="621887"/>
        </a:xfrm>
        <a:prstGeom prst="roundRect">
          <a:avLst>
            <a:gd name="adj" fmla="val 10000"/>
          </a:avLst>
        </a:prstGeom>
      </dgm:spPr>
    </dgm:pt>
    <dgm:pt modelId="{30F1ACDE-CBF1-4584-9191-8BA6FCAF87A0}" type="pres">
      <dgm:prSet presAssocID="{E28ABD4E-00C5-4CAB-8AE6-E3F0FA829B48}" presName="rootConnector" presStyleLbl="node1" presStyleIdx="2" presStyleCnt="5"/>
      <dgm:spPr/>
    </dgm:pt>
    <dgm:pt modelId="{FE46CEF2-4810-4604-B570-5903069F51C6}" type="pres">
      <dgm:prSet presAssocID="{E28ABD4E-00C5-4CAB-8AE6-E3F0FA829B48}" presName="childShape" presStyleCnt="0"/>
      <dgm:spPr/>
    </dgm:pt>
    <dgm:pt modelId="{2C04EAFB-9446-426C-A69C-597407A3C137}" type="pres">
      <dgm:prSet presAssocID="{25D80C9A-BBB0-45A5-A705-CFC27CAAFCD8}" presName="Name13" presStyleLbl="parChTrans1D2" presStyleIdx="3" presStyleCnt="13"/>
      <dgm:spPr/>
    </dgm:pt>
    <dgm:pt modelId="{6EB6D4A9-FC9F-484E-83C0-B282F69512B3}" type="pres">
      <dgm:prSet presAssocID="{FFA3554C-4488-477F-943E-E382E0A52ABB}" presName="childText" presStyleLbl="bgAcc1" presStyleIdx="3" presStyleCnt="13">
        <dgm:presLayoutVars>
          <dgm:bulletEnabled val="1"/>
        </dgm:presLayoutVars>
      </dgm:prSet>
      <dgm:spPr/>
    </dgm:pt>
    <dgm:pt modelId="{FC0A0D9C-A83F-4C2F-BF56-AD137D17DE89}" type="pres">
      <dgm:prSet presAssocID="{A33D5B30-5AD9-46C9-BBCF-67E5E3E3C77F}" presName="Name13" presStyleLbl="parChTrans1D2" presStyleIdx="4" presStyleCnt="13"/>
      <dgm:spPr/>
    </dgm:pt>
    <dgm:pt modelId="{AADF2625-3C2D-4D58-AB40-F580A2C3335A}" type="pres">
      <dgm:prSet presAssocID="{FFE793BC-AA85-4B52-8BBA-F3728D2037CE}" presName="childText" presStyleLbl="bgAcc1" presStyleIdx="4" presStyleCnt="13">
        <dgm:presLayoutVars>
          <dgm:bulletEnabled val="1"/>
        </dgm:presLayoutVars>
      </dgm:prSet>
      <dgm:spPr/>
    </dgm:pt>
    <dgm:pt modelId="{793BA0E1-5BB2-41B9-8635-E440AFD14C22}" type="pres">
      <dgm:prSet presAssocID="{A2D4C417-FE6A-461C-8E9A-D9E7371CEDAA}" presName="Name13" presStyleLbl="parChTrans1D2" presStyleIdx="5" presStyleCnt="13"/>
      <dgm:spPr/>
    </dgm:pt>
    <dgm:pt modelId="{D0C2399A-8126-4340-9E2A-31F0C13F52C2}" type="pres">
      <dgm:prSet presAssocID="{F447AFEE-22B7-4A2C-B963-CA26366C102D}" presName="childText" presStyleLbl="bgAcc1" presStyleIdx="5" presStyleCnt="13">
        <dgm:presLayoutVars>
          <dgm:bulletEnabled val="1"/>
        </dgm:presLayoutVars>
      </dgm:prSet>
      <dgm:spPr/>
    </dgm:pt>
    <dgm:pt modelId="{81A24A79-6487-45F1-9796-9FAC7925E6D3}" type="pres">
      <dgm:prSet presAssocID="{5601551A-F5F1-481A-A007-FD24D24B724E}" presName="root" presStyleCnt="0"/>
      <dgm:spPr/>
    </dgm:pt>
    <dgm:pt modelId="{BA9E8CE1-4AAF-40AB-BF1F-63FCB851ECF4}" type="pres">
      <dgm:prSet presAssocID="{5601551A-F5F1-481A-A007-FD24D24B724E}" presName="rootComposite" presStyleCnt="0"/>
      <dgm:spPr/>
    </dgm:pt>
    <dgm:pt modelId="{4EA952BD-5C1B-47B5-AD78-F8156FE5C458}" type="pres">
      <dgm:prSet presAssocID="{5601551A-F5F1-481A-A007-FD24D24B724E}" presName="rootText" presStyleLbl="node1" presStyleIdx="3" presStyleCnt="5"/>
      <dgm:spPr>
        <a:xfrm>
          <a:off x="4667803" y="660143"/>
          <a:ext cx="1243774" cy="621887"/>
        </a:xfrm>
        <a:prstGeom prst="roundRect">
          <a:avLst>
            <a:gd name="adj" fmla="val 10000"/>
          </a:avLst>
        </a:prstGeom>
      </dgm:spPr>
    </dgm:pt>
    <dgm:pt modelId="{3FB76F8C-6B65-48B7-BE51-48E82B664528}" type="pres">
      <dgm:prSet presAssocID="{5601551A-F5F1-481A-A007-FD24D24B724E}" presName="rootConnector" presStyleLbl="node1" presStyleIdx="3" presStyleCnt="5"/>
      <dgm:spPr/>
    </dgm:pt>
    <dgm:pt modelId="{4FC84030-ECBC-49C6-954B-F2ECF172C4E2}" type="pres">
      <dgm:prSet presAssocID="{5601551A-F5F1-481A-A007-FD24D24B724E}" presName="childShape" presStyleCnt="0"/>
      <dgm:spPr/>
    </dgm:pt>
    <dgm:pt modelId="{6404DE50-43FF-4173-9517-A3E5B0DC18CD}" type="pres">
      <dgm:prSet presAssocID="{AA258D7D-F25F-42F6-BAB7-3762FB9E75AF}" presName="Name13" presStyleLbl="parChTrans1D2" presStyleIdx="6" presStyleCnt="13"/>
      <dgm:spPr/>
    </dgm:pt>
    <dgm:pt modelId="{E0626366-74C8-46D6-BA99-4989CF5E4CBD}" type="pres">
      <dgm:prSet presAssocID="{231FD6DF-7CF1-44A8-B94A-AFB5B379CEE5}" presName="childText" presStyleLbl="bgAcc1" presStyleIdx="6" presStyleCnt="13">
        <dgm:presLayoutVars>
          <dgm:bulletEnabled val="1"/>
        </dgm:presLayoutVars>
      </dgm:prSet>
      <dgm:spPr/>
    </dgm:pt>
    <dgm:pt modelId="{858463A6-A888-4109-B94C-B7B4493244D8}" type="pres">
      <dgm:prSet presAssocID="{DCBB499A-3833-43A3-9846-E99BFE3D4440}" presName="Name13" presStyleLbl="parChTrans1D2" presStyleIdx="7" presStyleCnt="13"/>
      <dgm:spPr/>
    </dgm:pt>
    <dgm:pt modelId="{C788750C-0840-4FE1-8E27-EB43F60BF2A6}" type="pres">
      <dgm:prSet presAssocID="{1AE868B2-5754-4581-B40E-C1256A35B191}" presName="childText" presStyleLbl="bgAcc1" presStyleIdx="7" presStyleCnt="13">
        <dgm:presLayoutVars>
          <dgm:bulletEnabled val="1"/>
        </dgm:presLayoutVars>
      </dgm:prSet>
      <dgm:spPr/>
    </dgm:pt>
    <dgm:pt modelId="{EF861A6F-291B-4197-886C-5334D7D659CA}" type="pres">
      <dgm:prSet presAssocID="{78647744-8F11-48DD-9850-165314B378AC}" presName="Name13" presStyleLbl="parChTrans1D2" presStyleIdx="8" presStyleCnt="13"/>
      <dgm:spPr/>
    </dgm:pt>
    <dgm:pt modelId="{B0AAFC3F-2AE2-4BB7-91E5-2269A1BFB5B5}" type="pres">
      <dgm:prSet presAssocID="{49AC68A7-16E9-4EF4-AD8F-FB1B9862BC85}" presName="childText" presStyleLbl="bgAcc1" presStyleIdx="8" presStyleCnt="13">
        <dgm:presLayoutVars>
          <dgm:bulletEnabled val="1"/>
        </dgm:presLayoutVars>
      </dgm:prSet>
      <dgm:spPr/>
    </dgm:pt>
    <dgm:pt modelId="{A9274F79-D739-438D-99E6-2825177B1286}" type="pres">
      <dgm:prSet presAssocID="{7D3B183A-DFF8-4226-9740-B02C6C20AD9E}" presName="Name13" presStyleLbl="parChTrans1D2" presStyleIdx="9" presStyleCnt="13"/>
      <dgm:spPr/>
    </dgm:pt>
    <dgm:pt modelId="{96D5CD09-8BCE-4ABD-A823-F6B18CE3F638}" type="pres">
      <dgm:prSet presAssocID="{47516B2C-5A41-45B6-9CD4-62FAD9191487}" presName="childText" presStyleLbl="bgAcc1" presStyleIdx="9" presStyleCnt="13">
        <dgm:presLayoutVars>
          <dgm:bulletEnabled val="1"/>
        </dgm:presLayoutVars>
      </dgm:prSet>
      <dgm:spPr/>
    </dgm:pt>
    <dgm:pt modelId="{ED089D52-B74F-4451-9B04-9865DEE41EC1}" type="pres">
      <dgm:prSet presAssocID="{EB2CA7F3-80FC-4D75-B4F8-07DC4186CEC2}" presName="root" presStyleCnt="0"/>
      <dgm:spPr/>
    </dgm:pt>
    <dgm:pt modelId="{1AD6C35D-B17A-433D-B7F1-DD63DDECE0DB}" type="pres">
      <dgm:prSet presAssocID="{EB2CA7F3-80FC-4D75-B4F8-07DC4186CEC2}" presName="rootComposite" presStyleCnt="0"/>
      <dgm:spPr/>
    </dgm:pt>
    <dgm:pt modelId="{52FABD42-26AC-4436-84D2-6B99FEC51FBB}" type="pres">
      <dgm:prSet presAssocID="{EB2CA7F3-80FC-4D75-B4F8-07DC4186CEC2}" presName="rootText" presStyleLbl="node1" presStyleIdx="4" presStyleCnt="5"/>
      <dgm:spPr>
        <a:xfrm>
          <a:off x="6222521" y="660143"/>
          <a:ext cx="1243774" cy="621887"/>
        </a:xfrm>
        <a:prstGeom prst="roundRect">
          <a:avLst>
            <a:gd name="adj" fmla="val 10000"/>
          </a:avLst>
        </a:prstGeom>
      </dgm:spPr>
    </dgm:pt>
    <dgm:pt modelId="{55480516-405F-4A55-90EB-7AD9D493AA82}" type="pres">
      <dgm:prSet presAssocID="{EB2CA7F3-80FC-4D75-B4F8-07DC4186CEC2}" presName="rootConnector" presStyleLbl="node1" presStyleIdx="4" presStyleCnt="5"/>
      <dgm:spPr/>
    </dgm:pt>
    <dgm:pt modelId="{CA419E07-F839-459D-AB0A-4238AFCA0224}" type="pres">
      <dgm:prSet presAssocID="{EB2CA7F3-80FC-4D75-B4F8-07DC4186CEC2}" presName="childShape" presStyleCnt="0"/>
      <dgm:spPr/>
    </dgm:pt>
    <dgm:pt modelId="{B29C507F-964B-4102-A4AF-1DACDC766F84}" type="pres">
      <dgm:prSet presAssocID="{4BD0FA51-6214-4DF6-B385-3473CBC1B4CE}" presName="Name13" presStyleLbl="parChTrans1D2" presStyleIdx="10" presStyleCnt="13"/>
      <dgm:spPr/>
    </dgm:pt>
    <dgm:pt modelId="{62EC9DA4-53BB-41F9-94C0-0918A095EB01}" type="pres">
      <dgm:prSet presAssocID="{4ECED986-125D-4899-B126-BA3BD0606D5C}" presName="childText" presStyleLbl="bgAcc1" presStyleIdx="10" presStyleCnt="13">
        <dgm:presLayoutVars>
          <dgm:bulletEnabled val="1"/>
        </dgm:presLayoutVars>
      </dgm:prSet>
      <dgm:spPr/>
    </dgm:pt>
    <dgm:pt modelId="{AA53939F-2C6B-4C24-BD00-A0AB743375CD}" type="pres">
      <dgm:prSet presAssocID="{3AD37CB4-7EAE-454A-9B0B-3784EA04AEA2}" presName="Name13" presStyleLbl="parChTrans1D2" presStyleIdx="11" presStyleCnt="13"/>
      <dgm:spPr/>
    </dgm:pt>
    <dgm:pt modelId="{3F2613D4-D99A-437E-9BF0-BCDCC3AD3F82}" type="pres">
      <dgm:prSet presAssocID="{0EF26DAB-A28D-4130-80C8-712E2568D98C}" presName="childText" presStyleLbl="bgAcc1" presStyleIdx="11" presStyleCnt="13">
        <dgm:presLayoutVars>
          <dgm:bulletEnabled val="1"/>
        </dgm:presLayoutVars>
      </dgm:prSet>
      <dgm:spPr/>
    </dgm:pt>
    <dgm:pt modelId="{187996D5-C1D5-42DC-AE2D-52AF3E7EDFC5}" type="pres">
      <dgm:prSet presAssocID="{ED206DAB-8D79-435A-AFD4-0CD133039706}" presName="Name13" presStyleLbl="parChTrans1D2" presStyleIdx="12" presStyleCnt="13"/>
      <dgm:spPr/>
    </dgm:pt>
    <dgm:pt modelId="{6766ACFF-8EBC-4150-81B6-D28B406C7C23}" type="pres">
      <dgm:prSet presAssocID="{C403F298-B336-49BE-9418-2554C5CE9441}" presName="childText" presStyleLbl="bgAcc1" presStyleIdx="12" presStyleCnt="13">
        <dgm:presLayoutVars>
          <dgm:bulletEnabled val="1"/>
        </dgm:presLayoutVars>
      </dgm:prSet>
      <dgm:spPr/>
    </dgm:pt>
  </dgm:ptLst>
  <dgm:cxnLst>
    <dgm:cxn modelId="{FC677D03-ABD9-40A7-8840-0AEC796DD6C2}" type="presOf" srcId="{78647744-8F11-48DD-9850-165314B378AC}" destId="{EF861A6F-291B-4197-886C-5334D7D659CA}" srcOrd="0" destOrd="0" presId="urn:microsoft.com/office/officeart/2005/8/layout/hierarchy3"/>
    <dgm:cxn modelId="{15DC7A09-8740-43BF-9DDE-7CC7E2F87737}" type="presOf" srcId="{5601551A-F5F1-481A-A007-FD24D24B724E}" destId="{3FB76F8C-6B65-48B7-BE51-48E82B664528}" srcOrd="1" destOrd="0" presId="urn:microsoft.com/office/officeart/2005/8/layout/hierarchy3"/>
    <dgm:cxn modelId="{42F7D609-7A78-48E1-A48C-D824C39D67D9}" type="presOf" srcId="{EB2CA7F3-80FC-4D75-B4F8-07DC4186CEC2}" destId="{52FABD42-26AC-4436-84D2-6B99FEC51FBB}" srcOrd="0" destOrd="0" presId="urn:microsoft.com/office/officeart/2005/8/layout/hierarchy3"/>
    <dgm:cxn modelId="{64B2190A-0C8B-4847-B788-40E07DA2B680}" srcId="{EB2CA7F3-80FC-4D75-B4F8-07DC4186CEC2}" destId="{4ECED986-125D-4899-B126-BA3BD0606D5C}" srcOrd="0" destOrd="0" parTransId="{4BD0FA51-6214-4DF6-B385-3473CBC1B4CE}" sibTransId="{BD682921-296A-45D4-98A6-9CEFB570BE70}"/>
    <dgm:cxn modelId="{92347B0A-3737-498B-8320-21457B583662}" type="presOf" srcId="{6599EF87-6693-4ACE-A18A-C4FAA6437361}" destId="{9BF05290-D7B4-4837-B957-90996F7E8FE9}" srcOrd="1" destOrd="0" presId="urn:microsoft.com/office/officeart/2005/8/layout/hierarchy3"/>
    <dgm:cxn modelId="{B11B4C0B-4CB0-4DEA-894B-C47879906C02}" type="presOf" srcId="{202AAC40-5E73-4676-AD73-53BC9A76C94A}" destId="{9DE7B8A0-61D1-4718-AFA4-CDC39A0D7385}" srcOrd="0" destOrd="0" presId="urn:microsoft.com/office/officeart/2005/8/layout/hierarchy3"/>
    <dgm:cxn modelId="{BD8DE50C-66D0-4CDD-A6E8-C99449BA4B7A}" srcId="{5601551A-F5F1-481A-A007-FD24D24B724E}" destId="{47516B2C-5A41-45B6-9CD4-62FAD9191487}" srcOrd="3" destOrd="0" parTransId="{7D3B183A-DFF8-4226-9740-B02C6C20AD9E}" sibTransId="{34773AAE-1F3D-4E7A-85F5-790E3F7A2D03}"/>
    <dgm:cxn modelId="{9DB3D80E-9D6B-4D45-BD2F-FBF852ADF17C}" srcId="{5601551A-F5F1-481A-A007-FD24D24B724E}" destId="{49AC68A7-16E9-4EF4-AD8F-FB1B9862BC85}" srcOrd="2" destOrd="0" parTransId="{78647744-8F11-48DD-9850-165314B378AC}" sibTransId="{FA25B3E3-58B5-49F8-A5CA-210A768F5159}"/>
    <dgm:cxn modelId="{3C29A920-0CF3-43C1-8BBC-1AA3353EEA6F}" type="presOf" srcId="{CC5E0A0B-86A4-445A-B355-5FE8E1DD6BD0}" destId="{717B8D10-6DE1-4534-8BD0-D1691BB240E1}" srcOrd="0" destOrd="0" presId="urn:microsoft.com/office/officeart/2005/8/layout/hierarchy3"/>
    <dgm:cxn modelId="{020F8D22-0E35-42BB-9B63-3FDE3344BEF1}" type="presOf" srcId="{F447AFEE-22B7-4A2C-B963-CA26366C102D}" destId="{D0C2399A-8126-4340-9E2A-31F0C13F52C2}" srcOrd="0" destOrd="0" presId="urn:microsoft.com/office/officeart/2005/8/layout/hierarchy3"/>
    <dgm:cxn modelId="{15C52E27-6E1E-4E80-9F9E-B6AD5842E469}" srcId="{FFAFC83A-17AF-4A98-8A9B-2D0083E11BE3}" destId="{047F928F-57A5-4D60-8E88-ABA600FC0EC8}" srcOrd="0" destOrd="0" parTransId="{CD9165EC-4AF9-493E-B6C7-68141CD4FAB3}" sibTransId="{FCD5F929-B581-4A5F-9F75-1EF5BEEC6FC3}"/>
    <dgm:cxn modelId="{BA88812A-0621-4C76-B9AD-1F2568635EBC}" type="presOf" srcId="{FFA3554C-4488-477F-943E-E382E0A52ABB}" destId="{6EB6D4A9-FC9F-484E-83C0-B282F69512B3}" srcOrd="0" destOrd="0" presId="urn:microsoft.com/office/officeart/2005/8/layout/hierarchy3"/>
    <dgm:cxn modelId="{9018B53B-B9FF-4C08-A5AA-25C0A77725AA}" type="presOf" srcId="{AA258D7D-F25F-42F6-BAB7-3762FB9E75AF}" destId="{6404DE50-43FF-4173-9517-A3E5B0DC18CD}" srcOrd="0" destOrd="0" presId="urn:microsoft.com/office/officeart/2005/8/layout/hierarchy3"/>
    <dgm:cxn modelId="{C4A1CD41-D69E-463E-AC21-108038DE7779}" srcId="{E28ABD4E-00C5-4CAB-8AE6-E3F0FA829B48}" destId="{F447AFEE-22B7-4A2C-B963-CA26366C102D}" srcOrd="2" destOrd="0" parTransId="{A2D4C417-FE6A-461C-8E9A-D9E7371CEDAA}" sibTransId="{63880E07-1B7A-4AA8-958E-85821D962D49}"/>
    <dgm:cxn modelId="{9F962C64-52F6-40EF-A603-456784A030A2}" srcId="{5601551A-F5F1-481A-A007-FD24D24B724E}" destId="{1AE868B2-5754-4581-B40E-C1256A35B191}" srcOrd="1" destOrd="0" parTransId="{DCBB499A-3833-43A3-9846-E99BFE3D4440}" sibTransId="{7CF2593C-42E3-4383-A7BE-2A4BB4DD39C2}"/>
    <dgm:cxn modelId="{4006F06A-92AA-4A8B-855C-78E0607B5EB2}" srcId="{EB2CA7F3-80FC-4D75-B4F8-07DC4186CEC2}" destId="{0EF26DAB-A28D-4130-80C8-712E2568D98C}" srcOrd="1" destOrd="0" parTransId="{3AD37CB4-7EAE-454A-9B0B-3784EA04AEA2}" sibTransId="{361066F2-AADA-416A-9560-04B2CC405967}"/>
    <dgm:cxn modelId="{1C58F66A-DAE5-4AC5-9EDB-F10F1233B823}" type="presOf" srcId="{FFE793BC-AA85-4B52-8BBA-F3728D2037CE}" destId="{AADF2625-3C2D-4D58-AB40-F580A2C3335A}" srcOrd="0" destOrd="0" presId="urn:microsoft.com/office/officeart/2005/8/layout/hierarchy3"/>
    <dgm:cxn modelId="{8B919B4B-FD51-40E3-9714-48A08F31DBA4}" type="presOf" srcId="{E28ABD4E-00C5-4CAB-8AE6-E3F0FA829B48}" destId="{77407B29-AC1F-41E6-99DA-FBA539ADD76F}" srcOrd="0" destOrd="0" presId="urn:microsoft.com/office/officeart/2005/8/layout/hierarchy3"/>
    <dgm:cxn modelId="{C11A2870-D498-4216-8CC7-3DFF8B71A707}" srcId="{202AAC40-5E73-4676-AD73-53BC9A76C94A}" destId="{EB2CA7F3-80FC-4D75-B4F8-07DC4186CEC2}" srcOrd="4" destOrd="0" parTransId="{BBFB2DD9-401A-4717-A9F7-8D4CB2880930}" sibTransId="{227E3A60-4F37-4D39-AABC-62E3EFB1E8B6}"/>
    <dgm:cxn modelId="{8B036870-8B58-428A-A7D8-A09671AC052D}" type="presOf" srcId="{49AC68A7-16E9-4EF4-AD8F-FB1B9862BC85}" destId="{B0AAFC3F-2AE2-4BB7-91E5-2269A1BFB5B5}" srcOrd="0" destOrd="0" presId="urn:microsoft.com/office/officeart/2005/8/layout/hierarchy3"/>
    <dgm:cxn modelId="{4671CD50-BE90-4279-9DB3-6E7E275FB6E9}" type="presOf" srcId="{7D3B183A-DFF8-4226-9740-B02C6C20AD9E}" destId="{A9274F79-D739-438D-99E6-2825177B1286}" srcOrd="0" destOrd="0" presId="urn:microsoft.com/office/officeart/2005/8/layout/hierarchy3"/>
    <dgm:cxn modelId="{68694552-493D-4FD3-B61E-E74888F69EAD}" type="presOf" srcId="{47516B2C-5A41-45B6-9CD4-62FAD9191487}" destId="{96D5CD09-8BCE-4ABD-A823-F6B18CE3F638}" srcOrd="0" destOrd="0" presId="urn:microsoft.com/office/officeart/2005/8/layout/hierarchy3"/>
    <dgm:cxn modelId="{FCE3C753-42EC-44A4-966F-974EF4122265}" srcId="{FFAFC83A-17AF-4A98-8A9B-2D0083E11BE3}" destId="{E27553C6-1E18-40B1-864B-5FE3B20A6B1C}" srcOrd="2" destOrd="0" parTransId="{CC5E0A0B-86A4-445A-B355-5FE8E1DD6BD0}" sibTransId="{F3228BD6-6BB6-43A4-8FE8-4BB45AD2E514}"/>
    <dgm:cxn modelId="{5C7AF653-F605-4666-9CEA-93F1B9A29B43}" srcId="{E28ABD4E-00C5-4CAB-8AE6-E3F0FA829B48}" destId="{FFE793BC-AA85-4B52-8BBA-F3728D2037CE}" srcOrd="1" destOrd="0" parTransId="{A33D5B30-5AD9-46C9-BBCF-67E5E3E3C77F}" sibTransId="{379DF1AB-1333-4571-897A-317546828CB0}"/>
    <dgm:cxn modelId="{C168DE55-4A2D-4147-8782-9197F0CAFC89}" type="presOf" srcId="{C403F298-B336-49BE-9418-2554C5CE9441}" destId="{6766ACFF-8EBC-4150-81B6-D28B406C7C23}" srcOrd="0" destOrd="0" presId="urn:microsoft.com/office/officeart/2005/8/layout/hierarchy3"/>
    <dgm:cxn modelId="{1C1A5357-4128-4FE9-AE08-BDC14C961EA3}" srcId="{EB2CA7F3-80FC-4D75-B4F8-07DC4186CEC2}" destId="{C403F298-B336-49BE-9418-2554C5CE9441}" srcOrd="2" destOrd="0" parTransId="{ED206DAB-8D79-435A-AFD4-0CD133039706}" sibTransId="{11EFF9FB-58E0-4DE1-8387-BD64580FDC96}"/>
    <dgm:cxn modelId="{6D5F6A78-60D1-4974-9AF0-E4D1927C5717}" type="presOf" srcId="{E28ABD4E-00C5-4CAB-8AE6-E3F0FA829B48}" destId="{30F1ACDE-CBF1-4584-9191-8BA6FCAF87A0}" srcOrd="1" destOrd="0" presId="urn:microsoft.com/office/officeart/2005/8/layout/hierarchy3"/>
    <dgm:cxn modelId="{2840B45A-5B26-4552-A576-C81BD2CE0ED1}" type="presOf" srcId="{5601551A-F5F1-481A-A007-FD24D24B724E}" destId="{4EA952BD-5C1B-47B5-AD78-F8156FE5C458}" srcOrd="0" destOrd="0" presId="urn:microsoft.com/office/officeart/2005/8/layout/hierarchy3"/>
    <dgm:cxn modelId="{E0C0EB5A-1A0E-4356-B4A7-3C657E92E651}" type="presOf" srcId="{ED206DAB-8D79-435A-AFD4-0CD133039706}" destId="{187996D5-C1D5-42DC-AE2D-52AF3E7EDFC5}" srcOrd="0" destOrd="0" presId="urn:microsoft.com/office/officeart/2005/8/layout/hierarchy3"/>
    <dgm:cxn modelId="{5A6E1381-896B-47CF-9A96-56AA54F58F66}" type="presOf" srcId="{8EE1FAF0-7C5E-41AE-9D65-CA3E719EF891}" destId="{0C538EAC-547A-4A7D-8F24-8DE8A29196D4}" srcOrd="0" destOrd="0" presId="urn:microsoft.com/office/officeart/2005/8/layout/hierarchy3"/>
    <dgm:cxn modelId="{B7BB2E8A-8A52-4CC6-B84C-DF3B72013EFB}" type="presOf" srcId="{0EF26DAB-A28D-4130-80C8-712E2568D98C}" destId="{3F2613D4-D99A-437E-9BF0-BCDCC3AD3F82}" srcOrd="0" destOrd="0" presId="urn:microsoft.com/office/officeart/2005/8/layout/hierarchy3"/>
    <dgm:cxn modelId="{E739E68C-8CB4-402B-8097-6E83BCF854BE}" type="presOf" srcId="{4ECED986-125D-4899-B126-BA3BD0606D5C}" destId="{62EC9DA4-53BB-41F9-94C0-0918A095EB01}" srcOrd="0" destOrd="0" presId="urn:microsoft.com/office/officeart/2005/8/layout/hierarchy3"/>
    <dgm:cxn modelId="{E5A71091-F6C9-417D-A82A-4F364DDEE37F}" srcId="{202AAC40-5E73-4676-AD73-53BC9A76C94A}" destId="{6599EF87-6693-4ACE-A18A-C4FAA6437361}" srcOrd="0" destOrd="0" parTransId="{39D41B5F-8955-4043-993B-9F62E99CC38B}" sibTransId="{FE37FECB-6FF5-4BF4-82D4-BA01EBA7DB24}"/>
    <dgm:cxn modelId="{5C869293-6022-4FEF-9C37-952CF803A0B7}" type="presOf" srcId="{FFAFC83A-17AF-4A98-8A9B-2D0083E11BE3}" destId="{EC7A56C4-25FA-4E2E-85E5-1CE26493ED17}" srcOrd="1" destOrd="0" presId="urn:microsoft.com/office/officeart/2005/8/layout/hierarchy3"/>
    <dgm:cxn modelId="{5C855E94-986A-4EF7-96EC-D05CAE05BC62}" type="presOf" srcId="{6599EF87-6693-4ACE-A18A-C4FAA6437361}" destId="{9A41E954-7550-424C-91D9-F9CC338974F1}" srcOrd="0" destOrd="0" presId="urn:microsoft.com/office/officeart/2005/8/layout/hierarchy3"/>
    <dgm:cxn modelId="{49FFA295-0E21-4000-960A-BC23ED2E6259}" type="presOf" srcId="{FFAFC83A-17AF-4A98-8A9B-2D0083E11BE3}" destId="{2195BCAE-8D79-4E67-A6E3-27D8B9629631}" srcOrd="0" destOrd="0" presId="urn:microsoft.com/office/officeart/2005/8/layout/hierarchy3"/>
    <dgm:cxn modelId="{D8E4DA95-B3F2-4207-B691-D9148306EA63}" type="presOf" srcId="{A2D4C417-FE6A-461C-8E9A-D9E7371CEDAA}" destId="{793BA0E1-5BB2-41B9-8635-E440AFD14C22}" srcOrd="0" destOrd="0" presId="urn:microsoft.com/office/officeart/2005/8/layout/hierarchy3"/>
    <dgm:cxn modelId="{3949479B-BA7D-4B45-9516-AF4C60DAA1C5}" type="presOf" srcId="{1B489FEE-A191-47A0-A0A5-4C47E9393EED}" destId="{4AB55ECC-15EB-4D76-AE44-744B7491EC81}" srcOrd="0" destOrd="0" presId="urn:microsoft.com/office/officeart/2005/8/layout/hierarchy3"/>
    <dgm:cxn modelId="{272996A5-7AE8-42B2-89C9-557ABD30BB21}" type="presOf" srcId="{231FD6DF-7CF1-44A8-B94A-AFB5B379CEE5}" destId="{E0626366-74C8-46D6-BA99-4989CF5E4CBD}" srcOrd="0" destOrd="0" presId="urn:microsoft.com/office/officeart/2005/8/layout/hierarchy3"/>
    <dgm:cxn modelId="{97EA3FB4-9BEB-44BC-BBC9-7E81879AC6AF}" type="presOf" srcId="{E27553C6-1E18-40B1-864B-5FE3B20A6B1C}" destId="{13FDAD10-D8C4-46DB-A8D3-EAC3B08C40AE}" srcOrd="0" destOrd="0" presId="urn:microsoft.com/office/officeart/2005/8/layout/hierarchy3"/>
    <dgm:cxn modelId="{F5AE9DB5-8FFB-4A3F-B46D-8033CC2DC5AD}" srcId="{FFAFC83A-17AF-4A98-8A9B-2D0083E11BE3}" destId="{1B489FEE-A191-47A0-A0A5-4C47E9393EED}" srcOrd="1" destOrd="0" parTransId="{8EE1FAF0-7C5E-41AE-9D65-CA3E719EF891}" sibTransId="{32A96F74-A728-45B0-8B44-4918500595CA}"/>
    <dgm:cxn modelId="{12E479B6-604F-4B1E-87BE-5B06DAE642F1}" srcId="{202AAC40-5E73-4676-AD73-53BC9A76C94A}" destId="{5601551A-F5F1-481A-A007-FD24D24B724E}" srcOrd="3" destOrd="0" parTransId="{1FE21359-7474-4D20-BC24-6A1F5467116E}" sibTransId="{A324DA18-0A5E-498B-A664-8F29F7CF2080}"/>
    <dgm:cxn modelId="{F21DEEC5-EB65-4BFC-B27E-C2A8A08EE300}" srcId="{202AAC40-5E73-4676-AD73-53BC9A76C94A}" destId="{E28ABD4E-00C5-4CAB-8AE6-E3F0FA829B48}" srcOrd="2" destOrd="0" parTransId="{56C51120-FAC8-4851-89A1-E082F57696AD}" sibTransId="{032E14D7-A077-4A5F-A914-D6B953CA063A}"/>
    <dgm:cxn modelId="{24695BCA-3694-4C7A-9E89-8ADAD0D73961}" type="presOf" srcId="{A33D5B30-5AD9-46C9-BBCF-67E5E3E3C77F}" destId="{FC0A0D9C-A83F-4C2F-BF56-AD137D17DE89}" srcOrd="0" destOrd="0" presId="urn:microsoft.com/office/officeart/2005/8/layout/hierarchy3"/>
    <dgm:cxn modelId="{C99A54CD-E5F7-42A1-A9CF-816392865BBF}" type="presOf" srcId="{4BD0FA51-6214-4DF6-B385-3473CBC1B4CE}" destId="{B29C507F-964B-4102-A4AF-1DACDC766F84}" srcOrd="0" destOrd="0" presId="urn:microsoft.com/office/officeart/2005/8/layout/hierarchy3"/>
    <dgm:cxn modelId="{0E7F71DE-87CA-4E70-BE04-671D412F495A}" srcId="{E28ABD4E-00C5-4CAB-8AE6-E3F0FA829B48}" destId="{FFA3554C-4488-477F-943E-E382E0A52ABB}" srcOrd="0" destOrd="0" parTransId="{25D80C9A-BBB0-45A5-A705-CFC27CAAFCD8}" sibTransId="{AC44693D-FE54-484F-80AA-B5A378A94DAF}"/>
    <dgm:cxn modelId="{A8B302E7-BA03-4154-8909-8A51A823777C}" type="presOf" srcId="{3AD37CB4-7EAE-454A-9B0B-3784EA04AEA2}" destId="{AA53939F-2C6B-4C24-BD00-A0AB743375CD}" srcOrd="0" destOrd="0" presId="urn:microsoft.com/office/officeart/2005/8/layout/hierarchy3"/>
    <dgm:cxn modelId="{715702EC-CFF3-4686-8BD5-4652409A304C}" type="presOf" srcId="{047F928F-57A5-4D60-8E88-ABA600FC0EC8}" destId="{5D799B69-59FF-45B5-B117-4672F57539EE}" srcOrd="0" destOrd="0" presId="urn:microsoft.com/office/officeart/2005/8/layout/hierarchy3"/>
    <dgm:cxn modelId="{AAE4CEF0-86EE-437F-A336-A1CC44824075}" type="presOf" srcId="{CD9165EC-4AF9-493E-B6C7-68141CD4FAB3}" destId="{07B98705-7BA4-4318-990A-9AF02AA108C1}" srcOrd="0" destOrd="0" presId="urn:microsoft.com/office/officeart/2005/8/layout/hierarchy3"/>
    <dgm:cxn modelId="{FC1084F1-BFAC-458C-B2C1-7570E9EDAA12}" srcId="{202AAC40-5E73-4676-AD73-53BC9A76C94A}" destId="{FFAFC83A-17AF-4A98-8A9B-2D0083E11BE3}" srcOrd="1" destOrd="0" parTransId="{69FEE2F0-91D5-4862-ABC8-2D3FEBA10CDB}" sibTransId="{C59B07F8-031F-4C5F-8934-7E8D9DA6D5FC}"/>
    <dgm:cxn modelId="{BA7B10F7-8FA4-4D83-AA0C-7DDA9566CA4D}" type="presOf" srcId="{EB2CA7F3-80FC-4D75-B4F8-07DC4186CEC2}" destId="{55480516-405F-4A55-90EB-7AD9D493AA82}" srcOrd="1" destOrd="0" presId="urn:microsoft.com/office/officeart/2005/8/layout/hierarchy3"/>
    <dgm:cxn modelId="{B7AD9DFB-C261-4908-8D8D-E3CC73047EE9}" type="presOf" srcId="{DCBB499A-3833-43A3-9846-E99BFE3D4440}" destId="{858463A6-A888-4109-B94C-B7B4493244D8}" srcOrd="0" destOrd="0" presId="urn:microsoft.com/office/officeart/2005/8/layout/hierarchy3"/>
    <dgm:cxn modelId="{63F762FD-130E-4FCE-B8E1-9E61C6255A7B}" type="presOf" srcId="{25D80C9A-BBB0-45A5-A705-CFC27CAAFCD8}" destId="{2C04EAFB-9446-426C-A69C-597407A3C137}" srcOrd="0" destOrd="0" presId="urn:microsoft.com/office/officeart/2005/8/layout/hierarchy3"/>
    <dgm:cxn modelId="{29C859FD-79BE-43A7-A076-C2692D94FC2C}" srcId="{5601551A-F5F1-481A-A007-FD24D24B724E}" destId="{231FD6DF-7CF1-44A8-B94A-AFB5B379CEE5}" srcOrd="0" destOrd="0" parTransId="{AA258D7D-F25F-42F6-BAB7-3762FB9E75AF}" sibTransId="{6036D666-C4DF-4BAF-8091-8AC7FC9D5693}"/>
    <dgm:cxn modelId="{22E09BFD-902A-44B7-BA1D-D037598EB26A}" type="presOf" srcId="{1AE868B2-5754-4581-B40E-C1256A35B191}" destId="{C788750C-0840-4FE1-8E27-EB43F60BF2A6}" srcOrd="0" destOrd="0" presId="urn:microsoft.com/office/officeart/2005/8/layout/hierarchy3"/>
    <dgm:cxn modelId="{685ADE01-3423-4CD0-8F11-0BE570820200}" type="presParOf" srcId="{9DE7B8A0-61D1-4718-AFA4-CDC39A0D7385}" destId="{A9E6B15B-69E7-4471-ABD0-32690CB245D7}" srcOrd="0" destOrd="0" presId="urn:microsoft.com/office/officeart/2005/8/layout/hierarchy3"/>
    <dgm:cxn modelId="{E015397A-A968-4C85-BE0B-7703B12E2121}" type="presParOf" srcId="{A9E6B15B-69E7-4471-ABD0-32690CB245D7}" destId="{F3EEB450-79C4-446B-8B33-568DCC7EBDFA}" srcOrd="0" destOrd="0" presId="urn:microsoft.com/office/officeart/2005/8/layout/hierarchy3"/>
    <dgm:cxn modelId="{D474F458-B15A-42CE-8E7E-35EBE9172002}" type="presParOf" srcId="{F3EEB450-79C4-446B-8B33-568DCC7EBDFA}" destId="{9A41E954-7550-424C-91D9-F9CC338974F1}" srcOrd="0" destOrd="0" presId="urn:microsoft.com/office/officeart/2005/8/layout/hierarchy3"/>
    <dgm:cxn modelId="{B3FD0874-DF07-48E9-AC9B-ED0F86B802EB}" type="presParOf" srcId="{F3EEB450-79C4-446B-8B33-568DCC7EBDFA}" destId="{9BF05290-D7B4-4837-B957-90996F7E8FE9}" srcOrd="1" destOrd="0" presId="urn:microsoft.com/office/officeart/2005/8/layout/hierarchy3"/>
    <dgm:cxn modelId="{FFDE21DD-D030-4500-A380-722430B01055}" type="presParOf" srcId="{A9E6B15B-69E7-4471-ABD0-32690CB245D7}" destId="{1D9DAC6C-C41D-493A-9210-1F7984DD8CED}" srcOrd="1" destOrd="0" presId="urn:microsoft.com/office/officeart/2005/8/layout/hierarchy3"/>
    <dgm:cxn modelId="{028F289A-B4AB-43BA-AB44-25176460B1C3}" type="presParOf" srcId="{9DE7B8A0-61D1-4718-AFA4-CDC39A0D7385}" destId="{3A9E4229-91AF-4CDA-8089-F0CB832055E0}" srcOrd="1" destOrd="0" presId="urn:microsoft.com/office/officeart/2005/8/layout/hierarchy3"/>
    <dgm:cxn modelId="{26B2F897-551A-4944-903A-0EDA47B5A975}" type="presParOf" srcId="{3A9E4229-91AF-4CDA-8089-F0CB832055E0}" destId="{18D01E83-33FA-4170-8C72-B8860819074E}" srcOrd="0" destOrd="0" presId="urn:microsoft.com/office/officeart/2005/8/layout/hierarchy3"/>
    <dgm:cxn modelId="{5FD7D425-F29E-4821-9374-B2922EFAF50F}" type="presParOf" srcId="{18D01E83-33FA-4170-8C72-B8860819074E}" destId="{2195BCAE-8D79-4E67-A6E3-27D8B9629631}" srcOrd="0" destOrd="0" presId="urn:microsoft.com/office/officeart/2005/8/layout/hierarchy3"/>
    <dgm:cxn modelId="{70DF9C11-7476-4B93-BB5A-B6ED9CA409ED}" type="presParOf" srcId="{18D01E83-33FA-4170-8C72-B8860819074E}" destId="{EC7A56C4-25FA-4E2E-85E5-1CE26493ED17}" srcOrd="1" destOrd="0" presId="urn:microsoft.com/office/officeart/2005/8/layout/hierarchy3"/>
    <dgm:cxn modelId="{ECF27C8B-E5F1-439A-AFE6-413404231AB1}" type="presParOf" srcId="{3A9E4229-91AF-4CDA-8089-F0CB832055E0}" destId="{568C6D4E-1894-4308-A4F1-6395579022C6}" srcOrd="1" destOrd="0" presId="urn:microsoft.com/office/officeart/2005/8/layout/hierarchy3"/>
    <dgm:cxn modelId="{4AE59595-D7FE-4782-8968-6C9DAEEB2358}" type="presParOf" srcId="{568C6D4E-1894-4308-A4F1-6395579022C6}" destId="{07B98705-7BA4-4318-990A-9AF02AA108C1}" srcOrd="0" destOrd="0" presId="urn:microsoft.com/office/officeart/2005/8/layout/hierarchy3"/>
    <dgm:cxn modelId="{133DAF54-D806-4B74-9976-9D61EB508E50}" type="presParOf" srcId="{568C6D4E-1894-4308-A4F1-6395579022C6}" destId="{5D799B69-59FF-45B5-B117-4672F57539EE}" srcOrd="1" destOrd="0" presId="urn:microsoft.com/office/officeart/2005/8/layout/hierarchy3"/>
    <dgm:cxn modelId="{80786C57-47FE-4658-81E3-28971040D161}" type="presParOf" srcId="{568C6D4E-1894-4308-A4F1-6395579022C6}" destId="{0C538EAC-547A-4A7D-8F24-8DE8A29196D4}" srcOrd="2" destOrd="0" presId="urn:microsoft.com/office/officeart/2005/8/layout/hierarchy3"/>
    <dgm:cxn modelId="{D03E13F8-DCB4-44A9-8033-129546725BBC}" type="presParOf" srcId="{568C6D4E-1894-4308-A4F1-6395579022C6}" destId="{4AB55ECC-15EB-4D76-AE44-744B7491EC81}" srcOrd="3" destOrd="0" presId="urn:microsoft.com/office/officeart/2005/8/layout/hierarchy3"/>
    <dgm:cxn modelId="{D84E89CA-2A12-4D0C-99FB-09982B41EAC2}" type="presParOf" srcId="{568C6D4E-1894-4308-A4F1-6395579022C6}" destId="{717B8D10-6DE1-4534-8BD0-D1691BB240E1}" srcOrd="4" destOrd="0" presId="urn:microsoft.com/office/officeart/2005/8/layout/hierarchy3"/>
    <dgm:cxn modelId="{F434FE2B-E072-4FAD-A9A4-77A2F2C70294}" type="presParOf" srcId="{568C6D4E-1894-4308-A4F1-6395579022C6}" destId="{13FDAD10-D8C4-46DB-A8D3-EAC3B08C40AE}" srcOrd="5" destOrd="0" presId="urn:microsoft.com/office/officeart/2005/8/layout/hierarchy3"/>
    <dgm:cxn modelId="{FE2D3A37-F016-442D-817E-E737BC78FC43}" type="presParOf" srcId="{9DE7B8A0-61D1-4718-AFA4-CDC39A0D7385}" destId="{933B2A9A-17C0-4030-B23C-1CA87FD59C1C}" srcOrd="2" destOrd="0" presId="urn:microsoft.com/office/officeart/2005/8/layout/hierarchy3"/>
    <dgm:cxn modelId="{F2342049-78ED-4CDB-B288-03E9074AEE81}" type="presParOf" srcId="{933B2A9A-17C0-4030-B23C-1CA87FD59C1C}" destId="{339C6826-FF15-4902-B18C-AC977414F864}" srcOrd="0" destOrd="0" presId="urn:microsoft.com/office/officeart/2005/8/layout/hierarchy3"/>
    <dgm:cxn modelId="{D431E6C7-21E2-4D64-B6A8-14C998EAECF1}" type="presParOf" srcId="{339C6826-FF15-4902-B18C-AC977414F864}" destId="{77407B29-AC1F-41E6-99DA-FBA539ADD76F}" srcOrd="0" destOrd="0" presId="urn:microsoft.com/office/officeart/2005/8/layout/hierarchy3"/>
    <dgm:cxn modelId="{6BE78BFF-C4A6-486C-82A7-FFC8D610A1A4}" type="presParOf" srcId="{339C6826-FF15-4902-B18C-AC977414F864}" destId="{30F1ACDE-CBF1-4584-9191-8BA6FCAF87A0}" srcOrd="1" destOrd="0" presId="urn:microsoft.com/office/officeart/2005/8/layout/hierarchy3"/>
    <dgm:cxn modelId="{D62C04BD-30BE-49C1-96DB-31393698F463}" type="presParOf" srcId="{933B2A9A-17C0-4030-B23C-1CA87FD59C1C}" destId="{FE46CEF2-4810-4604-B570-5903069F51C6}" srcOrd="1" destOrd="0" presId="urn:microsoft.com/office/officeart/2005/8/layout/hierarchy3"/>
    <dgm:cxn modelId="{D283DC3C-0B33-49C5-A2D0-BFCB2A9660C3}" type="presParOf" srcId="{FE46CEF2-4810-4604-B570-5903069F51C6}" destId="{2C04EAFB-9446-426C-A69C-597407A3C137}" srcOrd="0" destOrd="0" presId="urn:microsoft.com/office/officeart/2005/8/layout/hierarchy3"/>
    <dgm:cxn modelId="{5425FD95-257E-431C-BCB4-1E700F607882}" type="presParOf" srcId="{FE46CEF2-4810-4604-B570-5903069F51C6}" destId="{6EB6D4A9-FC9F-484E-83C0-B282F69512B3}" srcOrd="1" destOrd="0" presId="urn:microsoft.com/office/officeart/2005/8/layout/hierarchy3"/>
    <dgm:cxn modelId="{F26219B0-2FEF-4B12-9667-45EC12748DF5}" type="presParOf" srcId="{FE46CEF2-4810-4604-B570-5903069F51C6}" destId="{FC0A0D9C-A83F-4C2F-BF56-AD137D17DE89}" srcOrd="2" destOrd="0" presId="urn:microsoft.com/office/officeart/2005/8/layout/hierarchy3"/>
    <dgm:cxn modelId="{D30DE02E-1BF6-49A0-B2F8-B87ACC023D23}" type="presParOf" srcId="{FE46CEF2-4810-4604-B570-5903069F51C6}" destId="{AADF2625-3C2D-4D58-AB40-F580A2C3335A}" srcOrd="3" destOrd="0" presId="urn:microsoft.com/office/officeart/2005/8/layout/hierarchy3"/>
    <dgm:cxn modelId="{658AD554-FAC4-423F-8A3D-1781EE44D6EF}" type="presParOf" srcId="{FE46CEF2-4810-4604-B570-5903069F51C6}" destId="{793BA0E1-5BB2-41B9-8635-E440AFD14C22}" srcOrd="4" destOrd="0" presId="urn:microsoft.com/office/officeart/2005/8/layout/hierarchy3"/>
    <dgm:cxn modelId="{993EC636-D349-4308-93B2-E9EF153F352D}" type="presParOf" srcId="{FE46CEF2-4810-4604-B570-5903069F51C6}" destId="{D0C2399A-8126-4340-9E2A-31F0C13F52C2}" srcOrd="5" destOrd="0" presId="urn:microsoft.com/office/officeart/2005/8/layout/hierarchy3"/>
    <dgm:cxn modelId="{F14CC778-DB68-402B-98B4-26576730735A}" type="presParOf" srcId="{9DE7B8A0-61D1-4718-AFA4-CDC39A0D7385}" destId="{81A24A79-6487-45F1-9796-9FAC7925E6D3}" srcOrd="3" destOrd="0" presId="urn:microsoft.com/office/officeart/2005/8/layout/hierarchy3"/>
    <dgm:cxn modelId="{61141E3B-7B4D-475C-B5E1-7F1E6BFE88D8}" type="presParOf" srcId="{81A24A79-6487-45F1-9796-9FAC7925E6D3}" destId="{BA9E8CE1-4AAF-40AB-BF1F-63FCB851ECF4}" srcOrd="0" destOrd="0" presId="urn:microsoft.com/office/officeart/2005/8/layout/hierarchy3"/>
    <dgm:cxn modelId="{58967919-658A-4898-A3D5-1B28A12A6C9D}" type="presParOf" srcId="{BA9E8CE1-4AAF-40AB-BF1F-63FCB851ECF4}" destId="{4EA952BD-5C1B-47B5-AD78-F8156FE5C458}" srcOrd="0" destOrd="0" presId="urn:microsoft.com/office/officeart/2005/8/layout/hierarchy3"/>
    <dgm:cxn modelId="{233245DA-FA2B-446D-945F-C14138C190EB}" type="presParOf" srcId="{BA9E8CE1-4AAF-40AB-BF1F-63FCB851ECF4}" destId="{3FB76F8C-6B65-48B7-BE51-48E82B664528}" srcOrd="1" destOrd="0" presId="urn:microsoft.com/office/officeart/2005/8/layout/hierarchy3"/>
    <dgm:cxn modelId="{64F26BEF-CDD1-4F88-AF2A-9206394F380A}" type="presParOf" srcId="{81A24A79-6487-45F1-9796-9FAC7925E6D3}" destId="{4FC84030-ECBC-49C6-954B-F2ECF172C4E2}" srcOrd="1" destOrd="0" presId="urn:microsoft.com/office/officeart/2005/8/layout/hierarchy3"/>
    <dgm:cxn modelId="{A0B9171B-1481-4EBC-8C07-DC25F69B62D8}" type="presParOf" srcId="{4FC84030-ECBC-49C6-954B-F2ECF172C4E2}" destId="{6404DE50-43FF-4173-9517-A3E5B0DC18CD}" srcOrd="0" destOrd="0" presId="urn:microsoft.com/office/officeart/2005/8/layout/hierarchy3"/>
    <dgm:cxn modelId="{84C36317-9BA9-4FB1-9F02-6FE1A50BB867}" type="presParOf" srcId="{4FC84030-ECBC-49C6-954B-F2ECF172C4E2}" destId="{E0626366-74C8-46D6-BA99-4989CF5E4CBD}" srcOrd="1" destOrd="0" presId="urn:microsoft.com/office/officeart/2005/8/layout/hierarchy3"/>
    <dgm:cxn modelId="{AC65E780-A73D-47AF-BFE4-C4DE06B92572}" type="presParOf" srcId="{4FC84030-ECBC-49C6-954B-F2ECF172C4E2}" destId="{858463A6-A888-4109-B94C-B7B4493244D8}" srcOrd="2" destOrd="0" presId="urn:microsoft.com/office/officeart/2005/8/layout/hierarchy3"/>
    <dgm:cxn modelId="{EA45D4BF-7715-46E6-AD8A-A98655DA46E1}" type="presParOf" srcId="{4FC84030-ECBC-49C6-954B-F2ECF172C4E2}" destId="{C788750C-0840-4FE1-8E27-EB43F60BF2A6}" srcOrd="3" destOrd="0" presId="urn:microsoft.com/office/officeart/2005/8/layout/hierarchy3"/>
    <dgm:cxn modelId="{EDA3BA79-1BB4-4C34-ABD4-9E6A5EE2C087}" type="presParOf" srcId="{4FC84030-ECBC-49C6-954B-F2ECF172C4E2}" destId="{EF861A6F-291B-4197-886C-5334D7D659CA}" srcOrd="4" destOrd="0" presId="urn:microsoft.com/office/officeart/2005/8/layout/hierarchy3"/>
    <dgm:cxn modelId="{329A8737-18C6-479A-A9CB-D8B28B740285}" type="presParOf" srcId="{4FC84030-ECBC-49C6-954B-F2ECF172C4E2}" destId="{B0AAFC3F-2AE2-4BB7-91E5-2269A1BFB5B5}" srcOrd="5" destOrd="0" presId="urn:microsoft.com/office/officeart/2005/8/layout/hierarchy3"/>
    <dgm:cxn modelId="{57284D31-30F6-4D81-B42A-1D55178BC5CF}" type="presParOf" srcId="{4FC84030-ECBC-49C6-954B-F2ECF172C4E2}" destId="{A9274F79-D739-438D-99E6-2825177B1286}" srcOrd="6" destOrd="0" presId="urn:microsoft.com/office/officeart/2005/8/layout/hierarchy3"/>
    <dgm:cxn modelId="{A49B4013-00C3-4F55-8ED0-461F28FACA17}" type="presParOf" srcId="{4FC84030-ECBC-49C6-954B-F2ECF172C4E2}" destId="{96D5CD09-8BCE-4ABD-A823-F6B18CE3F638}" srcOrd="7" destOrd="0" presId="urn:microsoft.com/office/officeart/2005/8/layout/hierarchy3"/>
    <dgm:cxn modelId="{9427FCF9-AC25-4BED-8CDF-6CA3B031DAE1}" type="presParOf" srcId="{9DE7B8A0-61D1-4718-AFA4-CDC39A0D7385}" destId="{ED089D52-B74F-4451-9B04-9865DEE41EC1}" srcOrd="4" destOrd="0" presId="urn:microsoft.com/office/officeart/2005/8/layout/hierarchy3"/>
    <dgm:cxn modelId="{AC708670-1CB1-44BD-AB79-C6AD8D6B9FC9}" type="presParOf" srcId="{ED089D52-B74F-4451-9B04-9865DEE41EC1}" destId="{1AD6C35D-B17A-433D-B7F1-DD63DDECE0DB}" srcOrd="0" destOrd="0" presId="urn:microsoft.com/office/officeart/2005/8/layout/hierarchy3"/>
    <dgm:cxn modelId="{D80D7F1F-7CB9-4693-A64F-8444747AD9F6}" type="presParOf" srcId="{1AD6C35D-B17A-433D-B7F1-DD63DDECE0DB}" destId="{52FABD42-26AC-4436-84D2-6B99FEC51FBB}" srcOrd="0" destOrd="0" presId="urn:microsoft.com/office/officeart/2005/8/layout/hierarchy3"/>
    <dgm:cxn modelId="{DB4EEEBB-F7CA-45A7-9F89-55DDF71A7E8E}" type="presParOf" srcId="{1AD6C35D-B17A-433D-B7F1-DD63DDECE0DB}" destId="{55480516-405F-4A55-90EB-7AD9D493AA82}" srcOrd="1" destOrd="0" presId="urn:microsoft.com/office/officeart/2005/8/layout/hierarchy3"/>
    <dgm:cxn modelId="{405725C5-4035-489C-A475-E3EBF45A5919}" type="presParOf" srcId="{ED089D52-B74F-4451-9B04-9865DEE41EC1}" destId="{CA419E07-F839-459D-AB0A-4238AFCA0224}" srcOrd="1" destOrd="0" presId="urn:microsoft.com/office/officeart/2005/8/layout/hierarchy3"/>
    <dgm:cxn modelId="{440B81AC-68ED-4C2D-A6D6-5C0FFBA2AB7F}" type="presParOf" srcId="{CA419E07-F839-459D-AB0A-4238AFCA0224}" destId="{B29C507F-964B-4102-A4AF-1DACDC766F84}" srcOrd="0" destOrd="0" presId="urn:microsoft.com/office/officeart/2005/8/layout/hierarchy3"/>
    <dgm:cxn modelId="{58636C35-D843-4F0A-8A95-21B44E916055}" type="presParOf" srcId="{CA419E07-F839-459D-AB0A-4238AFCA0224}" destId="{62EC9DA4-53BB-41F9-94C0-0918A095EB01}" srcOrd="1" destOrd="0" presId="urn:microsoft.com/office/officeart/2005/8/layout/hierarchy3"/>
    <dgm:cxn modelId="{BB8B3AE2-0F16-42DE-B3CE-6D3760B9B498}" type="presParOf" srcId="{CA419E07-F839-459D-AB0A-4238AFCA0224}" destId="{AA53939F-2C6B-4C24-BD00-A0AB743375CD}" srcOrd="2" destOrd="0" presId="urn:microsoft.com/office/officeart/2005/8/layout/hierarchy3"/>
    <dgm:cxn modelId="{F49E5499-B006-435B-93B4-A5E80B387664}" type="presParOf" srcId="{CA419E07-F839-459D-AB0A-4238AFCA0224}" destId="{3F2613D4-D99A-437E-9BF0-BCDCC3AD3F82}" srcOrd="3" destOrd="0" presId="urn:microsoft.com/office/officeart/2005/8/layout/hierarchy3"/>
    <dgm:cxn modelId="{DE6E5886-2BE9-466D-9C0B-BA3C8B70D6F9}" type="presParOf" srcId="{CA419E07-F839-459D-AB0A-4238AFCA0224}" destId="{187996D5-C1D5-42DC-AE2D-52AF3E7EDFC5}" srcOrd="4" destOrd="0" presId="urn:microsoft.com/office/officeart/2005/8/layout/hierarchy3"/>
    <dgm:cxn modelId="{D859201C-7934-498D-A4C6-B7D6E1D131C1}" type="presParOf" srcId="{CA419E07-F839-459D-AB0A-4238AFCA0224}" destId="{6766ACFF-8EBC-4150-81B6-D28B406C7C23}" srcOrd="5" destOrd="0" presId="urn:microsoft.com/office/officeart/2005/8/layout/hierarchy3"/>
  </dgm:cxnLst>
  <dgm:bg>
    <a:noFill/>
  </dgm:bg>
  <dgm:whole>
    <a:ln>
      <a:solidFill>
        <a:srgbClr val="D6DCDF"/>
      </a:solidFill>
    </a:ln>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B2C97F-156E-412F-BB61-1592AFE988B1}">
      <dsp:nvSpPr>
        <dsp:cNvPr id="0" name=""/>
        <dsp:cNvSpPr/>
      </dsp:nvSpPr>
      <dsp:spPr>
        <a:xfrm>
          <a:off x="122377" y="1761"/>
          <a:ext cx="1187785" cy="593892"/>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GB" sz="1200" b="1" kern="1200" noProof="0" dirty="0">
              <a:solidFill>
                <a:schemeClr val="tx1"/>
              </a:solidFill>
            </a:rPr>
            <a:t>2. Subsystems (L3)</a:t>
          </a:r>
          <a:endParaRPr lang="en-GB" sz="1200" kern="1200" noProof="0" dirty="0">
            <a:solidFill>
              <a:schemeClr val="tx1"/>
            </a:solidFill>
          </a:endParaRPr>
        </a:p>
      </dsp:txBody>
      <dsp:txXfrm>
        <a:off x="139772" y="19156"/>
        <a:ext cx="1152995" cy="559102"/>
      </dsp:txXfrm>
    </dsp:sp>
    <dsp:sp modelId="{6432771F-BBFC-4D5F-9FB8-F06219EED6CC}">
      <dsp:nvSpPr>
        <dsp:cNvPr id="0" name=""/>
        <dsp:cNvSpPr/>
      </dsp:nvSpPr>
      <dsp:spPr>
        <a:xfrm>
          <a:off x="1607110" y="1761"/>
          <a:ext cx="1187785" cy="593892"/>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17780" rIns="26670" bIns="17780" numCol="1" spcCol="1270" anchor="ctr" anchorCtr="0">
          <a:noAutofit/>
        </a:bodyPr>
        <a:lstStyle/>
        <a:p>
          <a:pPr marL="0" lvl="0" indent="0" algn="ctr" defTabSz="622300">
            <a:lnSpc>
              <a:spcPct val="90000"/>
            </a:lnSpc>
            <a:spcBef>
              <a:spcPct val="0"/>
            </a:spcBef>
            <a:spcAft>
              <a:spcPct val="35000"/>
            </a:spcAft>
            <a:buNone/>
          </a:pPr>
          <a:r>
            <a:rPr lang="en-GB" sz="1400" b="1" kern="1200" noProof="0" dirty="0">
              <a:solidFill>
                <a:prstClr val="black"/>
              </a:solidFill>
              <a:latin typeface="Aptos" panose="02110004020202020204"/>
              <a:ea typeface="+mn-ea"/>
              <a:cs typeface="+mn-cs"/>
            </a:rPr>
            <a:t>Decision Systems</a:t>
          </a:r>
        </a:p>
      </dsp:txBody>
      <dsp:txXfrm>
        <a:off x="1624505" y="19156"/>
        <a:ext cx="1152995" cy="559102"/>
      </dsp:txXfrm>
    </dsp:sp>
    <dsp:sp modelId="{5CA5548B-23B1-4424-B916-2D4E4298DB07}">
      <dsp:nvSpPr>
        <dsp:cNvPr id="0" name=""/>
        <dsp:cNvSpPr/>
      </dsp:nvSpPr>
      <dsp:spPr>
        <a:xfrm>
          <a:off x="1725888" y="595653"/>
          <a:ext cx="118778" cy="445419"/>
        </a:xfrm>
        <a:custGeom>
          <a:avLst/>
          <a:gdLst/>
          <a:ahLst/>
          <a:cxnLst/>
          <a:rect l="0" t="0" r="0" b="0"/>
          <a:pathLst>
            <a:path>
              <a:moveTo>
                <a:pt x="0" y="0"/>
              </a:moveTo>
              <a:lnTo>
                <a:pt x="0" y="445419"/>
              </a:lnTo>
              <a:lnTo>
                <a:pt x="118778" y="445419"/>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8C430243-6F8B-423F-94E2-4F23A0C4A97B}">
      <dsp:nvSpPr>
        <dsp:cNvPr id="0" name=""/>
        <dsp:cNvSpPr/>
      </dsp:nvSpPr>
      <dsp:spPr>
        <a:xfrm>
          <a:off x="1844667" y="744127"/>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Policy Engine</a:t>
          </a:r>
        </a:p>
      </dsp:txBody>
      <dsp:txXfrm>
        <a:off x="1862062" y="761522"/>
        <a:ext cx="915438" cy="559102"/>
      </dsp:txXfrm>
    </dsp:sp>
    <dsp:sp modelId="{2F20888C-7B65-46FF-ABC2-507F97A6F670}">
      <dsp:nvSpPr>
        <dsp:cNvPr id="0" name=""/>
        <dsp:cNvSpPr/>
      </dsp:nvSpPr>
      <dsp:spPr>
        <a:xfrm>
          <a:off x="1725888" y="595653"/>
          <a:ext cx="118778" cy="1187785"/>
        </a:xfrm>
        <a:custGeom>
          <a:avLst/>
          <a:gdLst/>
          <a:ahLst/>
          <a:cxnLst/>
          <a:rect l="0" t="0" r="0" b="0"/>
          <a:pathLst>
            <a:path>
              <a:moveTo>
                <a:pt x="0" y="0"/>
              </a:moveTo>
              <a:lnTo>
                <a:pt x="0" y="1187785"/>
              </a:lnTo>
              <a:lnTo>
                <a:pt x="118778" y="1187785"/>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92768667-F677-43EF-A65F-12D12C54EAC9}">
      <dsp:nvSpPr>
        <dsp:cNvPr id="0" name=""/>
        <dsp:cNvSpPr/>
      </dsp:nvSpPr>
      <dsp:spPr>
        <a:xfrm>
          <a:off x="1844667" y="1486493"/>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Decision Routing Subsystem</a:t>
          </a:r>
        </a:p>
      </dsp:txBody>
      <dsp:txXfrm>
        <a:off x="1862062" y="1503888"/>
        <a:ext cx="915438" cy="559102"/>
      </dsp:txXfrm>
    </dsp:sp>
    <dsp:sp modelId="{38A0F52D-6B99-426D-8F0E-AF0D5A192412}">
      <dsp:nvSpPr>
        <dsp:cNvPr id="0" name=""/>
        <dsp:cNvSpPr/>
      </dsp:nvSpPr>
      <dsp:spPr>
        <a:xfrm>
          <a:off x="1725888" y="595653"/>
          <a:ext cx="118778" cy="1930152"/>
        </a:xfrm>
        <a:custGeom>
          <a:avLst/>
          <a:gdLst/>
          <a:ahLst/>
          <a:cxnLst/>
          <a:rect l="0" t="0" r="0" b="0"/>
          <a:pathLst>
            <a:path>
              <a:moveTo>
                <a:pt x="0" y="0"/>
              </a:moveTo>
              <a:lnTo>
                <a:pt x="0" y="1930152"/>
              </a:lnTo>
              <a:lnTo>
                <a:pt x="118778" y="1930152"/>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431631BD-7E4E-4F11-B422-62A2E5561F7E}">
      <dsp:nvSpPr>
        <dsp:cNvPr id="0" name=""/>
        <dsp:cNvSpPr/>
      </dsp:nvSpPr>
      <dsp:spPr>
        <a:xfrm>
          <a:off x="1844667" y="2228859"/>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Scenario Evaluator</a:t>
          </a:r>
        </a:p>
      </dsp:txBody>
      <dsp:txXfrm>
        <a:off x="1862062" y="2246254"/>
        <a:ext cx="915438" cy="559102"/>
      </dsp:txXfrm>
    </dsp:sp>
    <dsp:sp modelId="{55AF31E9-4E2B-4B0E-BC6E-F6C30F6BEE6C}">
      <dsp:nvSpPr>
        <dsp:cNvPr id="0" name=""/>
        <dsp:cNvSpPr/>
      </dsp:nvSpPr>
      <dsp:spPr>
        <a:xfrm>
          <a:off x="1725888" y="595653"/>
          <a:ext cx="118778" cy="2672518"/>
        </a:xfrm>
        <a:custGeom>
          <a:avLst/>
          <a:gdLst/>
          <a:ahLst/>
          <a:cxnLst/>
          <a:rect l="0" t="0" r="0" b="0"/>
          <a:pathLst>
            <a:path>
              <a:moveTo>
                <a:pt x="0" y="0"/>
              </a:moveTo>
              <a:lnTo>
                <a:pt x="0" y="2672518"/>
              </a:lnTo>
              <a:lnTo>
                <a:pt x="118778" y="2672518"/>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8C920BDA-CD0D-43A5-8962-0743DD516A65}">
      <dsp:nvSpPr>
        <dsp:cNvPr id="0" name=""/>
        <dsp:cNvSpPr/>
      </dsp:nvSpPr>
      <dsp:spPr>
        <a:xfrm>
          <a:off x="1844667" y="2971225"/>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Preference Aggregator</a:t>
          </a:r>
        </a:p>
      </dsp:txBody>
      <dsp:txXfrm>
        <a:off x="1862062" y="2988620"/>
        <a:ext cx="915438" cy="559102"/>
      </dsp:txXfrm>
    </dsp:sp>
    <dsp:sp modelId="{BBE32993-E627-45A2-A917-1B35B3C2A1F7}">
      <dsp:nvSpPr>
        <dsp:cNvPr id="0" name=""/>
        <dsp:cNvSpPr/>
      </dsp:nvSpPr>
      <dsp:spPr>
        <a:xfrm>
          <a:off x="1725888" y="595653"/>
          <a:ext cx="118778" cy="3414884"/>
        </a:xfrm>
        <a:custGeom>
          <a:avLst/>
          <a:gdLst/>
          <a:ahLst/>
          <a:cxnLst/>
          <a:rect l="0" t="0" r="0" b="0"/>
          <a:pathLst>
            <a:path>
              <a:moveTo>
                <a:pt x="0" y="0"/>
              </a:moveTo>
              <a:lnTo>
                <a:pt x="0" y="3414884"/>
              </a:lnTo>
              <a:lnTo>
                <a:pt x="118778" y="3414884"/>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CFC17F5C-3020-4B96-8104-17E8D30198E2}">
      <dsp:nvSpPr>
        <dsp:cNvPr id="0" name=""/>
        <dsp:cNvSpPr/>
      </dsp:nvSpPr>
      <dsp:spPr>
        <a:xfrm>
          <a:off x="1844667" y="3713591"/>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Decision Quality Monitor</a:t>
          </a:r>
        </a:p>
      </dsp:txBody>
      <dsp:txXfrm>
        <a:off x="1862062" y="3730986"/>
        <a:ext cx="915438" cy="559102"/>
      </dsp:txXfrm>
    </dsp:sp>
    <dsp:sp modelId="{A7EC390C-C7AC-40FE-9213-BCEEC2C6BC4C}">
      <dsp:nvSpPr>
        <dsp:cNvPr id="0" name=""/>
        <dsp:cNvSpPr/>
      </dsp:nvSpPr>
      <dsp:spPr>
        <a:xfrm>
          <a:off x="1725888" y="595653"/>
          <a:ext cx="118778" cy="4157250"/>
        </a:xfrm>
        <a:custGeom>
          <a:avLst/>
          <a:gdLst/>
          <a:ahLst/>
          <a:cxnLst/>
          <a:rect l="0" t="0" r="0" b="0"/>
          <a:pathLst>
            <a:path>
              <a:moveTo>
                <a:pt x="0" y="0"/>
              </a:moveTo>
              <a:lnTo>
                <a:pt x="0" y="4157250"/>
              </a:lnTo>
              <a:lnTo>
                <a:pt x="118778" y="4157250"/>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B726C5A6-F477-4608-BB6A-D286B441416D}">
      <dsp:nvSpPr>
        <dsp:cNvPr id="0" name=""/>
        <dsp:cNvSpPr/>
      </dsp:nvSpPr>
      <dsp:spPr>
        <a:xfrm>
          <a:off x="1844667" y="4455958"/>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Mandate Resolution Engine</a:t>
          </a:r>
        </a:p>
      </dsp:txBody>
      <dsp:txXfrm>
        <a:off x="1862062" y="4473353"/>
        <a:ext cx="915438" cy="559102"/>
      </dsp:txXfrm>
    </dsp:sp>
    <dsp:sp modelId="{E1DA3CA0-2DA3-4B70-8ACF-F4C9B9215686}">
      <dsp:nvSpPr>
        <dsp:cNvPr id="0" name=""/>
        <dsp:cNvSpPr/>
      </dsp:nvSpPr>
      <dsp:spPr>
        <a:xfrm>
          <a:off x="3091842" y="1761"/>
          <a:ext cx="1187785" cy="593892"/>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GB" sz="1200" b="1" kern="1200" noProof="0" dirty="0">
              <a:solidFill>
                <a:schemeClr val="tx1"/>
              </a:solidFill>
            </a:rPr>
            <a:t>Institutional Architecture</a:t>
          </a:r>
        </a:p>
      </dsp:txBody>
      <dsp:txXfrm>
        <a:off x="3109237" y="19156"/>
        <a:ext cx="1152995" cy="559102"/>
      </dsp:txXfrm>
    </dsp:sp>
    <dsp:sp modelId="{3DB894E3-D281-482B-BAE6-BC9C88D13B82}">
      <dsp:nvSpPr>
        <dsp:cNvPr id="0" name=""/>
        <dsp:cNvSpPr/>
      </dsp:nvSpPr>
      <dsp:spPr>
        <a:xfrm>
          <a:off x="3210621" y="595653"/>
          <a:ext cx="118778" cy="445419"/>
        </a:xfrm>
        <a:custGeom>
          <a:avLst/>
          <a:gdLst/>
          <a:ahLst/>
          <a:cxnLst/>
          <a:rect l="0" t="0" r="0" b="0"/>
          <a:pathLst>
            <a:path>
              <a:moveTo>
                <a:pt x="0" y="0"/>
              </a:moveTo>
              <a:lnTo>
                <a:pt x="0" y="445419"/>
              </a:lnTo>
              <a:lnTo>
                <a:pt x="118778" y="445419"/>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00399A9C-F14F-4220-A20D-AAAB181FF1D7}">
      <dsp:nvSpPr>
        <dsp:cNvPr id="0" name=""/>
        <dsp:cNvSpPr/>
      </dsp:nvSpPr>
      <dsp:spPr>
        <a:xfrm>
          <a:off x="3329399" y="744127"/>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Minimum Viable Governance System (MVGS)</a:t>
          </a:r>
        </a:p>
      </dsp:txBody>
      <dsp:txXfrm>
        <a:off x="3346794" y="761522"/>
        <a:ext cx="915438" cy="559102"/>
      </dsp:txXfrm>
    </dsp:sp>
    <dsp:sp modelId="{9D1D373D-3525-4486-8DBF-921500FB85E5}">
      <dsp:nvSpPr>
        <dsp:cNvPr id="0" name=""/>
        <dsp:cNvSpPr/>
      </dsp:nvSpPr>
      <dsp:spPr>
        <a:xfrm>
          <a:off x="3210621" y="595653"/>
          <a:ext cx="118778" cy="1187785"/>
        </a:xfrm>
        <a:custGeom>
          <a:avLst/>
          <a:gdLst/>
          <a:ahLst/>
          <a:cxnLst/>
          <a:rect l="0" t="0" r="0" b="0"/>
          <a:pathLst>
            <a:path>
              <a:moveTo>
                <a:pt x="0" y="0"/>
              </a:moveTo>
              <a:lnTo>
                <a:pt x="0" y="1187785"/>
              </a:lnTo>
              <a:lnTo>
                <a:pt x="118778" y="1187785"/>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FB0D12AC-7F74-4466-946B-2D82D791F086}">
      <dsp:nvSpPr>
        <dsp:cNvPr id="0" name=""/>
        <dsp:cNvSpPr/>
      </dsp:nvSpPr>
      <dsp:spPr>
        <a:xfrm>
          <a:off x="3329399" y="1486493"/>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Institutional Registry</a:t>
          </a:r>
        </a:p>
      </dsp:txBody>
      <dsp:txXfrm>
        <a:off x="3346794" y="1503888"/>
        <a:ext cx="915438" cy="559102"/>
      </dsp:txXfrm>
    </dsp:sp>
    <dsp:sp modelId="{38EB6ED6-7ED3-466F-AC3B-0B970E197054}">
      <dsp:nvSpPr>
        <dsp:cNvPr id="0" name=""/>
        <dsp:cNvSpPr/>
      </dsp:nvSpPr>
      <dsp:spPr>
        <a:xfrm>
          <a:off x="3210621" y="595653"/>
          <a:ext cx="118778" cy="1930152"/>
        </a:xfrm>
        <a:custGeom>
          <a:avLst/>
          <a:gdLst/>
          <a:ahLst/>
          <a:cxnLst/>
          <a:rect l="0" t="0" r="0" b="0"/>
          <a:pathLst>
            <a:path>
              <a:moveTo>
                <a:pt x="0" y="0"/>
              </a:moveTo>
              <a:lnTo>
                <a:pt x="0" y="1930152"/>
              </a:lnTo>
              <a:lnTo>
                <a:pt x="118778" y="1930152"/>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8B53B42E-848F-4929-A50E-B126BB6789F9}">
      <dsp:nvSpPr>
        <dsp:cNvPr id="0" name=""/>
        <dsp:cNvSpPr/>
      </dsp:nvSpPr>
      <dsp:spPr>
        <a:xfrm>
          <a:off x="3329399" y="2228859"/>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Legal Framework Subsystem</a:t>
          </a:r>
        </a:p>
      </dsp:txBody>
      <dsp:txXfrm>
        <a:off x="3346794" y="2246254"/>
        <a:ext cx="915438" cy="559102"/>
      </dsp:txXfrm>
    </dsp:sp>
    <dsp:sp modelId="{F3465BC6-6951-4AAA-AD4D-1A697ED3B497}">
      <dsp:nvSpPr>
        <dsp:cNvPr id="0" name=""/>
        <dsp:cNvSpPr/>
      </dsp:nvSpPr>
      <dsp:spPr>
        <a:xfrm>
          <a:off x="3210621" y="595653"/>
          <a:ext cx="118778" cy="2672518"/>
        </a:xfrm>
        <a:custGeom>
          <a:avLst/>
          <a:gdLst/>
          <a:ahLst/>
          <a:cxnLst/>
          <a:rect l="0" t="0" r="0" b="0"/>
          <a:pathLst>
            <a:path>
              <a:moveTo>
                <a:pt x="0" y="0"/>
              </a:moveTo>
              <a:lnTo>
                <a:pt x="0" y="2672518"/>
              </a:lnTo>
              <a:lnTo>
                <a:pt x="118778" y="2672518"/>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DAFAF6C8-AA95-4D1F-92DF-1D292BA344CF}">
      <dsp:nvSpPr>
        <dsp:cNvPr id="0" name=""/>
        <dsp:cNvSpPr/>
      </dsp:nvSpPr>
      <dsp:spPr>
        <a:xfrm>
          <a:off x="3329399" y="2971225"/>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Mandate Engine</a:t>
          </a:r>
        </a:p>
      </dsp:txBody>
      <dsp:txXfrm>
        <a:off x="3346794" y="2988620"/>
        <a:ext cx="915438" cy="559102"/>
      </dsp:txXfrm>
    </dsp:sp>
    <dsp:sp modelId="{036E79EB-B943-49F5-9CE4-1BDAAA813E87}">
      <dsp:nvSpPr>
        <dsp:cNvPr id="0" name=""/>
        <dsp:cNvSpPr/>
      </dsp:nvSpPr>
      <dsp:spPr>
        <a:xfrm>
          <a:off x="3210621" y="595653"/>
          <a:ext cx="118778" cy="3414884"/>
        </a:xfrm>
        <a:custGeom>
          <a:avLst/>
          <a:gdLst/>
          <a:ahLst/>
          <a:cxnLst/>
          <a:rect l="0" t="0" r="0" b="0"/>
          <a:pathLst>
            <a:path>
              <a:moveTo>
                <a:pt x="0" y="0"/>
              </a:moveTo>
              <a:lnTo>
                <a:pt x="0" y="3414884"/>
              </a:lnTo>
              <a:lnTo>
                <a:pt x="118778" y="3414884"/>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5ABDB145-5819-4676-958E-1659836C2F26}">
      <dsp:nvSpPr>
        <dsp:cNvPr id="0" name=""/>
        <dsp:cNvSpPr/>
      </dsp:nvSpPr>
      <dsp:spPr>
        <a:xfrm>
          <a:off x="3329399" y="3713591"/>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Compliance Monitor</a:t>
          </a:r>
        </a:p>
      </dsp:txBody>
      <dsp:txXfrm>
        <a:off x="3346794" y="3730986"/>
        <a:ext cx="915438" cy="559102"/>
      </dsp:txXfrm>
    </dsp:sp>
    <dsp:sp modelId="{58423BAA-EFD4-4C17-A13C-20F7181B22BE}">
      <dsp:nvSpPr>
        <dsp:cNvPr id="0" name=""/>
        <dsp:cNvSpPr/>
      </dsp:nvSpPr>
      <dsp:spPr>
        <a:xfrm>
          <a:off x="3210621" y="595653"/>
          <a:ext cx="118778" cy="4157250"/>
        </a:xfrm>
        <a:custGeom>
          <a:avLst/>
          <a:gdLst/>
          <a:ahLst/>
          <a:cxnLst/>
          <a:rect l="0" t="0" r="0" b="0"/>
          <a:pathLst>
            <a:path>
              <a:moveTo>
                <a:pt x="0" y="0"/>
              </a:moveTo>
              <a:lnTo>
                <a:pt x="0" y="4157250"/>
              </a:lnTo>
              <a:lnTo>
                <a:pt x="118778" y="4157250"/>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72E612EF-0F0E-499A-9B18-BB35B92843C2}">
      <dsp:nvSpPr>
        <dsp:cNvPr id="0" name=""/>
        <dsp:cNvSpPr/>
      </dsp:nvSpPr>
      <dsp:spPr>
        <a:xfrm>
          <a:off x="3329399" y="4455958"/>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Authority Boundary Mapper</a:t>
          </a:r>
        </a:p>
      </dsp:txBody>
      <dsp:txXfrm>
        <a:off x="3346794" y="4473353"/>
        <a:ext cx="915438" cy="559102"/>
      </dsp:txXfrm>
    </dsp:sp>
    <dsp:sp modelId="{4580837B-0FDC-4EFC-9BB6-BF2687F9D3E6}">
      <dsp:nvSpPr>
        <dsp:cNvPr id="0" name=""/>
        <dsp:cNvSpPr/>
      </dsp:nvSpPr>
      <dsp:spPr>
        <a:xfrm>
          <a:off x="4576574" y="1761"/>
          <a:ext cx="1187785" cy="593892"/>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GB" sz="1200" b="1" kern="1200" noProof="0" dirty="0">
              <a:solidFill>
                <a:schemeClr val="tx1"/>
              </a:solidFill>
            </a:rPr>
            <a:t>Accountability &amp; Oversight</a:t>
          </a:r>
        </a:p>
      </dsp:txBody>
      <dsp:txXfrm>
        <a:off x="4593969" y="19156"/>
        <a:ext cx="1152995" cy="559102"/>
      </dsp:txXfrm>
    </dsp:sp>
    <dsp:sp modelId="{C23FC5DB-FAE2-44C2-A7B3-553CC7594A53}">
      <dsp:nvSpPr>
        <dsp:cNvPr id="0" name=""/>
        <dsp:cNvSpPr/>
      </dsp:nvSpPr>
      <dsp:spPr>
        <a:xfrm>
          <a:off x="4695353" y="595653"/>
          <a:ext cx="118778" cy="445419"/>
        </a:xfrm>
        <a:custGeom>
          <a:avLst/>
          <a:gdLst/>
          <a:ahLst/>
          <a:cxnLst/>
          <a:rect l="0" t="0" r="0" b="0"/>
          <a:pathLst>
            <a:path>
              <a:moveTo>
                <a:pt x="0" y="0"/>
              </a:moveTo>
              <a:lnTo>
                <a:pt x="0" y="445419"/>
              </a:lnTo>
              <a:lnTo>
                <a:pt x="118778" y="445419"/>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DE3C8353-F0B6-4480-854C-344F99E3000F}">
      <dsp:nvSpPr>
        <dsp:cNvPr id="0" name=""/>
        <dsp:cNvSpPr/>
      </dsp:nvSpPr>
      <dsp:spPr>
        <a:xfrm>
          <a:off x="4814132" y="744127"/>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Transparency Ledger</a:t>
          </a:r>
        </a:p>
      </dsp:txBody>
      <dsp:txXfrm>
        <a:off x="4831527" y="761522"/>
        <a:ext cx="915438" cy="559102"/>
      </dsp:txXfrm>
    </dsp:sp>
    <dsp:sp modelId="{6CF98855-64AF-4732-8BC3-C236D6017ED6}">
      <dsp:nvSpPr>
        <dsp:cNvPr id="0" name=""/>
        <dsp:cNvSpPr/>
      </dsp:nvSpPr>
      <dsp:spPr>
        <a:xfrm>
          <a:off x="4695353" y="595653"/>
          <a:ext cx="118778" cy="1187785"/>
        </a:xfrm>
        <a:custGeom>
          <a:avLst/>
          <a:gdLst/>
          <a:ahLst/>
          <a:cxnLst/>
          <a:rect l="0" t="0" r="0" b="0"/>
          <a:pathLst>
            <a:path>
              <a:moveTo>
                <a:pt x="0" y="0"/>
              </a:moveTo>
              <a:lnTo>
                <a:pt x="0" y="1187785"/>
              </a:lnTo>
              <a:lnTo>
                <a:pt x="118778" y="1187785"/>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04E4F2A2-A7E9-462B-A29D-EE11E433F7DB}">
      <dsp:nvSpPr>
        <dsp:cNvPr id="0" name=""/>
        <dsp:cNvSpPr/>
      </dsp:nvSpPr>
      <dsp:spPr>
        <a:xfrm>
          <a:off x="4814132" y="1486493"/>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Audit Subsystem</a:t>
          </a:r>
        </a:p>
      </dsp:txBody>
      <dsp:txXfrm>
        <a:off x="4831527" y="1503888"/>
        <a:ext cx="915438" cy="559102"/>
      </dsp:txXfrm>
    </dsp:sp>
    <dsp:sp modelId="{D8311174-4957-4791-BD75-A715912B1943}">
      <dsp:nvSpPr>
        <dsp:cNvPr id="0" name=""/>
        <dsp:cNvSpPr/>
      </dsp:nvSpPr>
      <dsp:spPr>
        <a:xfrm>
          <a:off x="4695353" y="595653"/>
          <a:ext cx="118778" cy="1930152"/>
        </a:xfrm>
        <a:custGeom>
          <a:avLst/>
          <a:gdLst/>
          <a:ahLst/>
          <a:cxnLst/>
          <a:rect l="0" t="0" r="0" b="0"/>
          <a:pathLst>
            <a:path>
              <a:moveTo>
                <a:pt x="0" y="0"/>
              </a:moveTo>
              <a:lnTo>
                <a:pt x="0" y="1930152"/>
              </a:lnTo>
              <a:lnTo>
                <a:pt x="118778" y="1930152"/>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8BF4DDD7-DA60-4B8D-AE88-01901A0150CE}">
      <dsp:nvSpPr>
        <dsp:cNvPr id="0" name=""/>
        <dsp:cNvSpPr/>
      </dsp:nvSpPr>
      <dsp:spPr>
        <a:xfrm>
          <a:off x="4814132" y="2228859"/>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Integrity Monitor</a:t>
          </a:r>
        </a:p>
      </dsp:txBody>
      <dsp:txXfrm>
        <a:off x="4831527" y="2246254"/>
        <a:ext cx="915438" cy="559102"/>
      </dsp:txXfrm>
    </dsp:sp>
    <dsp:sp modelId="{7841EC5F-D888-49B2-BCCC-1C99DB3A32DE}">
      <dsp:nvSpPr>
        <dsp:cNvPr id="0" name=""/>
        <dsp:cNvSpPr/>
      </dsp:nvSpPr>
      <dsp:spPr>
        <a:xfrm>
          <a:off x="4695353" y="595653"/>
          <a:ext cx="118778" cy="2672518"/>
        </a:xfrm>
        <a:custGeom>
          <a:avLst/>
          <a:gdLst/>
          <a:ahLst/>
          <a:cxnLst/>
          <a:rect l="0" t="0" r="0" b="0"/>
          <a:pathLst>
            <a:path>
              <a:moveTo>
                <a:pt x="0" y="0"/>
              </a:moveTo>
              <a:lnTo>
                <a:pt x="0" y="2672518"/>
              </a:lnTo>
              <a:lnTo>
                <a:pt x="118778" y="2672518"/>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2C9D379C-7E7A-4BD9-867F-9E0975EB5E43}">
      <dsp:nvSpPr>
        <dsp:cNvPr id="0" name=""/>
        <dsp:cNvSpPr/>
      </dsp:nvSpPr>
      <dsp:spPr>
        <a:xfrm>
          <a:off x="4814132" y="2971225"/>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Oversight Dashboard</a:t>
          </a:r>
        </a:p>
      </dsp:txBody>
      <dsp:txXfrm>
        <a:off x="4831527" y="2988620"/>
        <a:ext cx="915438" cy="559102"/>
      </dsp:txXfrm>
    </dsp:sp>
    <dsp:sp modelId="{1FCED377-7020-4A2E-A904-4ABAD39630C7}">
      <dsp:nvSpPr>
        <dsp:cNvPr id="0" name=""/>
        <dsp:cNvSpPr/>
      </dsp:nvSpPr>
      <dsp:spPr>
        <a:xfrm>
          <a:off x="4695353" y="595653"/>
          <a:ext cx="118778" cy="3414884"/>
        </a:xfrm>
        <a:custGeom>
          <a:avLst/>
          <a:gdLst/>
          <a:ahLst/>
          <a:cxnLst/>
          <a:rect l="0" t="0" r="0" b="0"/>
          <a:pathLst>
            <a:path>
              <a:moveTo>
                <a:pt x="0" y="0"/>
              </a:moveTo>
              <a:lnTo>
                <a:pt x="0" y="3414884"/>
              </a:lnTo>
              <a:lnTo>
                <a:pt x="118778" y="3414884"/>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AE535EF3-FB84-41CB-B7FD-5FE61DFD1A95}">
      <dsp:nvSpPr>
        <dsp:cNvPr id="0" name=""/>
        <dsp:cNvSpPr/>
      </dsp:nvSpPr>
      <dsp:spPr>
        <a:xfrm>
          <a:off x="4814132" y="3713591"/>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Governance Risk Indicator</a:t>
          </a:r>
        </a:p>
      </dsp:txBody>
      <dsp:txXfrm>
        <a:off x="4831527" y="3730986"/>
        <a:ext cx="915438" cy="559102"/>
      </dsp:txXfrm>
    </dsp:sp>
    <dsp:sp modelId="{ED92EA9F-FE97-4A8D-9494-1EC30632701A}">
      <dsp:nvSpPr>
        <dsp:cNvPr id="0" name=""/>
        <dsp:cNvSpPr/>
      </dsp:nvSpPr>
      <dsp:spPr>
        <a:xfrm>
          <a:off x="4695353" y="595653"/>
          <a:ext cx="118778" cy="4157250"/>
        </a:xfrm>
        <a:custGeom>
          <a:avLst/>
          <a:gdLst/>
          <a:ahLst/>
          <a:cxnLst/>
          <a:rect l="0" t="0" r="0" b="0"/>
          <a:pathLst>
            <a:path>
              <a:moveTo>
                <a:pt x="0" y="0"/>
              </a:moveTo>
              <a:lnTo>
                <a:pt x="0" y="4157250"/>
              </a:lnTo>
              <a:lnTo>
                <a:pt x="118778" y="4157250"/>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D9B113AE-0A02-4B82-A70F-467AE0DA833D}">
      <dsp:nvSpPr>
        <dsp:cNvPr id="0" name=""/>
        <dsp:cNvSpPr/>
      </dsp:nvSpPr>
      <dsp:spPr>
        <a:xfrm>
          <a:off x="4814132" y="4455958"/>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Breach Detection Subsystem</a:t>
          </a:r>
        </a:p>
      </dsp:txBody>
      <dsp:txXfrm>
        <a:off x="4831527" y="4473353"/>
        <a:ext cx="915438" cy="559102"/>
      </dsp:txXfrm>
    </dsp:sp>
    <dsp:sp modelId="{5ABDDF7A-CCB0-4DBC-8BE2-3F3279B2B526}">
      <dsp:nvSpPr>
        <dsp:cNvPr id="0" name=""/>
        <dsp:cNvSpPr/>
      </dsp:nvSpPr>
      <dsp:spPr>
        <a:xfrm>
          <a:off x="6061307" y="1761"/>
          <a:ext cx="1187785" cy="593892"/>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GB" sz="1200" b="1" kern="1200" noProof="0" dirty="0">
              <a:solidFill>
                <a:schemeClr val="tx1"/>
              </a:solidFill>
            </a:rPr>
            <a:t>Civic Participation &amp; Consent</a:t>
          </a:r>
        </a:p>
      </dsp:txBody>
      <dsp:txXfrm>
        <a:off x="6078702" y="19156"/>
        <a:ext cx="1152995" cy="559102"/>
      </dsp:txXfrm>
    </dsp:sp>
    <dsp:sp modelId="{C2A07094-2A2B-4DA8-8BEA-26723B5D8B43}">
      <dsp:nvSpPr>
        <dsp:cNvPr id="0" name=""/>
        <dsp:cNvSpPr/>
      </dsp:nvSpPr>
      <dsp:spPr>
        <a:xfrm>
          <a:off x="6180085" y="595653"/>
          <a:ext cx="118778" cy="445419"/>
        </a:xfrm>
        <a:custGeom>
          <a:avLst/>
          <a:gdLst/>
          <a:ahLst/>
          <a:cxnLst/>
          <a:rect l="0" t="0" r="0" b="0"/>
          <a:pathLst>
            <a:path>
              <a:moveTo>
                <a:pt x="0" y="0"/>
              </a:moveTo>
              <a:lnTo>
                <a:pt x="0" y="445419"/>
              </a:lnTo>
              <a:lnTo>
                <a:pt x="118778" y="445419"/>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C110A7B4-6059-42E7-B8BE-92E568BCA8C3}">
      <dsp:nvSpPr>
        <dsp:cNvPr id="0" name=""/>
        <dsp:cNvSpPr/>
      </dsp:nvSpPr>
      <dsp:spPr>
        <a:xfrm>
          <a:off x="6298864" y="744127"/>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Civic Input Router</a:t>
          </a:r>
        </a:p>
      </dsp:txBody>
      <dsp:txXfrm>
        <a:off x="6316259" y="761522"/>
        <a:ext cx="915438" cy="559102"/>
      </dsp:txXfrm>
    </dsp:sp>
    <dsp:sp modelId="{31F1C2B5-6DA3-431D-8AA4-2756F3ADB6FE}">
      <dsp:nvSpPr>
        <dsp:cNvPr id="0" name=""/>
        <dsp:cNvSpPr/>
      </dsp:nvSpPr>
      <dsp:spPr>
        <a:xfrm>
          <a:off x="6180085" y="595653"/>
          <a:ext cx="118778" cy="1187785"/>
        </a:xfrm>
        <a:custGeom>
          <a:avLst/>
          <a:gdLst/>
          <a:ahLst/>
          <a:cxnLst/>
          <a:rect l="0" t="0" r="0" b="0"/>
          <a:pathLst>
            <a:path>
              <a:moveTo>
                <a:pt x="0" y="0"/>
              </a:moveTo>
              <a:lnTo>
                <a:pt x="0" y="1187785"/>
              </a:lnTo>
              <a:lnTo>
                <a:pt x="118778" y="1187785"/>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CFA0D109-89C6-4914-811F-FA69E48640F4}">
      <dsp:nvSpPr>
        <dsp:cNvPr id="0" name=""/>
        <dsp:cNvSpPr/>
      </dsp:nvSpPr>
      <dsp:spPr>
        <a:xfrm>
          <a:off x="6298864" y="1486493"/>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Participation Channels Subsystem</a:t>
          </a:r>
        </a:p>
      </dsp:txBody>
      <dsp:txXfrm>
        <a:off x="6316259" y="1503888"/>
        <a:ext cx="915438" cy="559102"/>
      </dsp:txXfrm>
    </dsp:sp>
    <dsp:sp modelId="{3772447E-858F-4AA2-9B0E-43044060A490}">
      <dsp:nvSpPr>
        <dsp:cNvPr id="0" name=""/>
        <dsp:cNvSpPr/>
      </dsp:nvSpPr>
      <dsp:spPr>
        <a:xfrm>
          <a:off x="6180085" y="595653"/>
          <a:ext cx="118778" cy="1930152"/>
        </a:xfrm>
        <a:custGeom>
          <a:avLst/>
          <a:gdLst/>
          <a:ahLst/>
          <a:cxnLst/>
          <a:rect l="0" t="0" r="0" b="0"/>
          <a:pathLst>
            <a:path>
              <a:moveTo>
                <a:pt x="0" y="0"/>
              </a:moveTo>
              <a:lnTo>
                <a:pt x="0" y="1930152"/>
              </a:lnTo>
              <a:lnTo>
                <a:pt x="118778" y="1930152"/>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E0921A7A-FC1E-43E5-BF38-29A80E12D041}">
      <dsp:nvSpPr>
        <dsp:cNvPr id="0" name=""/>
        <dsp:cNvSpPr/>
      </dsp:nvSpPr>
      <dsp:spPr>
        <a:xfrm>
          <a:off x="6298864" y="2228859"/>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Deliberation Engine</a:t>
          </a:r>
        </a:p>
      </dsp:txBody>
      <dsp:txXfrm>
        <a:off x="6316259" y="2246254"/>
        <a:ext cx="915438" cy="559102"/>
      </dsp:txXfrm>
    </dsp:sp>
    <dsp:sp modelId="{8D102946-36EE-472B-B64B-E745BE043C61}">
      <dsp:nvSpPr>
        <dsp:cNvPr id="0" name=""/>
        <dsp:cNvSpPr/>
      </dsp:nvSpPr>
      <dsp:spPr>
        <a:xfrm>
          <a:off x="6180085" y="595653"/>
          <a:ext cx="118778" cy="2672518"/>
        </a:xfrm>
        <a:custGeom>
          <a:avLst/>
          <a:gdLst/>
          <a:ahLst/>
          <a:cxnLst/>
          <a:rect l="0" t="0" r="0" b="0"/>
          <a:pathLst>
            <a:path>
              <a:moveTo>
                <a:pt x="0" y="0"/>
              </a:moveTo>
              <a:lnTo>
                <a:pt x="0" y="2672518"/>
              </a:lnTo>
              <a:lnTo>
                <a:pt x="118778" y="2672518"/>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23000793-EA6E-49EC-B993-F2B395A82BFE}">
      <dsp:nvSpPr>
        <dsp:cNvPr id="0" name=""/>
        <dsp:cNvSpPr/>
      </dsp:nvSpPr>
      <dsp:spPr>
        <a:xfrm>
          <a:off x="6298864" y="2971225"/>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Consent Mechanism</a:t>
          </a:r>
        </a:p>
      </dsp:txBody>
      <dsp:txXfrm>
        <a:off x="6316259" y="2988620"/>
        <a:ext cx="915438" cy="559102"/>
      </dsp:txXfrm>
    </dsp:sp>
    <dsp:sp modelId="{5D433506-7AFE-488C-A964-07D0275569CF}">
      <dsp:nvSpPr>
        <dsp:cNvPr id="0" name=""/>
        <dsp:cNvSpPr/>
      </dsp:nvSpPr>
      <dsp:spPr>
        <a:xfrm>
          <a:off x="6180085" y="595653"/>
          <a:ext cx="118778" cy="3414884"/>
        </a:xfrm>
        <a:custGeom>
          <a:avLst/>
          <a:gdLst/>
          <a:ahLst/>
          <a:cxnLst/>
          <a:rect l="0" t="0" r="0" b="0"/>
          <a:pathLst>
            <a:path>
              <a:moveTo>
                <a:pt x="0" y="0"/>
              </a:moveTo>
              <a:lnTo>
                <a:pt x="0" y="3414884"/>
              </a:lnTo>
              <a:lnTo>
                <a:pt x="118778" y="3414884"/>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E0148B5E-E62C-41DB-BA91-77076D60227B}">
      <dsp:nvSpPr>
        <dsp:cNvPr id="0" name=""/>
        <dsp:cNvSpPr/>
      </dsp:nvSpPr>
      <dsp:spPr>
        <a:xfrm>
          <a:off x="6298864" y="3713591"/>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Feedback Aggregator</a:t>
          </a:r>
        </a:p>
      </dsp:txBody>
      <dsp:txXfrm>
        <a:off x="6316259" y="3730986"/>
        <a:ext cx="915438" cy="559102"/>
      </dsp:txXfrm>
    </dsp:sp>
    <dsp:sp modelId="{201859F8-587E-4CD2-A4EA-52B6B096182E}">
      <dsp:nvSpPr>
        <dsp:cNvPr id="0" name=""/>
        <dsp:cNvSpPr/>
      </dsp:nvSpPr>
      <dsp:spPr>
        <a:xfrm>
          <a:off x="6180085" y="595653"/>
          <a:ext cx="118778" cy="4157250"/>
        </a:xfrm>
        <a:custGeom>
          <a:avLst/>
          <a:gdLst/>
          <a:ahLst/>
          <a:cxnLst/>
          <a:rect l="0" t="0" r="0" b="0"/>
          <a:pathLst>
            <a:path>
              <a:moveTo>
                <a:pt x="0" y="0"/>
              </a:moveTo>
              <a:lnTo>
                <a:pt x="0" y="4157250"/>
              </a:lnTo>
              <a:lnTo>
                <a:pt x="118778" y="4157250"/>
              </a:lnTo>
            </a:path>
          </a:pathLst>
        </a:custGeom>
        <a:noFill/>
        <a:ln w="19050" cap="flat" cmpd="sng" algn="ctr">
          <a:solidFill>
            <a:srgbClr val="D6DCDF"/>
          </a:solidFill>
          <a:prstDash val="solid"/>
          <a:miter lim="800000"/>
        </a:ln>
        <a:effectLst/>
      </dsp:spPr>
      <dsp:style>
        <a:lnRef idx="2">
          <a:scrgbClr r="0" g="0" b="0"/>
        </a:lnRef>
        <a:fillRef idx="0">
          <a:scrgbClr r="0" g="0" b="0"/>
        </a:fillRef>
        <a:effectRef idx="0">
          <a:scrgbClr r="0" g="0" b="0"/>
        </a:effectRef>
        <a:fontRef idx="minor"/>
      </dsp:style>
    </dsp:sp>
    <dsp:sp modelId="{A364F042-72FC-4351-972A-FAD7890FAE3D}">
      <dsp:nvSpPr>
        <dsp:cNvPr id="0" name=""/>
        <dsp:cNvSpPr/>
      </dsp:nvSpPr>
      <dsp:spPr>
        <a:xfrm>
          <a:off x="6298864" y="4455958"/>
          <a:ext cx="950228" cy="593892"/>
        </a:xfrm>
        <a:prstGeom prst="roundRect">
          <a:avLst>
            <a:gd name="adj" fmla="val 10000"/>
          </a:avLst>
        </a:prstGeom>
        <a:solidFill>
          <a:schemeClr val="lt1">
            <a:alpha val="90000"/>
            <a:hueOff val="0"/>
            <a:satOff val="0"/>
            <a:lumOff val="0"/>
            <a:alphaOff val="0"/>
          </a:schemeClr>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Font typeface="Arial" panose="020B0604020202020204" pitchFamily="34" charset="0"/>
            <a:buNone/>
          </a:pPr>
          <a:r>
            <a:rPr lang="en-GB" sz="900" kern="1200" noProof="0" dirty="0"/>
            <a:t>Representation Mapping Subsystem</a:t>
          </a:r>
        </a:p>
      </dsp:txBody>
      <dsp:txXfrm>
        <a:off x="6316259" y="4473353"/>
        <a:ext cx="915438" cy="5591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41E954-7550-424C-91D9-F9CC338974F1}">
      <dsp:nvSpPr>
        <dsp:cNvPr id="0" name=""/>
        <dsp:cNvSpPr/>
      </dsp:nvSpPr>
      <dsp:spPr>
        <a:xfrm>
          <a:off x="3489" y="670614"/>
          <a:ext cx="1189901" cy="594950"/>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77850">
            <a:lnSpc>
              <a:spcPct val="90000"/>
            </a:lnSpc>
            <a:spcBef>
              <a:spcPct val="0"/>
            </a:spcBef>
            <a:spcAft>
              <a:spcPct val="35000"/>
            </a:spcAft>
            <a:buNone/>
          </a:pPr>
          <a:r>
            <a:rPr lang="en-GB" sz="1300" b="1" kern="1200" noProof="0" dirty="0">
              <a:solidFill>
                <a:schemeClr val="tx1"/>
              </a:solidFill>
              <a:latin typeface="Aptos" panose="02110004020202020204"/>
              <a:ea typeface="+mn-ea"/>
              <a:cs typeface="+mn-cs"/>
            </a:rPr>
            <a:t>3. Instruments (L4)</a:t>
          </a:r>
        </a:p>
      </dsp:txBody>
      <dsp:txXfrm>
        <a:off x="20914" y="688039"/>
        <a:ext cx="1155051" cy="560100"/>
      </dsp:txXfrm>
    </dsp:sp>
    <dsp:sp modelId="{2195BCAE-8D79-4E67-A6E3-27D8B9629631}">
      <dsp:nvSpPr>
        <dsp:cNvPr id="0" name=""/>
        <dsp:cNvSpPr/>
      </dsp:nvSpPr>
      <dsp:spPr>
        <a:xfrm>
          <a:off x="1490866" y="670614"/>
          <a:ext cx="1189901" cy="594950"/>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77850">
            <a:lnSpc>
              <a:spcPct val="90000"/>
            </a:lnSpc>
            <a:spcBef>
              <a:spcPct val="0"/>
            </a:spcBef>
            <a:spcAft>
              <a:spcPct val="35000"/>
            </a:spcAft>
            <a:buNone/>
          </a:pPr>
          <a:r>
            <a:rPr lang="en-GB" sz="1300" b="1" kern="1200" noProof="0" dirty="0">
              <a:solidFill>
                <a:prstClr val="black"/>
              </a:solidFill>
              <a:latin typeface="Aptos" panose="02110004020202020204"/>
              <a:ea typeface="+mn-ea"/>
              <a:cs typeface="+mn-cs"/>
            </a:rPr>
            <a:t>Decision Systems</a:t>
          </a:r>
        </a:p>
      </dsp:txBody>
      <dsp:txXfrm>
        <a:off x="1508291" y="688039"/>
        <a:ext cx="1155051" cy="560100"/>
      </dsp:txXfrm>
    </dsp:sp>
    <dsp:sp modelId="{07B98705-7BA4-4318-990A-9AF02AA108C1}">
      <dsp:nvSpPr>
        <dsp:cNvPr id="0" name=""/>
        <dsp:cNvSpPr/>
      </dsp:nvSpPr>
      <dsp:spPr>
        <a:xfrm>
          <a:off x="1609856" y="1265565"/>
          <a:ext cx="118990" cy="446213"/>
        </a:xfrm>
        <a:custGeom>
          <a:avLst/>
          <a:gdLst/>
          <a:ahLst/>
          <a:cxnLst/>
          <a:rect l="0" t="0" r="0" b="0"/>
          <a:pathLst>
            <a:path>
              <a:moveTo>
                <a:pt x="0" y="0"/>
              </a:moveTo>
              <a:lnTo>
                <a:pt x="0" y="446213"/>
              </a:lnTo>
              <a:lnTo>
                <a:pt x="118990" y="44621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D799B69-59FF-45B5-B117-4672F57539EE}">
      <dsp:nvSpPr>
        <dsp:cNvPr id="0" name=""/>
        <dsp:cNvSpPr/>
      </dsp:nvSpPr>
      <dsp:spPr>
        <a:xfrm>
          <a:off x="1728846" y="1414303"/>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Policy Compiler</a:t>
          </a:r>
        </a:p>
      </dsp:txBody>
      <dsp:txXfrm>
        <a:off x="1746271" y="1431728"/>
        <a:ext cx="917071" cy="560100"/>
      </dsp:txXfrm>
    </dsp:sp>
    <dsp:sp modelId="{0C538EAC-547A-4A7D-8F24-8DE8A29196D4}">
      <dsp:nvSpPr>
        <dsp:cNvPr id="0" name=""/>
        <dsp:cNvSpPr/>
      </dsp:nvSpPr>
      <dsp:spPr>
        <a:xfrm>
          <a:off x="1609856" y="1265565"/>
          <a:ext cx="118990" cy="1189901"/>
        </a:xfrm>
        <a:custGeom>
          <a:avLst/>
          <a:gdLst/>
          <a:ahLst/>
          <a:cxnLst/>
          <a:rect l="0" t="0" r="0" b="0"/>
          <a:pathLst>
            <a:path>
              <a:moveTo>
                <a:pt x="0" y="0"/>
              </a:moveTo>
              <a:lnTo>
                <a:pt x="0" y="1189901"/>
              </a:lnTo>
              <a:lnTo>
                <a:pt x="118990" y="118990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B55ECC-15EB-4D76-AE44-744B7491EC81}">
      <dsp:nvSpPr>
        <dsp:cNvPr id="0" name=""/>
        <dsp:cNvSpPr/>
      </dsp:nvSpPr>
      <dsp:spPr>
        <a:xfrm>
          <a:off x="1728846" y="2157991"/>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Decision Simulation Tools</a:t>
          </a:r>
        </a:p>
      </dsp:txBody>
      <dsp:txXfrm>
        <a:off x="1746271" y="2175416"/>
        <a:ext cx="917071" cy="560100"/>
      </dsp:txXfrm>
    </dsp:sp>
    <dsp:sp modelId="{717B8D10-6DE1-4534-8BD0-D1691BB240E1}">
      <dsp:nvSpPr>
        <dsp:cNvPr id="0" name=""/>
        <dsp:cNvSpPr/>
      </dsp:nvSpPr>
      <dsp:spPr>
        <a:xfrm>
          <a:off x="1609856" y="1265565"/>
          <a:ext cx="118990" cy="1933589"/>
        </a:xfrm>
        <a:custGeom>
          <a:avLst/>
          <a:gdLst/>
          <a:ahLst/>
          <a:cxnLst/>
          <a:rect l="0" t="0" r="0" b="0"/>
          <a:pathLst>
            <a:path>
              <a:moveTo>
                <a:pt x="0" y="0"/>
              </a:moveTo>
              <a:lnTo>
                <a:pt x="0" y="1933589"/>
              </a:lnTo>
              <a:lnTo>
                <a:pt x="118990" y="193358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3FDAD10-D8C4-46DB-A8D3-EAC3B08C40AE}">
      <dsp:nvSpPr>
        <dsp:cNvPr id="0" name=""/>
        <dsp:cNvSpPr/>
      </dsp:nvSpPr>
      <dsp:spPr>
        <a:xfrm>
          <a:off x="1728846" y="2901680"/>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Mandate Resolution Toolkit</a:t>
          </a:r>
        </a:p>
      </dsp:txBody>
      <dsp:txXfrm>
        <a:off x="1746271" y="2919105"/>
        <a:ext cx="917071" cy="560100"/>
      </dsp:txXfrm>
    </dsp:sp>
    <dsp:sp modelId="{77407B29-AC1F-41E6-99DA-FBA539ADD76F}">
      <dsp:nvSpPr>
        <dsp:cNvPr id="0" name=""/>
        <dsp:cNvSpPr/>
      </dsp:nvSpPr>
      <dsp:spPr>
        <a:xfrm>
          <a:off x="2978243" y="670614"/>
          <a:ext cx="1189901" cy="594950"/>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77850">
            <a:lnSpc>
              <a:spcPct val="90000"/>
            </a:lnSpc>
            <a:spcBef>
              <a:spcPct val="0"/>
            </a:spcBef>
            <a:spcAft>
              <a:spcPct val="35000"/>
            </a:spcAft>
            <a:buNone/>
          </a:pPr>
          <a:r>
            <a:rPr lang="en-GB" sz="1300" b="1" kern="1200" noProof="0" dirty="0">
              <a:solidFill>
                <a:prstClr val="black"/>
              </a:solidFill>
              <a:latin typeface="Aptos" panose="02110004020202020204"/>
              <a:ea typeface="+mn-ea"/>
              <a:cs typeface="+mn-cs"/>
            </a:rPr>
            <a:t>Institutional</a:t>
          </a:r>
          <a:r>
            <a:rPr lang="en-GB" sz="1300" b="1" kern="1200" noProof="0" dirty="0"/>
            <a:t> </a:t>
          </a:r>
          <a:r>
            <a:rPr lang="en-GB" sz="1300" b="1" kern="1200" noProof="0" dirty="0">
              <a:solidFill>
                <a:schemeClr val="tx1"/>
              </a:solidFill>
            </a:rPr>
            <a:t>Architecture</a:t>
          </a:r>
        </a:p>
      </dsp:txBody>
      <dsp:txXfrm>
        <a:off x="2995668" y="688039"/>
        <a:ext cx="1155051" cy="560100"/>
      </dsp:txXfrm>
    </dsp:sp>
    <dsp:sp modelId="{2C04EAFB-9446-426C-A69C-597407A3C137}">
      <dsp:nvSpPr>
        <dsp:cNvPr id="0" name=""/>
        <dsp:cNvSpPr/>
      </dsp:nvSpPr>
      <dsp:spPr>
        <a:xfrm>
          <a:off x="3097233" y="1265565"/>
          <a:ext cx="118990" cy="446213"/>
        </a:xfrm>
        <a:custGeom>
          <a:avLst/>
          <a:gdLst/>
          <a:ahLst/>
          <a:cxnLst/>
          <a:rect l="0" t="0" r="0" b="0"/>
          <a:pathLst>
            <a:path>
              <a:moveTo>
                <a:pt x="0" y="0"/>
              </a:moveTo>
              <a:lnTo>
                <a:pt x="0" y="446213"/>
              </a:lnTo>
              <a:lnTo>
                <a:pt x="118990" y="44621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EB6D4A9-FC9F-484E-83C0-B282F69512B3}">
      <dsp:nvSpPr>
        <dsp:cNvPr id="0" name=""/>
        <dsp:cNvSpPr/>
      </dsp:nvSpPr>
      <dsp:spPr>
        <a:xfrm>
          <a:off x="3216223" y="1414303"/>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Governance Schema Engine</a:t>
          </a:r>
        </a:p>
      </dsp:txBody>
      <dsp:txXfrm>
        <a:off x="3233648" y="1431728"/>
        <a:ext cx="917071" cy="560100"/>
      </dsp:txXfrm>
    </dsp:sp>
    <dsp:sp modelId="{FC0A0D9C-A83F-4C2F-BF56-AD137D17DE89}">
      <dsp:nvSpPr>
        <dsp:cNvPr id="0" name=""/>
        <dsp:cNvSpPr/>
      </dsp:nvSpPr>
      <dsp:spPr>
        <a:xfrm>
          <a:off x="3097233" y="1265565"/>
          <a:ext cx="118990" cy="1189901"/>
        </a:xfrm>
        <a:custGeom>
          <a:avLst/>
          <a:gdLst/>
          <a:ahLst/>
          <a:cxnLst/>
          <a:rect l="0" t="0" r="0" b="0"/>
          <a:pathLst>
            <a:path>
              <a:moveTo>
                <a:pt x="0" y="0"/>
              </a:moveTo>
              <a:lnTo>
                <a:pt x="0" y="1189901"/>
              </a:lnTo>
              <a:lnTo>
                <a:pt x="118990" y="118990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DF2625-3C2D-4D58-AB40-F580A2C3335A}">
      <dsp:nvSpPr>
        <dsp:cNvPr id="0" name=""/>
        <dsp:cNvSpPr/>
      </dsp:nvSpPr>
      <dsp:spPr>
        <a:xfrm>
          <a:off x="3216223" y="2157991"/>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Legal Codex Tools</a:t>
          </a:r>
        </a:p>
      </dsp:txBody>
      <dsp:txXfrm>
        <a:off x="3233648" y="2175416"/>
        <a:ext cx="917071" cy="560100"/>
      </dsp:txXfrm>
    </dsp:sp>
    <dsp:sp modelId="{793BA0E1-5BB2-41B9-8635-E440AFD14C22}">
      <dsp:nvSpPr>
        <dsp:cNvPr id="0" name=""/>
        <dsp:cNvSpPr/>
      </dsp:nvSpPr>
      <dsp:spPr>
        <a:xfrm>
          <a:off x="3097233" y="1265565"/>
          <a:ext cx="118990" cy="1933589"/>
        </a:xfrm>
        <a:custGeom>
          <a:avLst/>
          <a:gdLst/>
          <a:ahLst/>
          <a:cxnLst/>
          <a:rect l="0" t="0" r="0" b="0"/>
          <a:pathLst>
            <a:path>
              <a:moveTo>
                <a:pt x="0" y="0"/>
              </a:moveTo>
              <a:lnTo>
                <a:pt x="0" y="1933589"/>
              </a:lnTo>
              <a:lnTo>
                <a:pt x="118990" y="193358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0C2399A-8126-4340-9E2A-31F0C13F52C2}">
      <dsp:nvSpPr>
        <dsp:cNvPr id="0" name=""/>
        <dsp:cNvSpPr/>
      </dsp:nvSpPr>
      <dsp:spPr>
        <a:xfrm>
          <a:off x="3216223" y="2901680"/>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Authority Boundary Visualiser</a:t>
          </a:r>
        </a:p>
      </dsp:txBody>
      <dsp:txXfrm>
        <a:off x="3233648" y="2919105"/>
        <a:ext cx="917071" cy="560100"/>
      </dsp:txXfrm>
    </dsp:sp>
    <dsp:sp modelId="{4EA952BD-5C1B-47B5-AD78-F8156FE5C458}">
      <dsp:nvSpPr>
        <dsp:cNvPr id="0" name=""/>
        <dsp:cNvSpPr/>
      </dsp:nvSpPr>
      <dsp:spPr>
        <a:xfrm>
          <a:off x="4465620" y="670614"/>
          <a:ext cx="1189901" cy="594950"/>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77850">
            <a:lnSpc>
              <a:spcPct val="90000"/>
            </a:lnSpc>
            <a:spcBef>
              <a:spcPct val="0"/>
            </a:spcBef>
            <a:spcAft>
              <a:spcPct val="35000"/>
            </a:spcAft>
            <a:buNone/>
          </a:pPr>
          <a:r>
            <a:rPr lang="en-GB" sz="1300" b="1" kern="1200" noProof="0" dirty="0">
              <a:solidFill>
                <a:prstClr val="black"/>
              </a:solidFill>
              <a:latin typeface="Aptos" panose="02110004020202020204"/>
              <a:ea typeface="+mn-ea"/>
              <a:cs typeface="+mn-cs"/>
            </a:rPr>
            <a:t>Accountability</a:t>
          </a:r>
          <a:r>
            <a:rPr lang="en-GB" sz="1300" b="1" kern="1200" noProof="0" dirty="0"/>
            <a:t> </a:t>
          </a:r>
          <a:r>
            <a:rPr lang="en-GB" sz="1300" b="1" kern="1200" noProof="0" dirty="0">
              <a:solidFill>
                <a:schemeClr val="tx1"/>
              </a:solidFill>
            </a:rPr>
            <a:t>&amp; Oversight</a:t>
          </a:r>
        </a:p>
      </dsp:txBody>
      <dsp:txXfrm>
        <a:off x="4483045" y="688039"/>
        <a:ext cx="1155051" cy="560100"/>
      </dsp:txXfrm>
    </dsp:sp>
    <dsp:sp modelId="{6404DE50-43FF-4173-9517-A3E5B0DC18CD}">
      <dsp:nvSpPr>
        <dsp:cNvPr id="0" name=""/>
        <dsp:cNvSpPr/>
      </dsp:nvSpPr>
      <dsp:spPr>
        <a:xfrm>
          <a:off x="4584610" y="1265565"/>
          <a:ext cx="118990" cy="446213"/>
        </a:xfrm>
        <a:custGeom>
          <a:avLst/>
          <a:gdLst/>
          <a:ahLst/>
          <a:cxnLst/>
          <a:rect l="0" t="0" r="0" b="0"/>
          <a:pathLst>
            <a:path>
              <a:moveTo>
                <a:pt x="0" y="0"/>
              </a:moveTo>
              <a:lnTo>
                <a:pt x="0" y="446213"/>
              </a:lnTo>
              <a:lnTo>
                <a:pt x="118990" y="44621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626366-74C8-46D6-BA99-4989CF5E4CBD}">
      <dsp:nvSpPr>
        <dsp:cNvPr id="0" name=""/>
        <dsp:cNvSpPr/>
      </dsp:nvSpPr>
      <dsp:spPr>
        <a:xfrm>
          <a:off x="4703600" y="1414303"/>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TS‑Gov (Governance Test Suite)</a:t>
          </a:r>
        </a:p>
      </dsp:txBody>
      <dsp:txXfrm>
        <a:off x="4721025" y="1431728"/>
        <a:ext cx="917071" cy="560100"/>
      </dsp:txXfrm>
    </dsp:sp>
    <dsp:sp modelId="{858463A6-A888-4109-B94C-B7B4493244D8}">
      <dsp:nvSpPr>
        <dsp:cNvPr id="0" name=""/>
        <dsp:cNvSpPr/>
      </dsp:nvSpPr>
      <dsp:spPr>
        <a:xfrm>
          <a:off x="4584610" y="1265565"/>
          <a:ext cx="118990" cy="1189901"/>
        </a:xfrm>
        <a:custGeom>
          <a:avLst/>
          <a:gdLst/>
          <a:ahLst/>
          <a:cxnLst/>
          <a:rect l="0" t="0" r="0" b="0"/>
          <a:pathLst>
            <a:path>
              <a:moveTo>
                <a:pt x="0" y="0"/>
              </a:moveTo>
              <a:lnTo>
                <a:pt x="0" y="1189901"/>
              </a:lnTo>
              <a:lnTo>
                <a:pt x="118990" y="118990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88750C-0840-4FE1-8E27-EB43F60BF2A6}">
      <dsp:nvSpPr>
        <dsp:cNvPr id="0" name=""/>
        <dsp:cNvSpPr/>
      </dsp:nvSpPr>
      <dsp:spPr>
        <a:xfrm>
          <a:off x="4703600" y="2157991"/>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Audit Toolkit</a:t>
          </a:r>
        </a:p>
      </dsp:txBody>
      <dsp:txXfrm>
        <a:off x="4721025" y="2175416"/>
        <a:ext cx="917071" cy="560100"/>
      </dsp:txXfrm>
    </dsp:sp>
    <dsp:sp modelId="{EF861A6F-291B-4197-886C-5334D7D659CA}">
      <dsp:nvSpPr>
        <dsp:cNvPr id="0" name=""/>
        <dsp:cNvSpPr/>
      </dsp:nvSpPr>
      <dsp:spPr>
        <a:xfrm>
          <a:off x="4584610" y="1265565"/>
          <a:ext cx="118990" cy="1933589"/>
        </a:xfrm>
        <a:custGeom>
          <a:avLst/>
          <a:gdLst/>
          <a:ahLst/>
          <a:cxnLst/>
          <a:rect l="0" t="0" r="0" b="0"/>
          <a:pathLst>
            <a:path>
              <a:moveTo>
                <a:pt x="0" y="0"/>
              </a:moveTo>
              <a:lnTo>
                <a:pt x="0" y="1933589"/>
              </a:lnTo>
              <a:lnTo>
                <a:pt x="118990" y="193358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0AAFC3F-2AE2-4BB7-91E5-2269A1BFB5B5}">
      <dsp:nvSpPr>
        <dsp:cNvPr id="0" name=""/>
        <dsp:cNvSpPr/>
      </dsp:nvSpPr>
      <dsp:spPr>
        <a:xfrm>
          <a:off x="4703600" y="2901680"/>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Integrity Scanner</a:t>
          </a:r>
        </a:p>
      </dsp:txBody>
      <dsp:txXfrm>
        <a:off x="4721025" y="2919105"/>
        <a:ext cx="917071" cy="560100"/>
      </dsp:txXfrm>
    </dsp:sp>
    <dsp:sp modelId="{A9274F79-D739-438D-99E6-2825177B1286}">
      <dsp:nvSpPr>
        <dsp:cNvPr id="0" name=""/>
        <dsp:cNvSpPr/>
      </dsp:nvSpPr>
      <dsp:spPr>
        <a:xfrm>
          <a:off x="4584610" y="1265565"/>
          <a:ext cx="118990" cy="2677278"/>
        </a:xfrm>
        <a:custGeom>
          <a:avLst/>
          <a:gdLst/>
          <a:ahLst/>
          <a:cxnLst/>
          <a:rect l="0" t="0" r="0" b="0"/>
          <a:pathLst>
            <a:path>
              <a:moveTo>
                <a:pt x="0" y="0"/>
              </a:moveTo>
              <a:lnTo>
                <a:pt x="0" y="2677278"/>
              </a:lnTo>
              <a:lnTo>
                <a:pt x="118990" y="2677278"/>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6D5CD09-8BCE-4ABD-A823-F6B18CE3F638}">
      <dsp:nvSpPr>
        <dsp:cNvPr id="0" name=""/>
        <dsp:cNvSpPr/>
      </dsp:nvSpPr>
      <dsp:spPr>
        <a:xfrm>
          <a:off x="4703600" y="3645368"/>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Transparency Dashboard Tools</a:t>
          </a:r>
        </a:p>
      </dsp:txBody>
      <dsp:txXfrm>
        <a:off x="4721025" y="3662793"/>
        <a:ext cx="917071" cy="560100"/>
      </dsp:txXfrm>
    </dsp:sp>
    <dsp:sp modelId="{52FABD42-26AC-4436-84D2-6B99FEC51FBB}">
      <dsp:nvSpPr>
        <dsp:cNvPr id="0" name=""/>
        <dsp:cNvSpPr/>
      </dsp:nvSpPr>
      <dsp:spPr>
        <a:xfrm>
          <a:off x="5952997" y="670614"/>
          <a:ext cx="1189901" cy="594950"/>
        </a:xfrm>
        <a:prstGeom prst="roundRect">
          <a:avLst>
            <a:gd name="adj" fmla="val 10000"/>
          </a:avLst>
        </a:prstGeom>
        <a:solidFill>
          <a:srgbClr val="D6DCDF"/>
        </a:solidFill>
        <a:ln w="19050" cap="flat" cmpd="sng" algn="ctr">
          <a:solidFill>
            <a:srgbClr val="D6DCDF"/>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77850">
            <a:lnSpc>
              <a:spcPct val="90000"/>
            </a:lnSpc>
            <a:spcBef>
              <a:spcPct val="0"/>
            </a:spcBef>
            <a:spcAft>
              <a:spcPct val="35000"/>
            </a:spcAft>
            <a:buNone/>
          </a:pPr>
          <a:r>
            <a:rPr lang="en-GB" sz="1300" b="1" kern="1200" noProof="0" dirty="0">
              <a:solidFill>
                <a:prstClr val="black"/>
              </a:solidFill>
              <a:latin typeface="Aptos" panose="02110004020202020204"/>
              <a:ea typeface="+mn-ea"/>
              <a:cs typeface="+mn-cs"/>
            </a:rPr>
            <a:t>Civic Participation &amp; Consent</a:t>
          </a:r>
        </a:p>
      </dsp:txBody>
      <dsp:txXfrm>
        <a:off x="5970422" y="688039"/>
        <a:ext cx="1155051" cy="560100"/>
      </dsp:txXfrm>
    </dsp:sp>
    <dsp:sp modelId="{B29C507F-964B-4102-A4AF-1DACDC766F84}">
      <dsp:nvSpPr>
        <dsp:cNvPr id="0" name=""/>
        <dsp:cNvSpPr/>
      </dsp:nvSpPr>
      <dsp:spPr>
        <a:xfrm>
          <a:off x="6071987" y="1265565"/>
          <a:ext cx="118990" cy="446213"/>
        </a:xfrm>
        <a:custGeom>
          <a:avLst/>
          <a:gdLst/>
          <a:ahLst/>
          <a:cxnLst/>
          <a:rect l="0" t="0" r="0" b="0"/>
          <a:pathLst>
            <a:path>
              <a:moveTo>
                <a:pt x="0" y="0"/>
              </a:moveTo>
              <a:lnTo>
                <a:pt x="0" y="446213"/>
              </a:lnTo>
              <a:lnTo>
                <a:pt x="118990" y="446213"/>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2EC9DA4-53BB-41F9-94C0-0918A095EB01}">
      <dsp:nvSpPr>
        <dsp:cNvPr id="0" name=""/>
        <dsp:cNvSpPr/>
      </dsp:nvSpPr>
      <dsp:spPr>
        <a:xfrm>
          <a:off x="6190977" y="1414303"/>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Civic Input API</a:t>
          </a:r>
        </a:p>
      </dsp:txBody>
      <dsp:txXfrm>
        <a:off x="6208402" y="1431728"/>
        <a:ext cx="917071" cy="560100"/>
      </dsp:txXfrm>
    </dsp:sp>
    <dsp:sp modelId="{AA53939F-2C6B-4C24-BD00-A0AB743375CD}">
      <dsp:nvSpPr>
        <dsp:cNvPr id="0" name=""/>
        <dsp:cNvSpPr/>
      </dsp:nvSpPr>
      <dsp:spPr>
        <a:xfrm>
          <a:off x="6071987" y="1265565"/>
          <a:ext cx="118990" cy="1189901"/>
        </a:xfrm>
        <a:custGeom>
          <a:avLst/>
          <a:gdLst/>
          <a:ahLst/>
          <a:cxnLst/>
          <a:rect l="0" t="0" r="0" b="0"/>
          <a:pathLst>
            <a:path>
              <a:moveTo>
                <a:pt x="0" y="0"/>
              </a:moveTo>
              <a:lnTo>
                <a:pt x="0" y="1189901"/>
              </a:lnTo>
              <a:lnTo>
                <a:pt x="118990" y="1189901"/>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F2613D4-D99A-437E-9BF0-BCDCC3AD3F82}">
      <dsp:nvSpPr>
        <dsp:cNvPr id="0" name=""/>
        <dsp:cNvSpPr/>
      </dsp:nvSpPr>
      <dsp:spPr>
        <a:xfrm>
          <a:off x="6190977" y="2157991"/>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Deliberation Tools</a:t>
          </a:r>
        </a:p>
      </dsp:txBody>
      <dsp:txXfrm>
        <a:off x="6208402" y="2175416"/>
        <a:ext cx="917071" cy="560100"/>
      </dsp:txXfrm>
    </dsp:sp>
    <dsp:sp modelId="{187996D5-C1D5-42DC-AE2D-52AF3E7EDFC5}">
      <dsp:nvSpPr>
        <dsp:cNvPr id="0" name=""/>
        <dsp:cNvSpPr/>
      </dsp:nvSpPr>
      <dsp:spPr>
        <a:xfrm>
          <a:off x="6071987" y="1265565"/>
          <a:ext cx="118990" cy="1933589"/>
        </a:xfrm>
        <a:custGeom>
          <a:avLst/>
          <a:gdLst/>
          <a:ahLst/>
          <a:cxnLst/>
          <a:rect l="0" t="0" r="0" b="0"/>
          <a:pathLst>
            <a:path>
              <a:moveTo>
                <a:pt x="0" y="0"/>
              </a:moveTo>
              <a:lnTo>
                <a:pt x="0" y="1933589"/>
              </a:lnTo>
              <a:lnTo>
                <a:pt x="118990" y="1933589"/>
              </a:lnTo>
            </a:path>
          </a:pathLst>
        </a:custGeom>
        <a:noFill/>
        <a:ln w="1905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766ACFF-8EBC-4150-81B6-D28B406C7C23}">
      <dsp:nvSpPr>
        <dsp:cNvPr id="0" name=""/>
        <dsp:cNvSpPr/>
      </dsp:nvSpPr>
      <dsp:spPr>
        <a:xfrm>
          <a:off x="6190977" y="2901680"/>
          <a:ext cx="951921" cy="594950"/>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955" tIns="13970" rIns="20955" bIns="13970" numCol="1" spcCol="1270" anchor="ctr" anchorCtr="0">
          <a:noAutofit/>
        </a:bodyPr>
        <a:lstStyle/>
        <a:p>
          <a:pPr marL="0" lvl="0" indent="0" algn="ctr" defTabSz="488950">
            <a:lnSpc>
              <a:spcPct val="90000"/>
            </a:lnSpc>
            <a:spcBef>
              <a:spcPct val="0"/>
            </a:spcBef>
            <a:spcAft>
              <a:spcPct val="35000"/>
            </a:spcAft>
            <a:buFont typeface="Arial" panose="020B0604020202020204" pitchFamily="34" charset="0"/>
            <a:buNone/>
          </a:pPr>
          <a:r>
            <a:rPr lang="en-GB" sz="1100" kern="1200" noProof="0" dirty="0"/>
            <a:t>Consent Verification Engine</a:t>
          </a:r>
        </a:p>
      </dsp:txBody>
      <dsp:txXfrm>
        <a:off x="6208402" y="2919105"/>
        <a:ext cx="917071" cy="56010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9842A5-21F1-4854-8CFA-5150141CC917}" type="datetimeFigureOut">
              <a:rPr lang="en-GB" smtClean="0"/>
              <a:t>08/06/2026</a:t>
            </a:fld>
            <a:endParaRPr lang="en-GB"/>
          </a:p>
        </p:txBody>
      </p:sp>
      <p:sp>
        <p:nvSpPr>
          <p:cNvPr id="4" name="Slide Image Placeholder 3"/>
          <p:cNvSpPr>
            <a:spLocks noGrp="1" noRot="1" noChangeAspect="1"/>
          </p:cNvSpPr>
          <p:nvPr>
            <p:ph type="sldImg" idx="2"/>
          </p:nvPr>
        </p:nvSpPr>
        <p:spPr>
          <a:xfrm>
            <a:off x="412750" y="1143000"/>
            <a:ext cx="60325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09EFD8-6C15-4ECA-BE85-80BC2FC174EE}" type="slidenum">
              <a:rPr lang="en-GB" smtClean="0"/>
              <a:t>‹#›</a:t>
            </a:fld>
            <a:endParaRPr lang="en-GB"/>
          </a:p>
        </p:txBody>
      </p:sp>
    </p:spTree>
    <p:extLst>
      <p:ext uri="{BB962C8B-B14F-4D97-AF65-F5344CB8AC3E}">
        <p14:creationId xmlns:p14="http://schemas.microsoft.com/office/powerpoint/2010/main" val="18007839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09EFD8-6C15-4ECA-BE85-80BC2FC174EE}" type="slidenum">
              <a:rPr lang="en-GB" smtClean="0"/>
              <a:t>1</a:t>
            </a:fld>
            <a:endParaRPr lang="en-GB"/>
          </a:p>
        </p:txBody>
      </p:sp>
    </p:spTree>
    <p:extLst>
      <p:ext uri="{BB962C8B-B14F-4D97-AF65-F5344CB8AC3E}">
        <p14:creationId xmlns:p14="http://schemas.microsoft.com/office/powerpoint/2010/main" val="40200628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F409EFD8-6C15-4ECA-BE85-80BC2FC174EE}" type="slidenum">
              <a:rPr lang="en-GB" smtClean="0"/>
              <a:t>4</a:t>
            </a:fld>
            <a:endParaRPr lang="en-GB"/>
          </a:p>
        </p:txBody>
      </p:sp>
    </p:spTree>
    <p:extLst>
      <p:ext uri="{BB962C8B-B14F-4D97-AF65-F5344CB8AC3E}">
        <p14:creationId xmlns:p14="http://schemas.microsoft.com/office/powerpoint/2010/main" val="2823740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FCFCF-F979-9C24-E7E4-D0C0555B7E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E8339A-69AD-622C-A603-61AB9A7F7D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C32F0A-C02F-1D8E-6C2A-C57603BCE66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D4825B8D-86CF-C4AF-41E1-4EA124BD4DA8}"/>
              </a:ext>
            </a:extLst>
          </p:cNvPr>
          <p:cNvSpPr>
            <a:spLocks noGrp="1"/>
          </p:cNvSpPr>
          <p:nvPr>
            <p:ph type="sldNum" sz="quarter" idx="5"/>
          </p:nvPr>
        </p:nvSpPr>
        <p:spPr/>
        <p:txBody>
          <a:bodyPr/>
          <a:lstStyle/>
          <a:p>
            <a:fld id="{F409EFD8-6C15-4ECA-BE85-80BC2FC174EE}" type="slidenum">
              <a:rPr lang="en-GB" smtClean="0"/>
              <a:t>5</a:t>
            </a:fld>
            <a:endParaRPr lang="en-GB"/>
          </a:p>
        </p:txBody>
      </p:sp>
    </p:spTree>
    <p:extLst>
      <p:ext uri="{BB962C8B-B14F-4D97-AF65-F5344CB8AC3E}">
        <p14:creationId xmlns:p14="http://schemas.microsoft.com/office/powerpoint/2010/main" val="36946464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41842-0872-D65D-FC96-1312D36FD1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AFF70-637C-C61B-BBEE-B101C2632E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EFC1C1-B75D-E784-B186-BEA37B520910}"/>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67D50F4-BC4A-05C1-7DDA-4DA43168E1C1}"/>
              </a:ext>
            </a:extLst>
          </p:cNvPr>
          <p:cNvSpPr>
            <a:spLocks noGrp="1"/>
          </p:cNvSpPr>
          <p:nvPr>
            <p:ph type="sldNum" sz="quarter" idx="5"/>
          </p:nvPr>
        </p:nvSpPr>
        <p:spPr/>
        <p:txBody>
          <a:bodyPr/>
          <a:lstStyle/>
          <a:p>
            <a:fld id="{F409EFD8-6C15-4ECA-BE85-80BC2FC174EE}" type="slidenum">
              <a:rPr lang="en-GB" smtClean="0"/>
              <a:t>6</a:t>
            </a:fld>
            <a:endParaRPr lang="en-GB"/>
          </a:p>
        </p:txBody>
      </p:sp>
    </p:spTree>
    <p:extLst>
      <p:ext uri="{BB962C8B-B14F-4D97-AF65-F5344CB8AC3E}">
        <p14:creationId xmlns:p14="http://schemas.microsoft.com/office/powerpoint/2010/main" val="36743164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51E8A-CFE0-0034-2D50-E924EDDBBD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0AA12-260C-0141-591A-F7C0725C42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7394EC-AF6B-5FC3-8A0C-26B798F978F9}"/>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888FDD9-A109-9E76-2326-6CBFAEB28F2B}"/>
              </a:ext>
            </a:extLst>
          </p:cNvPr>
          <p:cNvSpPr>
            <a:spLocks noGrp="1"/>
          </p:cNvSpPr>
          <p:nvPr>
            <p:ph type="sldNum" sz="quarter" idx="5"/>
          </p:nvPr>
        </p:nvSpPr>
        <p:spPr/>
        <p:txBody>
          <a:bodyPr/>
          <a:lstStyle/>
          <a:p>
            <a:fld id="{F409EFD8-6C15-4ECA-BE85-80BC2FC174EE}" type="slidenum">
              <a:rPr lang="en-GB" smtClean="0"/>
              <a:t>7</a:t>
            </a:fld>
            <a:endParaRPr lang="en-GB"/>
          </a:p>
        </p:txBody>
      </p:sp>
    </p:spTree>
    <p:extLst>
      <p:ext uri="{BB962C8B-B14F-4D97-AF65-F5344CB8AC3E}">
        <p14:creationId xmlns:p14="http://schemas.microsoft.com/office/powerpoint/2010/main" val="3091551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7D783-A4EF-3205-2839-0C9C95EFE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E71E93-216E-4372-8B59-05885ED272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1025B7-03E4-4097-55D7-EDC819011D64}"/>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2E849C17-AE9B-40D5-C847-2E393C8F04BE}"/>
              </a:ext>
            </a:extLst>
          </p:cNvPr>
          <p:cNvSpPr>
            <a:spLocks noGrp="1"/>
          </p:cNvSpPr>
          <p:nvPr>
            <p:ph type="sldNum" sz="quarter" idx="5"/>
          </p:nvPr>
        </p:nvSpPr>
        <p:spPr/>
        <p:txBody>
          <a:bodyPr/>
          <a:lstStyle/>
          <a:p>
            <a:fld id="{F409EFD8-6C15-4ECA-BE85-80BC2FC174EE}" type="slidenum">
              <a:rPr lang="en-GB" smtClean="0"/>
              <a:t>8</a:t>
            </a:fld>
            <a:endParaRPr lang="en-GB"/>
          </a:p>
        </p:txBody>
      </p:sp>
    </p:spTree>
    <p:extLst>
      <p:ext uri="{BB962C8B-B14F-4D97-AF65-F5344CB8AC3E}">
        <p14:creationId xmlns:p14="http://schemas.microsoft.com/office/powerpoint/2010/main" val="31090119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A30083-E5C7-581E-EF1D-D74BA746D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B78CAB-2F67-A39A-E588-A3F7F3124D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EA27D9-8DEE-3F57-9F63-03C6ABE7FBA3}"/>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548E9FA6-8F02-75E6-F230-D9F64B1803A0}"/>
              </a:ext>
            </a:extLst>
          </p:cNvPr>
          <p:cNvSpPr>
            <a:spLocks noGrp="1"/>
          </p:cNvSpPr>
          <p:nvPr>
            <p:ph type="sldNum" sz="quarter" idx="5"/>
          </p:nvPr>
        </p:nvSpPr>
        <p:spPr/>
        <p:txBody>
          <a:bodyPr/>
          <a:lstStyle/>
          <a:p>
            <a:fld id="{F409EFD8-6C15-4ECA-BE85-80BC2FC174EE}" type="slidenum">
              <a:rPr lang="en-GB" smtClean="0"/>
              <a:t>9</a:t>
            </a:fld>
            <a:endParaRPr lang="en-GB"/>
          </a:p>
        </p:txBody>
      </p:sp>
    </p:spTree>
    <p:extLst>
      <p:ext uri="{BB962C8B-B14F-4D97-AF65-F5344CB8AC3E}">
        <p14:creationId xmlns:p14="http://schemas.microsoft.com/office/powerpoint/2010/main" val="372809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67078-0F24-6EE4-3A48-F2508B862F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30F7C-6C22-9362-E39B-A40317DE8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8480E7-D6CC-1949-127F-0D6E6AA3C6F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A9915271-2A7E-5CA3-93DA-59CCFA64EC02}"/>
              </a:ext>
            </a:extLst>
          </p:cNvPr>
          <p:cNvSpPr>
            <a:spLocks noGrp="1"/>
          </p:cNvSpPr>
          <p:nvPr>
            <p:ph type="sldNum" sz="quarter" idx="5"/>
          </p:nvPr>
        </p:nvSpPr>
        <p:spPr/>
        <p:txBody>
          <a:bodyPr/>
          <a:lstStyle/>
          <a:p>
            <a:fld id="{F409EFD8-6C15-4ECA-BE85-80BC2FC174EE}" type="slidenum">
              <a:rPr lang="en-GB" smtClean="0"/>
              <a:t>10</a:t>
            </a:fld>
            <a:endParaRPr lang="en-GB"/>
          </a:p>
        </p:txBody>
      </p:sp>
    </p:spTree>
    <p:extLst>
      <p:ext uri="{BB962C8B-B14F-4D97-AF65-F5344CB8AC3E}">
        <p14:creationId xmlns:p14="http://schemas.microsoft.com/office/powerpoint/2010/main" val="31387395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447B5-0D0B-8DBD-A35D-A3B6BAB8EC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24DB46-333A-1832-3767-57BEFCDEB4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C0245-16E9-E2F5-9E72-1C69FB6798D1}"/>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F355B1B-9AB6-4D60-CC1E-5865122D4E42}"/>
              </a:ext>
            </a:extLst>
          </p:cNvPr>
          <p:cNvSpPr>
            <a:spLocks noGrp="1"/>
          </p:cNvSpPr>
          <p:nvPr>
            <p:ph type="sldNum" sz="quarter" idx="5"/>
          </p:nvPr>
        </p:nvSpPr>
        <p:spPr/>
        <p:txBody>
          <a:bodyPr/>
          <a:lstStyle/>
          <a:p>
            <a:fld id="{F409EFD8-6C15-4ECA-BE85-80BC2FC174EE}" type="slidenum">
              <a:rPr lang="en-GB" smtClean="0"/>
              <a:t>11</a:t>
            </a:fld>
            <a:endParaRPr lang="en-GB"/>
          </a:p>
        </p:txBody>
      </p:sp>
    </p:spTree>
    <p:extLst>
      <p:ext uri="{BB962C8B-B14F-4D97-AF65-F5344CB8AC3E}">
        <p14:creationId xmlns:p14="http://schemas.microsoft.com/office/powerpoint/2010/main" val="1627812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B7A99-ACA3-6260-F515-42800E383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41BBE-FA2F-5C20-7A4C-E3E2EAFD4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CD85D-1FE4-6219-DA7C-00EC1F205BBB}"/>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18F2DF9-5733-C5F8-885E-988E953FE304}"/>
              </a:ext>
            </a:extLst>
          </p:cNvPr>
          <p:cNvSpPr>
            <a:spLocks noGrp="1"/>
          </p:cNvSpPr>
          <p:nvPr>
            <p:ph type="sldNum" sz="quarter" idx="5"/>
          </p:nvPr>
        </p:nvSpPr>
        <p:spPr/>
        <p:txBody>
          <a:bodyPr/>
          <a:lstStyle/>
          <a:p>
            <a:fld id="{F409EFD8-6C15-4ECA-BE85-80BC2FC174EE}" type="slidenum">
              <a:rPr lang="en-GB" smtClean="0"/>
              <a:t>12</a:t>
            </a:fld>
            <a:endParaRPr lang="en-GB"/>
          </a:p>
        </p:txBody>
      </p:sp>
    </p:spTree>
    <p:extLst>
      <p:ext uri="{BB962C8B-B14F-4D97-AF65-F5344CB8AC3E}">
        <p14:creationId xmlns:p14="http://schemas.microsoft.com/office/powerpoint/2010/main" val="2229352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4F0553-F27D-48C1-A137-66A99069D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A3D423-EC02-4DD4-D90D-8F7CE7F9FD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FA430A-F89E-1F88-11FB-B59C3D81DD6E}"/>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1DE51F0A-EB94-4617-C4D6-23F3411D6859}"/>
              </a:ext>
            </a:extLst>
          </p:cNvPr>
          <p:cNvSpPr>
            <a:spLocks noGrp="1"/>
          </p:cNvSpPr>
          <p:nvPr>
            <p:ph type="sldNum" sz="quarter" idx="5"/>
          </p:nvPr>
        </p:nvSpPr>
        <p:spPr/>
        <p:txBody>
          <a:bodyPr/>
          <a:lstStyle/>
          <a:p>
            <a:fld id="{F409EFD8-6C15-4ECA-BE85-80BC2FC174EE}" type="slidenum">
              <a:rPr lang="en-GB" smtClean="0"/>
              <a:t>13</a:t>
            </a:fld>
            <a:endParaRPr lang="en-GB"/>
          </a:p>
        </p:txBody>
      </p:sp>
    </p:spTree>
    <p:extLst>
      <p:ext uri="{BB962C8B-B14F-4D97-AF65-F5344CB8AC3E}">
        <p14:creationId xmlns:p14="http://schemas.microsoft.com/office/powerpoint/2010/main" val="1534866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A5DF7-3EDB-5677-8CE7-287C127015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3AF139-2ACC-9D29-E17A-6307A3BE38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A63748-5C8A-E5DA-5A92-2134108FD11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7947D2B6-F752-7E18-A035-C6BAA427B4D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409EFD8-6C15-4ECA-BE85-80BC2FC174EE}"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38</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7618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80010" y="1325531"/>
            <a:ext cx="11880056" cy="2819800"/>
          </a:xfrm>
        </p:spPr>
        <p:txBody>
          <a:bodyPr anchor="b"/>
          <a:lstStyle>
            <a:lvl1pPr algn="ctr">
              <a:defRPr sz="7086"/>
            </a:lvl1pPr>
          </a:lstStyle>
          <a:p>
            <a:r>
              <a:rPr lang="en-GB"/>
              <a:t>Click to edit Master title style</a:t>
            </a:r>
            <a:endParaRPr lang="en-US"/>
          </a:p>
        </p:txBody>
      </p:sp>
      <p:sp>
        <p:nvSpPr>
          <p:cNvPr id="3" name="Subtitle 2"/>
          <p:cNvSpPr>
            <a:spLocks noGrp="1"/>
          </p:cNvSpPr>
          <p:nvPr>
            <p:ph type="subTitle" idx="1"/>
          </p:nvPr>
        </p:nvSpPr>
        <p:spPr>
          <a:xfrm>
            <a:off x="1980010" y="4254073"/>
            <a:ext cx="11880056" cy="1955486"/>
          </a:xfrm>
        </p:spPr>
        <p:txBody>
          <a:bodyPr/>
          <a:lstStyle>
            <a:lvl1pPr marL="0" indent="0" algn="ctr">
              <a:buNone/>
              <a:defRPr sz="2834"/>
            </a:lvl1pPr>
            <a:lvl2pPr marL="539953" indent="0" algn="ctr">
              <a:buNone/>
              <a:defRPr sz="2362"/>
            </a:lvl2pPr>
            <a:lvl3pPr marL="1079906" indent="0" algn="ctr">
              <a:buNone/>
              <a:defRPr sz="2126"/>
            </a:lvl3pPr>
            <a:lvl4pPr marL="1619860" indent="0" algn="ctr">
              <a:buNone/>
              <a:defRPr sz="1890"/>
            </a:lvl4pPr>
            <a:lvl5pPr marL="2159813" indent="0" algn="ctr">
              <a:buNone/>
              <a:defRPr sz="1890"/>
            </a:lvl5pPr>
            <a:lvl6pPr marL="2699766" indent="0" algn="ctr">
              <a:buNone/>
              <a:defRPr sz="1890"/>
            </a:lvl6pPr>
            <a:lvl7pPr marL="3239719" indent="0" algn="ctr">
              <a:buNone/>
              <a:defRPr sz="1890"/>
            </a:lvl7pPr>
            <a:lvl8pPr marL="3779672" indent="0" algn="ctr">
              <a:buNone/>
              <a:defRPr sz="1890"/>
            </a:lvl8pPr>
            <a:lvl9pPr marL="4319626" indent="0" algn="ctr">
              <a:buNone/>
              <a:defRPr sz="189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BD40F2E5-03A7-4E71-86B2-BC14DE64544B}"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582458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D40F2E5-03A7-4E71-86B2-BC14DE64544B}"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1951676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0755" y="2019233"/>
            <a:ext cx="13662065" cy="3369135"/>
          </a:xfrm>
        </p:spPr>
        <p:txBody>
          <a:bodyPr anchor="b"/>
          <a:lstStyle>
            <a:lvl1pPr>
              <a:defRPr sz="7086"/>
            </a:lvl1pPr>
          </a:lstStyle>
          <a:p>
            <a:r>
              <a:rPr lang="en-GB"/>
              <a:t>Click to edit Master title style</a:t>
            </a:r>
            <a:endParaRPr lang="en-US"/>
          </a:p>
        </p:txBody>
      </p:sp>
      <p:sp>
        <p:nvSpPr>
          <p:cNvPr id="3" name="Text Placeholder 2"/>
          <p:cNvSpPr>
            <a:spLocks noGrp="1"/>
          </p:cNvSpPr>
          <p:nvPr>
            <p:ph type="body" idx="1"/>
          </p:nvPr>
        </p:nvSpPr>
        <p:spPr>
          <a:xfrm>
            <a:off x="1080755" y="5420241"/>
            <a:ext cx="13662065" cy="1771749"/>
          </a:xfrm>
        </p:spPr>
        <p:txBody>
          <a:bodyPr/>
          <a:lstStyle>
            <a:lvl1pPr marL="0" indent="0">
              <a:buNone/>
              <a:defRPr sz="2834">
                <a:solidFill>
                  <a:schemeClr val="tx1">
                    <a:tint val="82000"/>
                  </a:schemeClr>
                </a:solidFill>
              </a:defRPr>
            </a:lvl1pPr>
            <a:lvl2pPr marL="539953" indent="0">
              <a:buNone/>
              <a:defRPr sz="2362">
                <a:solidFill>
                  <a:schemeClr val="tx1">
                    <a:tint val="82000"/>
                  </a:schemeClr>
                </a:solidFill>
              </a:defRPr>
            </a:lvl2pPr>
            <a:lvl3pPr marL="1079906" indent="0">
              <a:buNone/>
              <a:defRPr sz="2126">
                <a:solidFill>
                  <a:schemeClr val="tx1">
                    <a:tint val="82000"/>
                  </a:schemeClr>
                </a:solidFill>
              </a:defRPr>
            </a:lvl3pPr>
            <a:lvl4pPr marL="1619860" indent="0">
              <a:buNone/>
              <a:defRPr sz="1890">
                <a:solidFill>
                  <a:schemeClr val="tx1">
                    <a:tint val="82000"/>
                  </a:schemeClr>
                </a:solidFill>
              </a:defRPr>
            </a:lvl4pPr>
            <a:lvl5pPr marL="2159813" indent="0">
              <a:buNone/>
              <a:defRPr sz="1890">
                <a:solidFill>
                  <a:schemeClr val="tx1">
                    <a:tint val="82000"/>
                  </a:schemeClr>
                </a:solidFill>
              </a:defRPr>
            </a:lvl5pPr>
            <a:lvl6pPr marL="2699766" indent="0">
              <a:buNone/>
              <a:defRPr sz="1890">
                <a:solidFill>
                  <a:schemeClr val="tx1">
                    <a:tint val="82000"/>
                  </a:schemeClr>
                </a:solidFill>
              </a:defRPr>
            </a:lvl6pPr>
            <a:lvl7pPr marL="3239719" indent="0">
              <a:buNone/>
              <a:defRPr sz="1890">
                <a:solidFill>
                  <a:schemeClr val="tx1">
                    <a:tint val="82000"/>
                  </a:schemeClr>
                </a:solidFill>
              </a:defRPr>
            </a:lvl7pPr>
            <a:lvl8pPr marL="3779672" indent="0">
              <a:buNone/>
              <a:defRPr sz="1890">
                <a:solidFill>
                  <a:schemeClr val="tx1">
                    <a:tint val="82000"/>
                  </a:schemeClr>
                </a:solidFill>
              </a:defRPr>
            </a:lvl8pPr>
            <a:lvl9pPr marL="4319626" indent="0">
              <a:buNone/>
              <a:defRPr sz="189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D40F2E5-03A7-4E71-86B2-BC14DE64544B}"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928762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089005" y="2156097"/>
            <a:ext cx="6732032" cy="51390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8019038" y="2156097"/>
            <a:ext cx="6732032" cy="513901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D40F2E5-03A7-4E71-86B2-BC14DE64544B}"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874734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91068" y="431220"/>
            <a:ext cx="13662065" cy="1565514"/>
          </a:xfrm>
        </p:spPr>
        <p:txBody>
          <a:bodyPr/>
          <a:lstStyle/>
          <a:p>
            <a:r>
              <a:rPr lang="en-GB"/>
              <a:t>Click to edit Master title style</a:t>
            </a:r>
            <a:endParaRPr lang="en-US"/>
          </a:p>
        </p:txBody>
      </p:sp>
      <p:sp>
        <p:nvSpPr>
          <p:cNvPr id="3" name="Text Placeholder 2"/>
          <p:cNvSpPr>
            <a:spLocks noGrp="1"/>
          </p:cNvSpPr>
          <p:nvPr>
            <p:ph type="body" idx="1"/>
          </p:nvPr>
        </p:nvSpPr>
        <p:spPr>
          <a:xfrm>
            <a:off x="1091069" y="1985485"/>
            <a:ext cx="6701094" cy="973055"/>
          </a:xfrm>
        </p:spPr>
        <p:txBody>
          <a:bodyPr anchor="b"/>
          <a:lstStyle>
            <a:lvl1pPr marL="0" indent="0">
              <a:buNone/>
              <a:defRPr sz="2834" b="1"/>
            </a:lvl1pPr>
            <a:lvl2pPr marL="539953" indent="0">
              <a:buNone/>
              <a:defRPr sz="2362" b="1"/>
            </a:lvl2pPr>
            <a:lvl3pPr marL="1079906" indent="0">
              <a:buNone/>
              <a:defRPr sz="2126" b="1"/>
            </a:lvl3pPr>
            <a:lvl4pPr marL="1619860" indent="0">
              <a:buNone/>
              <a:defRPr sz="1890" b="1"/>
            </a:lvl4pPr>
            <a:lvl5pPr marL="2159813" indent="0">
              <a:buNone/>
              <a:defRPr sz="1890" b="1"/>
            </a:lvl5pPr>
            <a:lvl6pPr marL="2699766" indent="0">
              <a:buNone/>
              <a:defRPr sz="1890" b="1"/>
            </a:lvl6pPr>
            <a:lvl7pPr marL="3239719" indent="0">
              <a:buNone/>
              <a:defRPr sz="1890" b="1"/>
            </a:lvl7pPr>
            <a:lvl8pPr marL="3779672" indent="0">
              <a:buNone/>
              <a:defRPr sz="1890" b="1"/>
            </a:lvl8pPr>
            <a:lvl9pPr marL="4319626" indent="0">
              <a:buNone/>
              <a:defRPr sz="1890" b="1"/>
            </a:lvl9pPr>
          </a:lstStyle>
          <a:p>
            <a:pPr lvl="0"/>
            <a:r>
              <a:rPr lang="en-GB"/>
              <a:t>Click to edit Master text styles</a:t>
            </a:r>
          </a:p>
        </p:txBody>
      </p:sp>
      <p:sp>
        <p:nvSpPr>
          <p:cNvPr id="4" name="Content Placeholder 3"/>
          <p:cNvSpPr>
            <a:spLocks noGrp="1"/>
          </p:cNvSpPr>
          <p:nvPr>
            <p:ph sz="half" idx="2"/>
          </p:nvPr>
        </p:nvSpPr>
        <p:spPr>
          <a:xfrm>
            <a:off x="1091069" y="2958540"/>
            <a:ext cx="6701094" cy="435156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8019038" y="1985485"/>
            <a:ext cx="6734095" cy="973055"/>
          </a:xfrm>
        </p:spPr>
        <p:txBody>
          <a:bodyPr anchor="b"/>
          <a:lstStyle>
            <a:lvl1pPr marL="0" indent="0">
              <a:buNone/>
              <a:defRPr sz="2834" b="1"/>
            </a:lvl1pPr>
            <a:lvl2pPr marL="539953" indent="0">
              <a:buNone/>
              <a:defRPr sz="2362" b="1"/>
            </a:lvl2pPr>
            <a:lvl3pPr marL="1079906" indent="0">
              <a:buNone/>
              <a:defRPr sz="2126" b="1"/>
            </a:lvl3pPr>
            <a:lvl4pPr marL="1619860" indent="0">
              <a:buNone/>
              <a:defRPr sz="1890" b="1"/>
            </a:lvl4pPr>
            <a:lvl5pPr marL="2159813" indent="0">
              <a:buNone/>
              <a:defRPr sz="1890" b="1"/>
            </a:lvl5pPr>
            <a:lvl6pPr marL="2699766" indent="0">
              <a:buNone/>
              <a:defRPr sz="1890" b="1"/>
            </a:lvl6pPr>
            <a:lvl7pPr marL="3239719" indent="0">
              <a:buNone/>
              <a:defRPr sz="1890" b="1"/>
            </a:lvl7pPr>
            <a:lvl8pPr marL="3779672" indent="0">
              <a:buNone/>
              <a:defRPr sz="1890" b="1"/>
            </a:lvl8pPr>
            <a:lvl9pPr marL="4319626" indent="0">
              <a:buNone/>
              <a:defRPr sz="1890" b="1"/>
            </a:lvl9pPr>
          </a:lstStyle>
          <a:p>
            <a:pPr lvl="0"/>
            <a:r>
              <a:rPr lang="en-GB"/>
              <a:t>Click to edit Master text styles</a:t>
            </a:r>
          </a:p>
        </p:txBody>
      </p:sp>
      <p:sp>
        <p:nvSpPr>
          <p:cNvPr id="6" name="Content Placeholder 5"/>
          <p:cNvSpPr>
            <a:spLocks noGrp="1"/>
          </p:cNvSpPr>
          <p:nvPr>
            <p:ph sz="quarter" idx="4"/>
          </p:nvPr>
        </p:nvSpPr>
        <p:spPr>
          <a:xfrm>
            <a:off x="8019038" y="2958540"/>
            <a:ext cx="6734095" cy="435156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BD40F2E5-03A7-4E71-86B2-BC14DE64544B}" type="datetimeFigureOut">
              <a:rPr lang="en-GB" smtClean="0"/>
              <a:t>08/06/2026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14999426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BD40F2E5-03A7-4E71-86B2-BC14DE64544B}" type="datetimeFigureOut">
              <a:rPr lang="en-GB" smtClean="0"/>
              <a:t>08/06/2026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3276734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40F2E5-03A7-4E71-86B2-BC14DE64544B}" type="datetimeFigureOut">
              <a:rPr lang="en-GB" smtClean="0"/>
              <a:t>08/06/2026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38363684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1069" y="539962"/>
            <a:ext cx="5108836" cy="1889866"/>
          </a:xfrm>
        </p:spPr>
        <p:txBody>
          <a:bodyPr anchor="b"/>
          <a:lstStyle>
            <a:lvl1pPr>
              <a:defRPr sz="3779"/>
            </a:lvl1pPr>
          </a:lstStyle>
          <a:p>
            <a:r>
              <a:rPr lang="en-GB"/>
              <a:t>Click to edit Master title style</a:t>
            </a:r>
            <a:endParaRPr lang="en-US"/>
          </a:p>
        </p:txBody>
      </p:sp>
      <p:sp>
        <p:nvSpPr>
          <p:cNvPr id="3" name="Content Placeholder 2"/>
          <p:cNvSpPr>
            <a:spLocks noGrp="1"/>
          </p:cNvSpPr>
          <p:nvPr>
            <p:ph idx="1"/>
          </p:nvPr>
        </p:nvSpPr>
        <p:spPr>
          <a:xfrm>
            <a:off x="6734095" y="1166168"/>
            <a:ext cx="8019038" cy="5755841"/>
          </a:xfrm>
        </p:spPr>
        <p:txBody>
          <a:bodyPr/>
          <a:lstStyle>
            <a:lvl1pPr>
              <a:defRPr sz="3779"/>
            </a:lvl1pPr>
            <a:lvl2pPr>
              <a:defRPr sz="3307"/>
            </a:lvl2pPr>
            <a:lvl3pPr>
              <a:defRPr sz="2834"/>
            </a:lvl3pPr>
            <a:lvl4pPr>
              <a:defRPr sz="2362"/>
            </a:lvl4pPr>
            <a:lvl5pPr>
              <a:defRPr sz="2362"/>
            </a:lvl5pPr>
            <a:lvl6pPr>
              <a:defRPr sz="2362"/>
            </a:lvl6pPr>
            <a:lvl7pPr>
              <a:defRPr sz="2362"/>
            </a:lvl7pPr>
            <a:lvl8pPr>
              <a:defRPr sz="2362"/>
            </a:lvl8pPr>
            <a:lvl9pPr>
              <a:defRPr sz="2362"/>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091069" y="2429828"/>
            <a:ext cx="5108836" cy="4501556"/>
          </a:xfrm>
        </p:spPr>
        <p:txBody>
          <a:bodyPr/>
          <a:lstStyle>
            <a:lvl1pPr marL="0" indent="0">
              <a:buNone/>
              <a:defRPr sz="1890"/>
            </a:lvl1pPr>
            <a:lvl2pPr marL="539953" indent="0">
              <a:buNone/>
              <a:defRPr sz="1653"/>
            </a:lvl2pPr>
            <a:lvl3pPr marL="1079906" indent="0">
              <a:buNone/>
              <a:defRPr sz="1417"/>
            </a:lvl3pPr>
            <a:lvl4pPr marL="1619860" indent="0">
              <a:buNone/>
              <a:defRPr sz="1181"/>
            </a:lvl4pPr>
            <a:lvl5pPr marL="2159813" indent="0">
              <a:buNone/>
              <a:defRPr sz="1181"/>
            </a:lvl5pPr>
            <a:lvl6pPr marL="2699766" indent="0">
              <a:buNone/>
              <a:defRPr sz="1181"/>
            </a:lvl6pPr>
            <a:lvl7pPr marL="3239719" indent="0">
              <a:buNone/>
              <a:defRPr sz="1181"/>
            </a:lvl7pPr>
            <a:lvl8pPr marL="3779672" indent="0">
              <a:buNone/>
              <a:defRPr sz="1181"/>
            </a:lvl8pPr>
            <a:lvl9pPr marL="4319626" indent="0">
              <a:buNone/>
              <a:defRPr sz="1181"/>
            </a:lvl9pPr>
          </a:lstStyle>
          <a:p>
            <a:pPr lvl="0"/>
            <a:r>
              <a:rPr lang="en-GB"/>
              <a:t>Click to edit Master text styles</a:t>
            </a:r>
          </a:p>
        </p:txBody>
      </p:sp>
      <p:sp>
        <p:nvSpPr>
          <p:cNvPr id="5" name="Date Placeholder 4"/>
          <p:cNvSpPr>
            <a:spLocks noGrp="1"/>
          </p:cNvSpPr>
          <p:nvPr>
            <p:ph type="dt" sz="half" idx="10"/>
          </p:nvPr>
        </p:nvSpPr>
        <p:spPr/>
        <p:txBody>
          <a:bodyPr/>
          <a:lstStyle/>
          <a:p>
            <a:fld id="{BD40F2E5-03A7-4E71-86B2-BC14DE64544B}"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2074049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91069" y="539962"/>
            <a:ext cx="5108836" cy="1889866"/>
          </a:xfrm>
        </p:spPr>
        <p:txBody>
          <a:bodyPr anchor="b"/>
          <a:lstStyle>
            <a:lvl1pPr>
              <a:defRPr sz="3779"/>
            </a:lvl1pPr>
          </a:lstStyle>
          <a:p>
            <a:r>
              <a:rPr lang="en-GB"/>
              <a:t>Click to edit Master title style</a:t>
            </a:r>
            <a:endParaRPr lang="en-US"/>
          </a:p>
        </p:txBody>
      </p:sp>
      <p:sp>
        <p:nvSpPr>
          <p:cNvPr id="3" name="Picture Placeholder 2"/>
          <p:cNvSpPr>
            <a:spLocks noGrp="1" noChangeAspect="1"/>
          </p:cNvSpPr>
          <p:nvPr>
            <p:ph type="pic" idx="1"/>
          </p:nvPr>
        </p:nvSpPr>
        <p:spPr>
          <a:xfrm>
            <a:off x="6734095" y="1166168"/>
            <a:ext cx="8019038" cy="5755841"/>
          </a:xfrm>
        </p:spPr>
        <p:txBody>
          <a:bodyPr anchor="t"/>
          <a:lstStyle>
            <a:lvl1pPr marL="0" indent="0">
              <a:buNone/>
              <a:defRPr sz="3779"/>
            </a:lvl1pPr>
            <a:lvl2pPr marL="539953" indent="0">
              <a:buNone/>
              <a:defRPr sz="3307"/>
            </a:lvl2pPr>
            <a:lvl3pPr marL="1079906" indent="0">
              <a:buNone/>
              <a:defRPr sz="2834"/>
            </a:lvl3pPr>
            <a:lvl4pPr marL="1619860" indent="0">
              <a:buNone/>
              <a:defRPr sz="2362"/>
            </a:lvl4pPr>
            <a:lvl5pPr marL="2159813" indent="0">
              <a:buNone/>
              <a:defRPr sz="2362"/>
            </a:lvl5pPr>
            <a:lvl6pPr marL="2699766" indent="0">
              <a:buNone/>
              <a:defRPr sz="2362"/>
            </a:lvl6pPr>
            <a:lvl7pPr marL="3239719" indent="0">
              <a:buNone/>
              <a:defRPr sz="2362"/>
            </a:lvl7pPr>
            <a:lvl8pPr marL="3779672" indent="0">
              <a:buNone/>
              <a:defRPr sz="2362"/>
            </a:lvl8pPr>
            <a:lvl9pPr marL="4319626" indent="0">
              <a:buNone/>
              <a:defRPr sz="2362"/>
            </a:lvl9pPr>
          </a:lstStyle>
          <a:p>
            <a:r>
              <a:rPr lang="en-GB"/>
              <a:t>Click icon to add picture</a:t>
            </a:r>
            <a:endParaRPr lang="en-US"/>
          </a:p>
        </p:txBody>
      </p:sp>
      <p:sp>
        <p:nvSpPr>
          <p:cNvPr id="4" name="Text Placeholder 3"/>
          <p:cNvSpPr>
            <a:spLocks noGrp="1"/>
          </p:cNvSpPr>
          <p:nvPr>
            <p:ph type="body" sz="half" idx="2"/>
          </p:nvPr>
        </p:nvSpPr>
        <p:spPr>
          <a:xfrm>
            <a:off x="1091069" y="2429828"/>
            <a:ext cx="5108836" cy="4501556"/>
          </a:xfrm>
        </p:spPr>
        <p:txBody>
          <a:bodyPr/>
          <a:lstStyle>
            <a:lvl1pPr marL="0" indent="0">
              <a:buNone/>
              <a:defRPr sz="1890"/>
            </a:lvl1pPr>
            <a:lvl2pPr marL="539953" indent="0">
              <a:buNone/>
              <a:defRPr sz="1653"/>
            </a:lvl2pPr>
            <a:lvl3pPr marL="1079906" indent="0">
              <a:buNone/>
              <a:defRPr sz="1417"/>
            </a:lvl3pPr>
            <a:lvl4pPr marL="1619860" indent="0">
              <a:buNone/>
              <a:defRPr sz="1181"/>
            </a:lvl4pPr>
            <a:lvl5pPr marL="2159813" indent="0">
              <a:buNone/>
              <a:defRPr sz="1181"/>
            </a:lvl5pPr>
            <a:lvl6pPr marL="2699766" indent="0">
              <a:buNone/>
              <a:defRPr sz="1181"/>
            </a:lvl6pPr>
            <a:lvl7pPr marL="3239719" indent="0">
              <a:buNone/>
              <a:defRPr sz="1181"/>
            </a:lvl7pPr>
            <a:lvl8pPr marL="3779672" indent="0">
              <a:buNone/>
              <a:defRPr sz="1181"/>
            </a:lvl8pPr>
            <a:lvl9pPr marL="4319626" indent="0">
              <a:buNone/>
              <a:defRPr sz="1181"/>
            </a:lvl9pPr>
          </a:lstStyle>
          <a:p>
            <a:pPr lvl="0"/>
            <a:r>
              <a:rPr lang="en-GB"/>
              <a:t>Click to edit Master text styles</a:t>
            </a:r>
          </a:p>
        </p:txBody>
      </p:sp>
      <p:sp>
        <p:nvSpPr>
          <p:cNvPr id="5" name="Date Placeholder 4"/>
          <p:cNvSpPr>
            <a:spLocks noGrp="1"/>
          </p:cNvSpPr>
          <p:nvPr>
            <p:ph type="dt" sz="half" idx="10"/>
          </p:nvPr>
        </p:nvSpPr>
        <p:spPr/>
        <p:txBody>
          <a:bodyPr/>
          <a:lstStyle/>
          <a:p>
            <a:fld id="{BD40F2E5-03A7-4E71-86B2-BC14DE64544B}" type="datetimeFigureOut">
              <a:rPr lang="en-GB" smtClean="0"/>
              <a:t>08/06/2026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5692761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D40F2E5-03A7-4E71-86B2-BC14DE64544B}"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3537229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335554" y="431220"/>
            <a:ext cx="3415516" cy="686388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089005" y="431220"/>
            <a:ext cx="10048548" cy="686388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D40F2E5-03A7-4E71-86B2-BC14DE64544B}" type="datetimeFigureOut">
              <a:rPr lang="en-GB" smtClean="0"/>
              <a:t>08/06/2026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5EFAE556-06CA-4CC8-A3BB-0D28AD81C567}" type="slidenum">
              <a:rPr lang="en-GB" smtClean="0"/>
              <a:t>‹#›</a:t>
            </a:fld>
            <a:endParaRPr lang="en-GB"/>
          </a:p>
        </p:txBody>
      </p:sp>
    </p:spTree>
    <p:extLst>
      <p:ext uri="{BB962C8B-B14F-4D97-AF65-F5344CB8AC3E}">
        <p14:creationId xmlns:p14="http://schemas.microsoft.com/office/powerpoint/2010/main" val="1090413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89005" y="431220"/>
            <a:ext cx="13662065" cy="1565514"/>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1089005" y="2156097"/>
            <a:ext cx="13662065" cy="513901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1089005" y="7506968"/>
            <a:ext cx="3564017" cy="431219"/>
          </a:xfrm>
          <a:prstGeom prst="rect">
            <a:avLst/>
          </a:prstGeom>
        </p:spPr>
        <p:txBody>
          <a:bodyPr vert="horz" lIns="91440" tIns="45720" rIns="91440" bIns="45720" rtlCol="0" anchor="ctr"/>
          <a:lstStyle>
            <a:lvl1pPr algn="l">
              <a:defRPr sz="1417">
                <a:solidFill>
                  <a:schemeClr val="tx1">
                    <a:tint val="82000"/>
                  </a:schemeClr>
                </a:solidFill>
              </a:defRPr>
            </a:lvl1pPr>
          </a:lstStyle>
          <a:p>
            <a:fld id="{BD40F2E5-03A7-4E71-86B2-BC14DE64544B}" type="datetimeFigureOut">
              <a:rPr lang="en-GB" smtClean="0"/>
              <a:t>08/06/2026</a:t>
            </a:fld>
            <a:endParaRPr lang="en-GB"/>
          </a:p>
        </p:txBody>
      </p:sp>
      <p:sp>
        <p:nvSpPr>
          <p:cNvPr id="5" name="Footer Placeholder 4"/>
          <p:cNvSpPr>
            <a:spLocks noGrp="1"/>
          </p:cNvSpPr>
          <p:nvPr>
            <p:ph type="ftr" sz="quarter" idx="3"/>
          </p:nvPr>
        </p:nvSpPr>
        <p:spPr>
          <a:xfrm>
            <a:off x="5247025" y="7506968"/>
            <a:ext cx="5346025" cy="431219"/>
          </a:xfrm>
          <a:prstGeom prst="rect">
            <a:avLst/>
          </a:prstGeom>
        </p:spPr>
        <p:txBody>
          <a:bodyPr vert="horz" lIns="91440" tIns="45720" rIns="91440" bIns="45720" rtlCol="0" anchor="ctr"/>
          <a:lstStyle>
            <a:lvl1pPr algn="ctr">
              <a:defRPr sz="1417">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11187053" y="7506968"/>
            <a:ext cx="3564017" cy="431219"/>
          </a:xfrm>
          <a:prstGeom prst="rect">
            <a:avLst/>
          </a:prstGeom>
        </p:spPr>
        <p:txBody>
          <a:bodyPr vert="horz" lIns="91440" tIns="45720" rIns="91440" bIns="45720" rtlCol="0" anchor="ctr"/>
          <a:lstStyle>
            <a:lvl1pPr algn="r">
              <a:defRPr sz="1417">
                <a:solidFill>
                  <a:schemeClr val="tx1">
                    <a:tint val="82000"/>
                  </a:schemeClr>
                </a:solidFill>
              </a:defRPr>
            </a:lvl1pPr>
          </a:lstStyle>
          <a:p>
            <a:fld id="{5EFAE556-06CA-4CC8-A3BB-0D28AD81C567}" type="slidenum">
              <a:rPr lang="en-GB" smtClean="0"/>
              <a:t>‹#›</a:t>
            </a:fld>
            <a:endParaRPr lang="en-GB"/>
          </a:p>
        </p:txBody>
      </p:sp>
    </p:spTree>
    <p:extLst>
      <p:ext uri="{BB962C8B-B14F-4D97-AF65-F5344CB8AC3E}">
        <p14:creationId xmlns:p14="http://schemas.microsoft.com/office/powerpoint/2010/main" val="206495846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079906" rtl="0" eaLnBrk="1" latinLnBrk="0" hangingPunct="1">
        <a:lnSpc>
          <a:spcPct val="90000"/>
        </a:lnSpc>
        <a:spcBef>
          <a:spcPct val="0"/>
        </a:spcBef>
        <a:buNone/>
        <a:defRPr sz="5196" kern="1200">
          <a:solidFill>
            <a:schemeClr val="tx1"/>
          </a:solidFill>
          <a:latin typeface="+mj-lt"/>
          <a:ea typeface="+mj-ea"/>
          <a:cs typeface="+mj-cs"/>
        </a:defRPr>
      </a:lvl1pPr>
    </p:titleStyle>
    <p:bodyStyle>
      <a:lvl1pPr marL="269977" indent="-269977" algn="l" defTabSz="1079906" rtl="0" eaLnBrk="1" latinLnBrk="0" hangingPunct="1">
        <a:lnSpc>
          <a:spcPct val="90000"/>
        </a:lnSpc>
        <a:spcBef>
          <a:spcPts val="1181"/>
        </a:spcBef>
        <a:buFont typeface="Arial" panose="020B0604020202020204" pitchFamily="34" charset="0"/>
        <a:buChar char="•"/>
        <a:defRPr sz="3307" kern="1200">
          <a:solidFill>
            <a:schemeClr val="tx1"/>
          </a:solidFill>
          <a:latin typeface="+mn-lt"/>
          <a:ea typeface="+mn-ea"/>
          <a:cs typeface="+mn-cs"/>
        </a:defRPr>
      </a:lvl1pPr>
      <a:lvl2pPr marL="809930" indent="-269977" algn="l" defTabSz="1079906" rtl="0" eaLnBrk="1" latinLnBrk="0" hangingPunct="1">
        <a:lnSpc>
          <a:spcPct val="90000"/>
        </a:lnSpc>
        <a:spcBef>
          <a:spcPts val="591"/>
        </a:spcBef>
        <a:buFont typeface="Arial" panose="020B0604020202020204" pitchFamily="34" charset="0"/>
        <a:buChar char="•"/>
        <a:defRPr sz="2834" kern="1200">
          <a:solidFill>
            <a:schemeClr val="tx1"/>
          </a:solidFill>
          <a:latin typeface="+mn-lt"/>
          <a:ea typeface="+mn-ea"/>
          <a:cs typeface="+mn-cs"/>
        </a:defRPr>
      </a:lvl2pPr>
      <a:lvl3pPr marL="1349883" indent="-269977" algn="l" defTabSz="1079906" rtl="0" eaLnBrk="1" latinLnBrk="0" hangingPunct="1">
        <a:lnSpc>
          <a:spcPct val="90000"/>
        </a:lnSpc>
        <a:spcBef>
          <a:spcPts val="591"/>
        </a:spcBef>
        <a:buFont typeface="Arial" panose="020B0604020202020204" pitchFamily="34" charset="0"/>
        <a:buChar char="•"/>
        <a:defRPr sz="2362" kern="1200">
          <a:solidFill>
            <a:schemeClr val="tx1"/>
          </a:solidFill>
          <a:latin typeface="+mn-lt"/>
          <a:ea typeface="+mn-ea"/>
          <a:cs typeface="+mn-cs"/>
        </a:defRPr>
      </a:lvl3pPr>
      <a:lvl4pPr marL="1889836" indent="-269977" algn="l" defTabSz="1079906"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4pPr>
      <a:lvl5pPr marL="2429789" indent="-269977" algn="l" defTabSz="1079906"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5pPr>
      <a:lvl6pPr marL="2969743" indent="-269977" algn="l" defTabSz="1079906"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6pPr>
      <a:lvl7pPr marL="3509696" indent="-269977" algn="l" defTabSz="1079906"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7pPr>
      <a:lvl8pPr marL="4049649" indent="-269977" algn="l" defTabSz="1079906"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8pPr>
      <a:lvl9pPr marL="4589602" indent="-269977" algn="l" defTabSz="1079906" rtl="0" eaLnBrk="1" latinLnBrk="0" hangingPunct="1">
        <a:lnSpc>
          <a:spcPct val="90000"/>
        </a:lnSpc>
        <a:spcBef>
          <a:spcPts val="591"/>
        </a:spcBef>
        <a:buFont typeface="Arial" panose="020B0604020202020204" pitchFamily="34" charset="0"/>
        <a:buChar char="•"/>
        <a:defRPr sz="2126" kern="1200">
          <a:solidFill>
            <a:schemeClr val="tx1"/>
          </a:solidFill>
          <a:latin typeface="+mn-lt"/>
          <a:ea typeface="+mn-ea"/>
          <a:cs typeface="+mn-cs"/>
        </a:defRPr>
      </a:lvl9pPr>
    </p:bodyStyle>
    <p:otherStyle>
      <a:defPPr>
        <a:defRPr lang="en-US"/>
      </a:defPPr>
      <a:lvl1pPr marL="0" algn="l" defTabSz="1079906" rtl="0" eaLnBrk="1" latinLnBrk="0" hangingPunct="1">
        <a:defRPr sz="2126" kern="1200">
          <a:solidFill>
            <a:schemeClr val="tx1"/>
          </a:solidFill>
          <a:latin typeface="+mn-lt"/>
          <a:ea typeface="+mn-ea"/>
          <a:cs typeface="+mn-cs"/>
        </a:defRPr>
      </a:lvl1pPr>
      <a:lvl2pPr marL="539953" algn="l" defTabSz="1079906" rtl="0" eaLnBrk="1" latinLnBrk="0" hangingPunct="1">
        <a:defRPr sz="2126" kern="1200">
          <a:solidFill>
            <a:schemeClr val="tx1"/>
          </a:solidFill>
          <a:latin typeface="+mn-lt"/>
          <a:ea typeface="+mn-ea"/>
          <a:cs typeface="+mn-cs"/>
        </a:defRPr>
      </a:lvl2pPr>
      <a:lvl3pPr marL="1079906" algn="l" defTabSz="1079906" rtl="0" eaLnBrk="1" latinLnBrk="0" hangingPunct="1">
        <a:defRPr sz="2126" kern="1200">
          <a:solidFill>
            <a:schemeClr val="tx1"/>
          </a:solidFill>
          <a:latin typeface="+mn-lt"/>
          <a:ea typeface="+mn-ea"/>
          <a:cs typeface="+mn-cs"/>
        </a:defRPr>
      </a:lvl3pPr>
      <a:lvl4pPr marL="1619860" algn="l" defTabSz="1079906" rtl="0" eaLnBrk="1" latinLnBrk="0" hangingPunct="1">
        <a:defRPr sz="2126" kern="1200">
          <a:solidFill>
            <a:schemeClr val="tx1"/>
          </a:solidFill>
          <a:latin typeface="+mn-lt"/>
          <a:ea typeface="+mn-ea"/>
          <a:cs typeface="+mn-cs"/>
        </a:defRPr>
      </a:lvl4pPr>
      <a:lvl5pPr marL="2159813" algn="l" defTabSz="1079906" rtl="0" eaLnBrk="1" latinLnBrk="0" hangingPunct="1">
        <a:defRPr sz="2126" kern="1200">
          <a:solidFill>
            <a:schemeClr val="tx1"/>
          </a:solidFill>
          <a:latin typeface="+mn-lt"/>
          <a:ea typeface="+mn-ea"/>
          <a:cs typeface="+mn-cs"/>
        </a:defRPr>
      </a:lvl5pPr>
      <a:lvl6pPr marL="2699766" algn="l" defTabSz="1079906" rtl="0" eaLnBrk="1" latinLnBrk="0" hangingPunct="1">
        <a:defRPr sz="2126" kern="1200">
          <a:solidFill>
            <a:schemeClr val="tx1"/>
          </a:solidFill>
          <a:latin typeface="+mn-lt"/>
          <a:ea typeface="+mn-ea"/>
          <a:cs typeface="+mn-cs"/>
        </a:defRPr>
      </a:lvl6pPr>
      <a:lvl7pPr marL="3239719" algn="l" defTabSz="1079906" rtl="0" eaLnBrk="1" latinLnBrk="0" hangingPunct="1">
        <a:defRPr sz="2126" kern="1200">
          <a:solidFill>
            <a:schemeClr val="tx1"/>
          </a:solidFill>
          <a:latin typeface="+mn-lt"/>
          <a:ea typeface="+mn-ea"/>
          <a:cs typeface="+mn-cs"/>
        </a:defRPr>
      </a:lvl7pPr>
      <a:lvl8pPr marL="3779672" algn="l" defTabSz="1079906" rtl="0" eaLnBrk="1" latinLnBrk="0" hangingPunct="1">
        <a:defRPr sz="2126" kern="1200">
          <a:solidFill>
            <a:schemeClr val="tx1"/>
          </a:solidFill>
          <a:latin typeface="+mn-lt"/>
          <a:ea typeface="+mn-ea"/>
          <a:cs typeface="+mn-cs"/>
        </a:defRPr>
      </a:lvl8pPr>
      <a:lvl9pPr marL="4319626" algn="l" defTabSz="1079906" rtl="0" eaLnBrk="1" latinLnBrk="0" hangingPunct="1">
        <a:defRPr sz="212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slide" Target="slide13.xml"/><Relationship Id="rId18" Type="http://schemas.openxmlformats.org/officeDocument/2006/relationships/slide" Target="slide21.xml"/><Relationship Id="rId26" Type="http://schemas.openxmlformats.org/officeDocument/2006/relationships/slide" Target="slide29.xml"/><Relationship Id="rId3" Type="http://schemas.openxmlformats.org/officeDocument/2006/relationships/slide" Target="slide17.xml"/><Relationship Id="rId21" Type="http://schemas.openxmlformats.org/officeDocument/2006/relationships/slide" Target="slide24.xml"/><Relationship Id="rId34" Type="http://schemas.openxmlformats.org/officeDocument/2006/relationships/slide" Target="slide37.xml"/><Relationship Id="rId7" Type="http://schemas.openxmlformats.org/officeDocument/2006/relationships/slide" Target="slide7.xml"/><Relationship Id="rId12" Type="http://schemas.openxmlformats.org/officeDocument/2006/relationships/slide" Target="slide12.xml"/><Relationship Id="rId17" Type="http://schemas.openxmlformats.org/officeDocument/2006/relationships/slide" Target="slide20.xml"/><Relationship Id="rId25" Type="http://schemas.openxmlformats.org/officeDocument/2006/relationships/slide" Target="slide28.xml"/><Relationship Id="rId33" Type="http://schemas.openxmlformats.org/officeDocument/2006/relationships/slide" Target="slide36.xml"/><Relationship Id="rId2" Type="http://schemas.openxmlformats.org/officeDocument/2006/relationships/notesSlide" Target="../notesSlides/notesSlide1.xml"/><Relationship Id="rId16" Type="http://schemas.openxmlformats.org/officeDocument/2006/relationships/slide" Target="slide19.xml"/><Relationship Id="rId20" Type="http://schemas.openxmlformats.org/officeDocument/2006/relationships/slide" Target="slide23.xml"/><Relationship Id="rId29" Type="http://schemas.openxmlformats.org/officeDocument/2006/relationships/slide" Target="slide32.xml"/><Relationship Id="rId1" Type="http://schemas.openxmlformats.org/officeDocument/2006/relationships/slideLayout" Target="../slideLayouts/slideLayout1.xml"/><Relationship Id="rId6" Type="http://schemas.openxmlformats.org/officeDocument/2006/relationships/slide" Target="slide6.xml"/><Relationship Id="rId11" Type="http://schemas.openxmlformats.org/officeDocument/2006/relationships/slide" Target="slide11.xml"/><Relationship Id="rId24" Type="http://schemas.openxmlformats.org/officeDocument/2006/relationships/slide" Target="slide27.xml"/><Relationship Id="rId32" Type="http://schemas.openxmlformats.org/officeDocument/2006/relationships/slide" Target="slide35.xml"/><Relationship Id="rId5" Type="http://schemas.openxmlformats.org/officeDocument/2006/relationships/slide" Target="slide5.xml"/><Relationship Id="rId15" Type="http://schemas.openxmlformats.org/officeDocument/2006/relationships/slide" Target="slide18.xml"/><Relationship Id="rId23" Type="http://schemas.openxmlformats.org/officeDocument/2006/relationships/slide" Target="slide26.xml"/><Relationship Id="rId28" Type="http://schemas.openxmlformats.org/officeDocument/2006/relationships/slide" Target="slide31.xml"/><Relationship Id="rId10" Type="http://schemas.openxmlformats.org/officeDocument/2006/relationships/slide" Target="slide10.xml"/><Relationship Id="rId19" Type="http://schemas.openxmlformats.org/officeDocument/2006/relationships/slide" Target="slide22.xml"/><Relationship Id="rId31" Type="http://schemas.openxmlformats.org/officeDocument/2006/relationships/slide" Target="slide34.xml"/><Relationship Id="rId4" Type="http://schemas.openxmlformats.org/officeDocument/2006/relationships/slide" Target="slide4.xml"/><Relationship Id="rId9" Type="http://schemas.openxmlformats.org/officeDocument/2006/relationships/slide" Target="slide9.xml"/><Relationship Id="rId14" Type="http://schemas.openxmlformats.org/officeDocument/2006/relationships/slide" Target="slide16.xml"/><Relationship Id="rId22" Type="http://schemas.openxmlformats.org/officeDocument/2006/relationships/slide" Target="slide25.xml"/><Relationship Id="rId27" Type="http://schemas.openxmlformats.org/officeDocument/2006/relationships/slide" Target="slide30.xml"/><Relationship Id="rId30" Type="http://schemas.openxmlformats.org/officeDocument/2006/relationships/slide" Target="slide33.xml"/><Relationship Id="rId8" Type="http://schemas.openxmlformats.org/officeDocument/2006/relationships/slide" Target="slide8.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 Target="slide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60000"/>
          </a:schemeClr>
        </a:solidFill>
        <a:effectLst/>
      </p:bgPr>
    </p:bg>
    <p:spTree>
      <p:nvGrpSpPr>
        <p:cNvPr id="1" name="">
          <a:extLst>
            <a:ext uri="{FF2B5EF4-FFF2-40B4-BE49-F238E27FC236}">
              <a16:creationId xmlns:a16="http://schemas.microsoft.com/office/drawing/2014/main" id="{4FE7798D-17C0-7507-1DDF-383DB2CF1E1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FCABD84-2410-7020-F51C-C30C60B7DDBA}"/>
              </a:ext>
            </a:extLst>
          </p:cNvPr>
          <p:cNvSpPr>
            <a:spLocks/>
          </p:cNvSpPr>
          <p:nvPr/>
        </p:nvSpPr>
        <p:spPr>
          <a:xfrm>
            <a:off x="-9433" y="7055029"/>
            <a:ext cx="15840075" cy="1044000"/>
          </a:xfrm>
          <a:prstGeom prst="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GB" noProof="0" dirty="0">
                <a:solidFill>
                  <a:schemeClr val="tx1"/>
                </a:solidFill>
              </a:rPr>
              <a:t>L1- Standards</a:t>
            </a:r>
          </a:p>
          <a:p>
            <a:pPr algn="r"/>
            <a:r>
              <a:rPr lang="en-GB" sz="1200" dirty="0">
                <a:solidFill>
                  <a:prstClr val="black"/>
                </a:solidFill>
              </a:rPr>
              <a:t>(Rules, Schemas,</a:t>
            </a:r>
            <a:br>
              <a:rPr lang="en-GB" sz="1200" dirty="0">
                <a:solidFill>
                  <a:prstClr val="black"/>
                </a:solidFill>
              </a:rPr>
            </a:br>
            <a:r>
              <a:rPr lang="en-GB" sz="1200" dirty="0">
                <a:solidFill>
                  <a:prstClr val="black"/>
                </a:solidFill>
              </a:rPr>
              <a:t> Requirements)</a:t>
            </a:r>
            <a:endParaRPr lang="en-GB" noProof="0" dirty="0">
              <a:solidFill>
                <a:schemeClr val="tx1"/>
              </a:solidFill>
            </a:endParaRPr>
          </a:p>
        </p:txBody>
      </p:sp>
      <p:sp>
        <p:nvSpPr>
          <p:cNvPr id="5" name="Rectangle 4">
            <a:extLst>
              <a:ext uri="{FF2B5EF4-FFF2-40B4-BE49-F238E27FC236}">
                <a16:creationId xmlns:a16="http://schemas.microsoft.com/office/drawing/2014/main" id="{C11C8665-97ED-DC3A-6263-F108817CBBDB}"/>
              </a:ext>
            </a:extLst>
          </p:cNvPr>
          <p:cNvSpPr>
            <a:spLocks/>
          </p:cNvSpPr>
          <p:nvPr/>
        </p:nvSpPr>
        <p:spPr>
          <a:xfrm>
            <a:off x="0" y="-323"/>
            <a:ext cx="15840075" cy="1044000"/>
          </a:xfrm>
          <a:prstGeom prst="rect">
            <a:avLst/>
          </a:prstGeom>
          <a:solidFill>
            <a:srgbClr val="FFFDE7"/>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GB" noProof="0" dirty="0">
                <a:solidFill>
                  <a:schemeClr val="tx1"/>
                </a:solidFill>
              </a:rPr>
              <a:t>L7 – Civic UX</a:t>
            </a:r>
          </a:p>
          <a:p>
            <a:pPr algn="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(Transparency, Participation,</a:t>
            </a:r>
          </a:p>
          <a:p>
            <a:pPr algn="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 Understanding)</a:t>
            </a:r>
            <a:endParaRPr lang="en-GB" noProof="0" dirty="0">
              <a:solidFill>
                <a:schemeClr val="tx1"/>
              </a:solidFill>
            </a:endParaRPr>
          </a:p>
        </p:txBody>
      </p:sp>
      <p:sp>
        <p:nvSpPr>
          <p:cNvPr id="6" name="Rectangle 5">
            <a:hlinkClick r:id="rId3" action="ppaction://hlinksldjump"/>
            <a:extLst>
              <a:ext uri="{FF2B5EF4-FFF2-40B4-BE49-F238E27FC236}">
                <a16:creationId xmlns:a16="http://schemas.microsoft.com/office/drawing/2014/main" id="{A2D020A1-1A64-D230-F730-EDDC78134BA2}"/>
              </a:ext>
            </a:extLst>
          </p:cNvPr>
          <p:cNvSpPr>
            <a:spLocks/>
          </p:cNvSpPr>
          <p:nvPr/>
        </p:nvSpPr>
        <p:spPr>
          <a:xfrm>
            <a:off x="0" y="1115687"/>
            <a:ext cx="15840075" cy="1044000"/>
          </a:xfrm>
          <a:prstGeom prst="rect">
            <a:avLst/>
          </a:prstGeom>
          <a:solidFill>
            <a:srgbClr val="EDE7F6"/>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GB" noProof="0" dirty="0">
                <a:solidFill>
                  <a:schemeClr val="tx1"/>
                </a:solidFill>
              </a:rPr>
              <a:t>L6 – Applications</a:t>
            </a:r>
          </a:p>
          <a:p>
            <a:pPr algn="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(Operations, Control, Execution)</a:t>
            </a:r>
            <a:endParaRPr lang="en-GB" noProof="0" dirty="0">
              <a:solidFill>
                <a:schemeClr val="tx1"/>
              </a:solidFill>
            </a:endParaRPr>
          </a:p>
        </p:txBody>
      </p:sp>
      <p:sp>
        <p:nvSpPr>
          <p:cNvPr id="7" name="Rectangle 6">
            <a:extLst>
              <a:ext uri="{FF2B5EF4-FFF2-40B4-BE49-F238E27FC236}">
                <a16:creationId xmlns:a16="http://schemas.microsoft.com/office/drawing/2014/main" id="{5E3F3441-ACF1-A514-21A2-7F8A91B0D985}"/>
              </a:ext>
            </a:extLst>
          </p:cNvPr>
          <p:cNvSpPr>
            <a:spLocks/>
          </p:cNvSpPr>
          <p:nvPr/>
        </p:nvSpPr>
        <p:spPr>
          <a:xfrm>
            <a:off x="0" y="2231697"/>
            <a:ext cx="15840075" cy="1044000"/>
          </a:xfrm>
          <a:prstGeom prst="rect">
            <a:avLst/>
          </a:prstGeom>
          <a:solidFill>
            <a:srgbClr val="F3F3F3"/>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GB" noProof="0" dirty="0">
                <a:solidFill>
                  <a:schemeClr val="tx1"/>
                </a:solidFill>
              </a:rPr>
              <a:t>L5 – Interfaces</a:t>
            </a:r>
          </a:p>
          <a:p>
            <a:pPr algn="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(Access, Exchange, Validation)</a:t>
            </a:r>
            <a:endParaRPr lang="en-GB" noProof="0" dirty="0">
              <a:solidFill>
                <a:schemeClr val="tx1"/>
              </a:solidFill>
            </a:endParaRPr>
          </a:p>
        </p:txBody>
      </p:sp>
      <p:sp>
        <p:nvSpPr>
          <p:cNvPr id="8" name="Rectangle 7">
            <a:extLst>
              <a:ext uri="{FF2B5EF4-FFF2-40B4-BE49-F238E27FC236}">
                <a16:creationId xmlns:a16="http://schemas.microsoft.com/office/drawing/2014/main" id="{28756C82-8F40-C177-C954-A3BA8A471BFC}"/>
              </a:ext>
            </a:extLst>
          </p:cNvPr>
          <p:cNvSpPr>
            <a:spLocks/>
          </p:cNvSpPr>
          <p:nvPr/>
        </p:nvSpPr>
        <p:spPr>
          <a:xfrm>
            <a:off x="0" y="3347707"/>
            <a:ext cx="15840075" cy="1044000"/>
          </a:xfrm>
          <a:prstGeom prst="rect">
            <a:avLst/>
          </a:prstGeom>
          <a:solidFill>
            <a:srgbClr val="FDECEF"/>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GB" noProof="0" dirty="0">
                <a:solidFill>
                  <a:schemeClr val="tx1"/>
                </a:solidFill>
              </a:rPr>
              <a:t>L4 – Instruments</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(Tools, Methods, Mechanisms)</a:t>
            </a:r>
            <a:endParaRPr lang="en-GB" noProof="0" dirty="0">
              <a:solidFill>
                <a:schemeClr val="tx1"/>
              </a:solidFill>
            </a:endParaRPr>
          </a:p>
        </p:txBody>
      </p:sp>
      <p:sp>
        <p:nvSpPr>
          <p:cNvPr id="9" name="Rectangle 8">
            <a:extLst>
              <a:ext uri="{FF2B5EF4-FFF2-40B4-BE49-F238E27FC236}">
                <a16:creationId xmlns:a16="http://schemas.microsoft.com/office/drawing/2014/main" id="{52F32B8C-82C5-59F5-440E-3A58DDCFBE87}"/>
              </a:ext>
            </a:extLst>
          </p:cNvPr>
          <p:cNvSpPr>
            <a:spLocks/>
          </p:cNvSpPr>
          <p:nvPr/>
        </p:nvSpPr>
        <p:spPr>
          <a:xfrm>
            <a:off x="-1" y="4463717"/>
            <a:ext cx="15840075" cy="1044000"/>
          </a:xfrm>
          <a:prstGeom prst="rect">
            <a:avLst/>
          </a:prstGeom>
          <a:solidFill>
            <a:srgbClr val="FFF4E5"/>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GB" noProof="0" dirty="0">
                <a:solidFill>
                  <a:schemeClr val="tx1"/>
                </a:solidFill>
              </a:rPr>
              <a:t>L3 – Subsystems</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(Logic, Functions, Processes)</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algn="r"/>
            <a:endParaRPr lang="en-GB" noProof="0" dirty="0">
              <a:solidFill>
                <a:schemeClr val="tx1"/>
              </a:solidFill>
            </a:endParaRPr>
          </a:p>
        </p:txBody>
      </p:sp>
      <p:sp>
        <p:nvSpPr>
          <p:cNvPr id="10" name="Rectangle 9">
            <a:extLst>
              <a:ext uri="{FF2B5EF4-FFF2-40B4-BE49-F238E27FC236}">
                <a16:creationId xmlns:a16="http://schemas.microsoft.com/office/drawing/2014/main" id="{7B4F29E7-0ADB-0D1C-C28A-7C9629867CC3}"/>
              </a:ext>
            </a:extLst>
          </p:cNvPr>
          <p:cNvSpPr>
            <a:spLocks/>
          </p:cNvSpPr>
          <p:nvPr/>
        </p:nvSpPr>
        <p:spPr>
          <a:xfrm>
            <a:off x="-9433" y="5579729"/>
            <a:ext cx="15840075" cy="1424948"/>
          </a:xfrm>
          <a:prstGeom prst="rect">
            <a:avLst/>
          </a:prstGeom>
          <a:solidFill>
            <a:srgbClr val="E8F0FE"/>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r"/>
            <a:r>
              <a:rPr lang="en-GB" noProof="0" dirty="0">
                <a:solidFill>
                  <a:schemeClr val="tx1"/>
                </a:solidFill>
              </a:rPr>
              <a:t>L2 – </a:t>
            </a:r>
            <a:r>
              <a:rPr lang="en-GB" dirty="0">
                <a:solidFill>
                  <a:schemeClr val="tx1"/>
                </a:solidFill>
              </a:rPr>
              <a:t>Families</a:t>
            </a:r>
            <a:endPar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endParaRPr>
          </a:p>
          <a:p>
            <a:pPr lvl="0" algn="r"/>
            <a:r>
              <a:rPr lang="en-GB" sz="1100" dirty="0">
                <a:solidFill>
                  <a:prstClr val="black"/>
                </a:solidFill>
              </a:rPr>
              <a:t>(Domains, Responsibilities, </a:t>
            </a:r>
          </a:p>
          <a:p>
            <a:pPr lvl="0" algn="r"/>
            <a:r>
              <a:rPr lang="en-GB" sz="1100" dirty="0">
                <a:solidFill>
                  <a:prstClr val="black"/>
                </a:solidFill>
              </a:rPr>
              <a:t>Boundaries)</a:t>
            </a:r>
          </a:p>
          <a:p>
            <a:pPr marL="0" marR="0" lvl="0" indent="0" algn="r" defTabSz="457200" rtl="0" eaLnBrk="1" fontAlgn="auto" latinLnBrk="0" hangingPunct="1">
              <a:lnSpc>
                <a:spcPct val="100000"/>
              </a:lnSpc>
              <a:spcBef>
                <a:spcPts val="0"/>
              </a:spcBef>
              <a:spcAft>
                <a:spcPts val="0"/>
              </a:spcAft>
              <a:buClrTx/>
              <a:buSzTx/>
              <a:buFontTx/>
              <a:buNone/>
              <a:tabLst/>
              <a:defRPr/>
            </a:pPr>
            <a:endParaRPr lang="en-GB" noProof="0" dirty="0">
              <a:solidFill>
                <a:schemeClr val="tx1"/>
              </a:solidFill>
            </a:endParaRPr>
          </a:p>
        </p:txBody>
      </p:sp>
      <p:sp>
        <p:nvSpPr>
          <p:cNvPr id="22" name="Rectangle 21">
            <a:extLst>
              <a:ext uri="{FF2B5EF4-FFF2-40B4-BE49-F238E27FC236}">
                <a16:creationId xmlns:a16="http://schemas.microsoft.com/office/drawing/2014/main" id="{47051135-16F8-D528-AB25-989C0710B999}"/>
              </a:ext>
            </a:extLst>
          </p:cNvPr>
          <p:cNvSpPr/>
          <p:nvPr/>
        </p:nvSpPr>
        <p:spPr>
          <a:xfrm>
            <a:off x="1543087" y="0"/>
            <a:ext cx="1079961" cy="8099425"/>
          </a:xfrm>
          <a:prstGeom prst="rect">
            <a:avLst/>
          </a:prstGeom>
          <a:solidFill>
            <a:srgbClr val="C62828">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                           2. Risk &amp; </a:t>
            </a:r>
            <a:br>
              <a:rPr lang="en-GB" sz="1600" noProof="0" dirty="0">
                <a:solidFill>
                  <a:schemeClr val="tx1"/>
                </a:solidFill>
              </a:rPr>
            </a:br>
            <a:r>
              <a:rPr lang="en-GB" sz="1600" noProof="0" dirty="0">
                <a:solidFill>
                  <a:schemeClr val="tx1"/>
                </a:solidFill>
              </a:rPr>
              <a:t>                           Coordination</a:t>
            </a:r>
          </a:p>
        </p:txBody>
      </p:sp>
      <p:sp>
        <p:nvSpPr>
          <p:cNvPr id="24" name="Rectangle 23">
            <a:extLst>
              <a:ext uri="{FF2B5EF4-FFF2-40B4-BE49-F238E27FC236}">
                <a16:creationId xmlns:a16="http://schemas.microsoft.com/office/drawing/2014/main" id="{9F5EEFDC-1068-B33C-4C62-EA662B5C7C07}"/>
              </a:ext>
            </a:extLst>
          </p:cNvPr>
          <p:cNvSpPr/>
          <p:nvPr/>
        </p:nvSpPr>
        <p:spPr>
          <a:xfrm>
            <a:off x="4284851" y="-397"/>
            <a:ext cx="1079961" cy="8099425"/>
          </a:xfrm>
          <a:prstGeom prst="rect">
            <a:avLst/>
          </a:prstGeom>
          <a:solidFill>
            <a:srgbClr val="00897B">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                           4. Civic </a:t>
            </a:r>
            <a:br>
              <a:rPr lang="en-GB" sz="1600" noProof="0" dirty="0">
                <a:solidFill>
                  <a:schemeClr val="tx1"/>
                </a:solidFill>
              </a:rPr>
            </a:br>
            <a:r>
              <a:rPr lang="en-GB" sz="1600" noProof="0" dirty="0">
                <a:solidFill>
                  <a:schemeClr val="tx1"/>
                </a:solidFill>
              </a:rPr>
              <a:t>                           Feedback &amp; </a:t>
            </a:r>
            <a:br>
              <a:rPr lang="en-GB" sz="1600" noProof="0" dirty="0">
                <a:solidFill>
                  <a:schemeClr val="tx1"/>
                </a:solidFill>
              </a:rPr>
            </a:br>
            <a:r>
              <a:rPr lang="en-GB" sz="1600" noProof="0" dirty="0">
                <a:solidFill>
                  <a:schemeClr val="tx1"/>
                </a:solidFill>
              </a:rPr>
              <a:t>                           Cultural</a:t>
            </a:r>
          </a:p>
        </p:txBody>
      </p:sp>
      <p:sp>
        <p:nvSpPr>
          <p:cNvPr id="21" name="Rectangle 20">
            <a:extLst>
              <a:ext uri="{FF2B5EF4-FFF2-40B4-BE49-F238E27FC236}">
                <a16:creationId xmlns:a16="http://schemas.microsoft.com/office/drawing/2014/main" id="{DE1565F0-7F5E-5713-3C3D-939408D767BC}"/>
              </a:ext>
            </a:extLst>
          </p:cNvPr>
          <p:cNvSpPr/>
          <p:nvPr/>
        </p:nvSpPr>
        <p:spPr>
          <a:xfrm>
            <a:off x="172205" y="-9"/>
            <a:ext cx="1079961" cy="8099425"/>
          </a:xfrm>
          <a:prstGeom prst="rect">
            <a:avLst/>
          </a:prstGeom>
          <a:solidFill>
            <a:srgbClr val="546E7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		     1. Governance</a:t>
            </a:r>
            <a:br>
              <a:rPr lang="en-GB" sz="1600" noProof="0" dirty="0">
                <a:solidFill>
                  <a:schemeClr val="tx1"/>
                </a:solidFill>
              </a:rPr>
            </a:br>
            <a:r>
              <a:rPr lang="en-GB" sz="1600" noProof="0" dirty="0">
                <a:solidFill>
                  <a:schemeClr val="tx1"/>
                </a:solidFill>
              </a:rPr>
              <a:t>                            &amp; Oversight</a:t>
            </a:r>
          </a:p>
        </p:txBody>
      </p:sp>
      <p:sp>
        <p:nvSpPr>
          <p:cNvPr id="23" name="Rectangle 22">
            <a:extLst>
              <a:ext uri="{FF2B5EF4-FFF2-40B4-BE49-F238E27FC236}">
                <a16:creationId xmlns:a16="http://schemas.microsoft.com/office/drawing/2014/main" id="{8C7FCA63-00A5-2987-332D-4CC467285342}"/>
              </a:ext>
            </a:extLst>
          </p:cNvPr>
          <p:cNvSpPr/>
          <p:nvPr/>
        </p:nvSpPr>
        <p:spPr>
          <a:xfrm>
            <a:off x="2913969" y="0"/>
            <a:ext cx="1079961" cy="8099425"/>
          </a:xfrm>
          <a:prstGeom prst="rect">
            <a:avLst/>
          </a:prstGeom>
          <a:solidFill>
            <a:srgbClr val="1565C0">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                           3. Data </a:t>
            </a:r>
            <a:br>
              <a:rPr lang="en-GB" sz="1600" noProof="0" dirty="0">
                <a:solidFill>
                  <a:schemeClr val="tx1"/>
                </a:solidFill>
              </a:rPr>
            </a:br>
            <a:r>
              <a:rPr lang="en-GB" sz="1600" noProof="0" dirty="0">
                <a:solidFill>
                  <a:schemeClr val="tx1"/>
                </a:solidFill>
              </a:rPr>
              <a:t>                           Integrity &amp; </a:t>
            </a:r>
            <a:br>
              <a:rPr lang="en-GB" sz="1600" noProof="0" dirty="0">
                <a:solidFill>
                  <a:schemeClr val="tx1"/>
                </a:solidFill>
              </a:rPr>
            </a:br>
            <a:r>
              <a:rPr lang="en-GB" sz="1600" noProof="0" dirty="0">
                <a:solidFill>
                  <a:schemeClr val="tx1"/>
                </a:solidFill>
              </a:rPr>
              <a:t>                           Audit</a:t>
            </a:r>
          </a:p>
        </p:txBody>
      </p:sp>
      <p:sp>
        <p:nvSpPr>
          <p:cNvPr id="30" name="Rectangle 29">
            <a:extLst>
              <a:ext uri="{FF2B5EF4-FFF2-40B4-BE49-F238E27FC236}">
                <a16:creationId xmlns:a16="http://schemas.microsoft.com/office/drawing/2014/main" id="{59BB1E79-D607-8535-CB75-753D7EE170E3}"/>
              </a:ext>
            </a:extLst>
          </p:cNvPr>
          <p:cNvSpPr/>
          <p:nvPr/>
        </p:nvSpPr>
        <p:spPr>
          <a:xfrm>
            <a:off x="8397497" y="0"/>
            <a:ext cx="1079961" cy="8099425"/>
          </a:xfrm>
          <a:prstGeom prst="rect">
            <a:avLst/>
          </a:prstGeom>
          <a:solidFill>
            <a:srgbClr val="2E7D32">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                           7. Planetary &amp;  </a:t>
            </a:r>
          </a:p>
          <a:p>
            <a:r>
              <a:rPr lang="en-GB" sz="1600" noProof="0" dirty="0">
                <a:solidFill>
                  <a:schemeClr val="tx1"/>
                </a:solidFill>
              </a:rPr>
              <a:t>                           Ecological</a:t>
            </a:r>
          </a:p>
        </p:txBody>
      </p:sp>
      <p:sp>
        <p:nvSpPr>
          <p:cNvPr id="31" name="Rectangle 30">
            <a:extLst>
              <a:ext uri="{FF2B5EF4-FFF2-40B4-BE49-F238E27FC236}">
                <a16:creationId xmlns:a16="http://schemas.microsoft.com/office/drawing/2014/main" id="{4E5A42FB-D389-95C0-548B-6715FF688885}"/>
              </a:ext>
            </a:extLst>
          </p:cNvPr>
          <p:cNvSpPr/>
          <p:nvPr/>
        </p:nvSpPr>
        <p:spPr>
          <a:xfrm>
            <a:off x="12510139" y="5"/>
            <a:ext cx="1079961" cy="8099425"/>
          </a:xfrm>
          <a:prstGeom prst="rect">
            <a:avLst/>
          </a:prstGeom>
          <a:solidFill>
            <a:srgbClr val="455A64">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                          10. Standards</a:t>
            </a:r>
          </a:p>
        </p:txBody>
      </p:sp>
      <p:sp>
        <p:nvSpPr>
          <p:cNvPr id="34" name="Rectangle 33">
            <a:extLst>
              <a:ext uri="{FF2B5EF4-FFF2-40B4-BE49-F238E27FC236}">
                <a16:creationId xmlns:a16="http://schemas.microsoft.com/office/drawing/2014/main" id="{A5FB57E0-ED0D-CF32-8567-4E4B9E60CF8A}"/>
              </a:ext>
            </a:extLst>
          </p:cNvPr>
          <p:cNvSpPr/>
          <p:nvPr/>
        </p:nvSpPr>
        <p:spPr>
          <a:xfrm>
            <a:off x="7026615" y="-396"/>
            <a:ext cx="1079961" cy="8099425"/>
          </a:xfrm>
          <a:prstGeom prst="rect">
            <a:avLst/>
          </a:prstGeom>
          <a:solidFill>
            <a:srgbClr val="6D4C41">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                           6. Resource &amp;</a:t>
            </a:r>
          </a:p>
          <a:p>
            <a:r>
              <a:rPr lang="en-GB" sz="1600" noProof="0" dirty="0">
                <a:solidFill>
                  <a:schemeClr val="tx1"/>
                </a:solidFill>
              </a:rPr>
              <a:t>                           Infrastructure</a:t>
            </a:r>
          </a:p>
        </p:txBody>
      </p:sp>
      <p:sp>
        <p:nvSpPr>
          <p:cNvPr id="35" name="Rectangle 34">
            <a:extLst>
              <a:ext uri="{FF2B5EF4-FFF2-40B4-BE49-F238E27FC236}">
                <a16:creationId xmlns:a16="http://schemas.microsoft.com/office/drawing/2014/main" id="{0756D1AB-6BF9-5F4C-8920-F2A0380EDC2C}"/>
              </a:ext>
            </a:extLst>
          </p:cNvPr>
          <p:cNvSpPr/>
          <p:nvPr/>
        </p:nvSpPr>
        <p:spPr>
          <a:xfrm>
            <a:off x="9768379" y="11"/>
            <a:ext cx="1079961" cy="8099425"/>
          </a:xfrm>
          <a:prstGeom prst="rect">
            <a:avLst/>
          </a:prstGeom>
          <a:solidFill>
            <a:srgbClr val="6A1B9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                           8. Meta‑</a:t>
            </a:r>
          </a:p>
          <a:p>
            <a:r>
              <a:rPr lang="en-GB" sz="1600" noProof="0" dirty="0">
                <a:solidFill>
                  <a:schemeClr val="tx1"/>
                </a:solidFill>
              </a:rPr>
              <a:t>                           Integration</a:t>
            </a:r>
          </a:p>
        </p:txBody>
      </p:sp>
      <p:sp>
        <p:nvSpPr>
          <p:cNvPr id="33" name="Rectangle 32">
            <a:extLst>
              <a:ext uri="{FF2B5EF4-FFF2-40B4-BE49-F238E27FC236}">
                <a16:creationId xmlns:a16="http://schemas.microsoft.com/office/drawing/2014/main" id="{D57F5AA4-627D-43F6-151C-9FAA97E2B40A}"/>
              </a:ext>
            </a:extLst>
          </p:cNvPr>
          <p:cNvSpPr/>
          <p:nvPr/>
        </p:nvSpPr>
        <p:spPr>
          <a:xfrm>
            <a:off x="5655733" y="0"/>
            <a:ext cx="1079961" cy="8099425"/>
          </a:xfrm>
          <a:prstGeom prst="rect">
            <a:avLst/>
          </a:prstGeom>
          <a:solidFill>
            <a:srgbClr val="F9A825">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lvl="2"/>
            <a:r>
              <a:rPr lang="en-GB" sz="1600" noProof="0" dirty="0">
                <a:solidFill>
                  <a:schemeClr val="tx1"/>
                </a:solidFill>
              </a:rPr>
              <a:t>     5. Incentive &amp; </a:t>
            </a:r>
          </a:p>
          <a:p>
            <a:r>
              <a:rPr lang="en-GB" sz="1600" noProof="0" dirty="0">
                <a:solidFill>
                  <a:schemeClr val="tx1"/>
                </a:solidFill>
              </a:rPr>
              <a:t>                            Behavioural</a:t>
            </a:r>
          </a:p>
        </p:txBody>
      </p:sp>
      <p:sp>
        <p:nvSpPr>
          <p:cNvPr id="36" name="Rectangle 35">
            <a:extLst>
              <a:ext uri="{FF2B5EF4-FFF2-40B4-BE49-F238E27FC236}">
                <a16:creationId xmlns:a16="http://schemas.microsoft.com/office/drawing/2014/main" id="{4F99E9FA-DE40-A7B2-1EE1-38C0F84DAFF9}"/>
              </a:ext>
            </a:extLst>
          </p:cNvPr>
          <p:cNvSpPr/>
          <p:nvPr/>
        </p:nvSpPr>
        <p:spPr>
          <a:xfrm>
            <a:off x="11139261" y="8"/>
            <a:ext cx="1079961" cy="8099425"/>
          </a:xfrm>
          <a:prstGeom prst="rect">
            <a:avLst/>
          </a:prstGeom>
          <a:solidFill>
            <a:srgbClr val="000000"/>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bg1"/>
                </a:solidFill>
              </a:rPr>
              <a:t>                           9. Minimum </a:t>
            </a:r>
          </a:p>
          <a:p>
            <a:r>
              <a:rPr lang="en-GB" sz="1600" noProof="0" dirty="0">
                <a:solidFill>
                  <a:schemeClr val="bg1"/>
                </a:solidFill>
              </a:rPr>
              <a:t>                           Viable </a:t>
            </a:r>
          </a:p>
          <a:p>
            <a:r>
              <a:rPr lang="en-GB" sz="1600" noProof="0" dirty="0">
                <a:solidFill>
                  <a:schemeClr val="bg1"/>
                </a:solidFill>
              </a:rPr>
              <a:t>                           Systems</a:t>
            </a:r>
          </a:p>
        </p:txBody>
      </p:sp>
      <p:sp>
        <p:nvSpPr>
          <p:cNvPr id="20" name="Rectangle 19">
            <a:hlinkClick r:id="rId4" action="ppaction://hlinksldjump"/>
            <a:extLst>
              <a:ext uri="{FF2B5EF4-FFF2-40B4-BE49-F238E27FC236}">
                <a16:creationId xmlns:a16="http://schemas.microsoft.com/office/drawing/2014/main" id="{9ADC6E57-9079-3159-5B1C-29B27C1077AE}"/>
              </a:ext>
            </a:extLst>
          </p:cNvPr>
          <p:cNvSpPr/>
          <p:nvPr/>
        </p:nvSpPr>
        <p:spPr>
          <a:xfrm>
            <a:off x="81023" y="3419529"/>
            <a:ext cx="1261123" cy="1979899"/>
          </a:xfrm>
          <a:prstGeom prst="rect">
            <a:avLst/>
          </a:prstGeom>
          <a:solidFill>
            <a:srgbClr val="BBC5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Governance Modules:</a:t>
            </a:r>
          </a:p>
          <a:p>
            <a:endParaRPr lang="en-GB" sz="1050" noProof="0" dirty="0">
              <a:solidFill>
                <a:schemeClr val="tx1"/>
              </a:solidFill>
            </a:endParaRPr>
          </a:p>
          <a:p>
            <a:pPr marL="171450" indent="-171450">
              <a:buFontTx/>
              <a:buChar char="-"/>
            </a:pPr>
            <a:r>
              <a:rPr lang="en-GB" sz="1000" noProof="0" dirty="0">
                <a:solidFill>
                  <a:schemeClr val="tx1"/>
                </a:solidFill>
              </a:rPr>
              <a:t>Decision Systems</a:t>
            </a:r>
          </a:p>
          <a:p>
            <a:pPr marL="171450" indent="-171450">
              <a:buFontTx/>
              <a:buChar char="-"/>
            </a:pPr>
            <a:r>
              <a:rPr lang="en-GB" sz="1000" noProof="0" dirty="0">
                <a:solidFill>
                  <a:schemeClr val="tx1"/>
                </a:solidFill>
              </a:rPr>
              <a:t>Institutional architecture</a:t>
            </a:r>
          </a:p>
          <a:p>
            <a:pPr marL="171450" indent="-171450">
              <a:buFontTx/>
              <a:buChar char="-"/>
            </a:pPr>
            <a:r>
              <a:rPr lang="en-GB" sz="1000" noProof="0" dirty="0">
                <a:solidFill>
                  <a:schemeClr val="tx1"/>
                </a:solidFill>
              </a:rPr>
              <a:t>Accountability and oversight</a:t>
            </a:r>
          </a:p>
          <a:p>
            <a:pPr marL="171450" indent="-171450">
              <a:buFontTx/>
              <a:buChar char="-"/>
            </a:pPr>
            <a:r>
              <a:rPr lang="en-GB" sz="1000" noProof="0" dirty="0">
                <a:solidFill>
                  <a:schemeClr val="tx1"/>
                </a:solidFill>
              </a:rPr>
              <a:t>Civic participation and consent</a:t>
            </a:r>
          </a:p>
        </p:txBody>
      </p:sp>
      <p:sp>
        <p:nvSpPr>
          <p:cNvPr id="25" name="Rectangle 24">
            <a:hlinkClick r:id="rId5" action="ppaction://hlinksldjump"/>
            <a:extLst>
              <a:ext uri="{FF2B5EF4-FFF2-40B4-BE49-F238E27FC236}">
                <a16:creationId xmlns:a16="http://schemas.microsoft.com/office/drawing/2014/main" id="{1A86A6EE-738E-E951-7B4A-37DA643602BD}"/>
              </a:ext>
            </a:extLst>
          </p:cNvPr>
          <p:cNvSpPr/>
          <p:nvPr/>
        </p:nvSpPr>
        <p:spPr>
          <a:xfrm>
            <a:off x="1452504" y="3423694"/>
            <a:ext cx="1261123" cy="1979899"/>
          </a:xfrm>
          <a:prstGeom prst="rect">
            <a:avLst/>
          </a:prstGeom>
          <a:solidFill>
            <a:srgbClr val="E8A9A9">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Risk &amp; Co-ord. Modules:</a:t>
            </a:r>
          </a:p>
          <a:p>
            <a:endParaRPr lang="en-GB" sz="1050" noProof="0" dirty="0">
              <a:solidFill>
                <a:schemeClr val="tx1"/>
              </a:solidFill>
            </a:endParaRPr>
          </a:p>
          <a:p>
            <a:pPr marL="171450" indent="-171450">
              <a:buFontTx/>
              <a:buChar char="-"/>
            </a:pPr>
            <a:r>
              <a:rPr lang="en-GB" sz="1000" noProof="0" dirty="0">
                <a:solidFill>
                  <a:schemeClr val="tx1"/>
                </a:solidFill>
              </a:rPr>
              <a:t>Hazard Monitoring</a:t>
            </a:r>
          </a:p>
          <a:p>
            <a:pPr marL="171450" indent="-171450">
              <a:buFontTx/>
              <a:buChar char="-"/>
            </a:pPr>
            <a:r>
              <a:rPr lang="en-GB" sz="1000" noProof="0" dirty="0">
                <a:solidFill>
                  <a:schemeClr val="tx1"/>
                </a:solidFill>
              </a:rPr>
              <a:t>Crisis Response</a:t>
            </a:r>
          </a:p>
          <a:p>
            <a:pPr marL="171450" indent="-171450">
              <a:buFontTx/>
              <a:buChar char="-"/>
            </a:pPr>
            <a:r>
              <a:rPr lang="en-GB" sz="1000" noProof="0" dirty="0">
                <a:solidFill>
                  <a:schemeClr val="tx1"/>
                </a:solidFill>
              </a:rPr>
              <a:t>Resilience Systems</a:t>
            </a:r>
          </a:p>
          <a:p>
            <a:pPr marL="171450" indent="-171450">
              <a:buFontTx/>
              <a:buChar char="-"/>
            </a:pPr>
            <a:r>
              <a:rPr lang="en-GB" sz="1000" noProof="0" dirty="0">
                <a:solidFill>
                  <a:schemeClr val="tx1"/>
                </a:solidFill>
              </a:rPr>
              <a:t>Coordination &amp; Continuity</a:t>
            </a:r>
          </a:p>
          <a:p>
            <a:endParaRPr lang="en-GB" sz="1050" noProof="0" dirty="0">
              <a:solidFill>
                <a:schemeClr val="tx1"/>
              </a:solidFill>
            </a:endParaRPr>
          </a:p>
        </p:txBody>
      </p:sp>
      <p:sp>
        <p:nvSpPr>
          <p:cNvPr id="26" name="Rectangle 25">
            <a:hlinkClick r:id="rId6" action="ppaction://hlinksldjump"/>
            <a:extLst>
              <a:ext uri="{FF2B5EF4-FFF2-40B4-BE49-F238E27FC236}">
                <a16:creationId xmlns:a16="http://schemas.microsoft.com/office/drawing/2014/main" id="{3D197155-0B42-2BF5-C2E2-8470196B4982}"/>
              </a:ext>
            </a:extLst>
          </p:cNvPr>
          <p:cNvSpPr/>
          <p:nvPr/>
        </p:nvSpPr>
        <p:spPr>
          <a:xfrm>
            <a:off x="2820234" y="3421912"/>
            <a:ext cx="1261123" cy="1979899"/>
          </a:xfrm>
          <a:prstGeom prst="rect">
            <a:avLst/>
          </a:prstGeom>
          <a:solidFill>
            <a:srgbClr val="A1C1E6">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Data Integrity &amp; Audit Modules:</a:t>
            </a:r>
          </a:p>
          <a:p>
            <a:endParaRPr lang="en-GB" sz="1050" noProof="0" dirty="0">
              <a:solidFill>
                <a:schemeClr val="tx1"/>
              </a:solidFill>
            </a:endParaRPr>
          </a:p>
          <a:p>
            <a:pPr marL="171450" indent="-171450">
              <a:buFontTx/>
              <a:buChar char="-"/>
            </a:pPr>
            <a:r>
              <a:rPr lang="en-GB" sz="1000" noProof="0" dirty="0">
                <a:solidFill>
                  <a:schemeClr val="tx1"/>
                </a:solidFill>
              </a:rPr>
              <a:t>Data Quality &amp; Validation</a:t>
            </a:r>
          </a:p>
          <a:p>
            <a:pPr marL="171450" indent="-171450">
              <a:buFontTx/>
              <a:buChar char="-"/>
            </a:pPr>
            <a:r>
              <a:rPr lang="en-GB" sz="1000" noProof="0" dirty="0">
                <a:solidFill>
                  <a:schemeClr val="tx1"/>
                </a:solidFill>
              </a:rPr>
              <a:t>Audit &amp; Verification</a:t>
            </a:r>
          </a:p>
          <a:p>
            <a:pPr marL="171450" indent="-171450">
              <a:buFontTx/>
              <a:buChar char="-"/>
            </a:pPr>
            <a:r>
              <a:rPr lang="en-GB" sz="1000" noProof="0" dirty="0">
                <a:solidFill>
                  <a:schemeClr val="tx1"/>
                </a:solidFill>
              </a:rPr>
              <a:t>Integrity Monitoring</a:t>
            </a:r>
          </a:p>
          <a:p>
            <a:pPr marL="171450" indent="-171450">
              <a:buFontTx/>
              <a:buChar char="-"/>
            </a:pPr>
            <a:r>
              <a:rPr lang="en-GB" sz="1000" noProof="0" dirty="0">
                <a:solidFill>
                  <a:schemeClr val="tx1"/>
                </a:solidFill>
              </a:rPr>
              <a:t>Traceability &amp; Provenance</a:t>
            </a:r>
          </a:p>
          <a:p>
            <a:endParaRPr lang="en-GB" sz="1050" noProof="0" dirty="0">
              <a:solidFill>
                <a:schemeClr val="tx1"/>
              </a:solidFill>
            </a:endParaRPr>
          </a:p>
        </p:txBody>
      </p:sp>
      <p:sp>
        <p:nvSpPr>
          <p:cNvPr id="27" name="Rectangle 26">
            <a:hlinkClick r:id="rId7" action="ppaction://hlinksldjump"/>
            <a:extLst>
              <a:ext uri="{FF2B5EF4-FFF2-40B4-BE49-F238E27FC236}">
                <a16:creationId xmlns:a16="http://schemas.microsoft.com/office/drawing/2014/main" id="{BA089A8C-73EB-126F-0819-29896FB7AD6E}"/>
              </a:ext>
            </a:extLst>
          </p:cNvPr>
          <p:cNvSpPr/>
          <p:nvPr/>
        </p:nvSpPr>
        <p:spPr>
          <a:xfrm>
            <a:off x="4194267" y="3420621"/>
            <a:ext cx="1261123" cy="1979899"/>
          </a:xfrm>
          <a:prstGeom prst="rect">
            <a:avLst/>
          </a:prstGeom>
          <a:solidFill>
            <a:srgbClr val="99D0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Civic Feedback &amp; Cultural Modules:</a:t>
            </a:r>
          </a:p>
          <a:p>
            <a:endParaRPr lang="en-GB" sz="1050" noProof="0" dirty="0">
              <a:solidFill>
                <a:schemeClr val="tx1"/>
              </a:solidFill>
            </a:endParaRPr>
          </a:p>
          <a:p>
            <a:pPr marL="171450" indent="-171450">
              <a:buFontTx/>
              <a:buChar char="-"/>
            </a:pPr>
            <a:r>
              <a:rPr lang="en-GB" sz="1000" noProof="0" dirty="0">
                <a:solidFill>
                  <a:schemeClr val="tx1"/>
                </a:solidFill>
              </a:rPr>
              <a:t>Values &amp; Norms</a:t>
            </a:r>
          </a:p>
          <a:p>
            <a:pPr marL="171450" indent="-171450">
              <a:buFontTx/>
              <a:buChar char="-"/>
            </a:pPr>
            <a:r>
              <a:rPr lang="en-GB" sz="1000" noProof="0" dirty="0">
                <a:solidFill>
                  <a:schemeClr val="tx1"/>
                </a:solidFill>
              </a:rPr>
              <a:t>Identity &amp; Cohesion</a:t>
            </a:r>
          </a:p>
          <a:p>
            <a:pPr marL="171450" indent="-171450">
              <a:buFontTx/>
              <a:buChar char="-"/>
            </a:pPr>
            <a:r>
              <a:rPr lang="en-GB" sz="1000" noProof="0" dirty="0">
                <a:solidFill>
                  <a:schemeClr val="tx1"/>
                </a:solidFill>
              </a:rPr>
              <a:t>Narratives &amp; Meaning</a:t>
            </a:r>
          </a:p>
          <a:p>
            <a:pPr marL="171450" indent="-171450">
              <a:buFontTx/>
              <a:buChar char="-"/>
            </a:pPr>
            <a:r>
              <a:rPr lang="en-GB" sz="1000" noProof="0" dirty="0">
                <a:solidFill>
                  <a:schemeClr val="tx1"/>
                </a:solidFill>
              </a:rPr>
              <a:t>Civic Feedback Channels</a:t>
            </a:r>
          </a:p>
          <a:p>
            <a:endParaRPr lang="en-GB" sz="1050" noProof="0" dirty="0">
              <a:solidFill>
                <a:schemeClr val="tx1"/>
              </a:solidFill>
            </a:endParaRPr>
          </a:p>
        </p:txBody>
      </p:sp>
      <p:sp>
        <p:nvSpPr>
          <p:cNvPr id="28" name="Rectangle 27">
            <a:hlinkClick r:id="rId8" action="ppaction://hlinksldjump"/>
            <a:extLst>
              <a:ext uri="{FF2B5EF4-FFF2-40B4-BE49-F238E27FC236}">
                <a16:creationId xmlns:a16="http://schemas.microsoft.com/office/drawing/2014/main" id="{7D0774C9-DEE1-C35D-6039-E45BEA339D50}"/>
              </a:ext>
            </a:extLst>
          </p:cNvPr>
          <p:cNvSpPr/>
          <p:nvPr/>
        </p:nvSpPr>
        <p:spPr>
          <a:xfrm>
            <a:off x="5565151" y="3419528"/>
            <a:ext cx="1261123" cy="1979899"/>
          </a:xfrm>
          <a:prstGeom prst="rect">
            <a:avLst/>
          </a:prstGeom>
          <a:solidFill>
            <a:srgbClr val="FDDCA8">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Incentive &amp; Behavioural Modules:</a:t>
            </a:r>
          </a:p>
          <a:p>
            <a:endParaRPr lang="en-GB" sz="1050" noProof="0" dirty="0">
              <a:solidFill>
                <a:schemeClr val="tx1"/>
              </a:solidFill>
            </a:endParaRPr>
          </a:p>
          <a:p>
            <a:pPr marL="171450" indent="-171450">
              <a:buFontTx/>
              <a:buChar char="-"/>
            </a:pPr>
            <a:r>
              <a:rPr lang="en-GB" sz="1000" noProof="0" dirty="0">
                <a:solidFill>
                  <a:schemeClr val="tx1"/>
                </a:solidFill>
              </a:rPr>
              <a:t>Behavioural Dynamics</a:t>
            </a:r>
          </a:p>
          <a:p>
            <a:pPr marL="171450" indent="-171450">
              <a:buFontTx/>
              <a:buChar char="-"/>
            </a:pPr>
            <a:r>
              <a:rPr lang="en-GB" sz="1000" noProof="0" dirty="0">
                <a:solidFill>
                  <a:schemeClr val="tx1"/>
                </a:solidFill>
              </a:rPr>
              <a:t>Incentive Structures</a:t>
            </a:r>
          </a:p>
          <a:p>
            <a:pPr marL="171450" indent="-171450">
              <a:buFontTx/>
              <a:buChar char="-"/>
            </a:pPr>
            <a:r>
              <a:rPr lang="en-GB" sz="1000" noProof="0" dirty="0">
                <a:solidFill>
                  <a:schemeClr val="tx1"/>
                </a:solidFill>
              </a:rPr>
              <a:t>Social Influence &amp; Signals</a:t>
            </a:r>
          </a:p>
          <a:p>
            <a:pPr marL="171450" indent="-171450">
              <a:buFontTx/>
              <a:buChar char="-"/>
            </a:pPr>
            <a:r>
              <a:rPr lang="en-GB" sz="1000" noProof="0" dirty="0">
                <a:solidFill>
                  <a:schemeClr val="tx1"/>
                </a:solidFill>
              </a:rPr>
              <a:t>Behavioural Feedback Loops</a:t>
            </a:r>
          </a:p>
          <a:p>
            <a:endParaRPr lang="en-GB" sz="1050" noProof="0" dirty="0">
              <a:solidFill>
                <a:schemeClr val="tx1"/>
              </a:solidFill>
            </a:endParaRPr>
          </a:p>
        </p:txBody>
      </p:sp>
      <p:sp>
        <p:nvSpPr>
          <p:cNvPr id="29" name="Rectangle 28">
            <a:hlinkClick r:id="rId9" action="ppaction://hlinksldjump"/>
            <a:extLst>
              <a:ext uri="{FF2B5EF4-FFF2-40B4-BE49-F238E27FC236}">
                <a16:creationId xmlns:a16="http://schemas.microsoft.com/office/drawing/2014/main" id="{2634A9BB-58CB-8D06-83A7-4A596846294F}"/>
              </a:ext>
            </a:extLst>
          </p:cNvPr>
          <p:cNvSpPr/>
          <p:nvPr/>
        </p:nvSpPr>
        <p:spPr>
          <a:xfrm>
            <a:off x="6936032" y="3419527"/>
            <a:ext cx="1261123" cy="1979899"/>
          </a:xfrm>
          <a:prstGeom prst="rect">
            <a:avLst/>
          </a:prstGeom>
          <a:solidFill>
            <a:srgbClr val="C5B7B3">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Resource &amp; Infrastructure Modules:</a:t>
            </a:r>
          </a:p>
          <a:p>
            <a:endParaRPr lang="en-GB" sz="1050" noProof="0" dirty="0">
              <a:solidFill>
                <a:schemeClr val="tx1"/>
              </a:solidFill>
            </a:endParaRPr>
          </a:p>
          <a:p>
            <a:pPr marL="171450" indent="-171450">
              <a:buFontTx/>
              <a:buChar char="-"/>
            </a:pPr>
            <a:r>
              <a:rPr lang="en-GB" sz="1000" noProof="0" dirty="0">
                <a:solidFill>
                  <a:schemeClr val="tx1"/>
                </a:solidFill>
              </a:rPr>
              <a:t>Energy Systems</a:t>
            </a:r>
          </a:p>
          <a:p>
            <a:pPr marL="171450" indent="-171450">
              <a:buFontTx/>
              <a:buChar char="-"/>
            </a:pPr>
            <a:r>
              <a:rPr lang="en-GB" sz="1000" noProof="0" dirty="0">
                <a:solidFill>
                  <a:schemeClr val="tx1"/>
                </a:solidFill>
              </a:rPr>
              <a:t>Water Systems</a:t>
            </a:r>
          </a:p>
          <a:p>
            <a:pPr marL="171450" indent="-171450">
              <a:buFontTx/>
              <a:buChar char="-"/>
            </a:pPr>
            <a:r>
              <a:rPr lang="en-GB" sz="1000" noProof="0" dirty="0">
                <a:solidFill>
                  <a:schemeClr val="tx1"/>
                </a:solidFill>
              </a:rPr>
              <a:t>Material Systems</a:t>
            </a:r>
          </a:p>
          <a:p>
            <a:pPr marL="171450" indent="-171450">
              <a:buFontTx/>
              <a:buChar char="-"/>
            </a:pPr>
            <a:r>
              <a:rPr lang="en-GB" sz="1000" noProof="0" dirty="0">
                <a:solidFill>
                  <a:schemeClr val="tx1"/>
                </a:solidFill>
              </a:rPr>
              <a:t>Transport &amp; Logistics</a:t>
            </a:r>
          </a:p>
          <a:p>
            <a:pPr marL="171450" indent="-171450">
              <a:buFontTx/>
              <a:buChar char="-"/>
            </a:pPr>
            <a:r>
              <a:rPr lang="en-GB" sz="1000" noProof="0" dirty="0">
                <a:solidFill>
                  <a:schemeClr val="tx1"/>
                </a:solidFill>
              </a:rPr>
              <a:t>Digital Networks</a:t>
            </a:r>
          </a:p>
          <a:p>
            <a:pPr marL="171450" indent="-171450">
              <a:buFontTx/>
              <a:buChar char="-"/>
            </a:pPr>
            <a:r>
              <a:rPr lang="en-GB" sz="1000" noProof="0" dirty="0">
                <a:solidFill>
                  <a:schemeClr val="tx1"/>
                </a:solidFill>
              </a:rPr>
              <a:t>Utilities &amp; Grids</a:t>
            </a:r>
          </a:p>
          <a:p>
            <a:endParaRPr lang="en-GB" sz="1050" noProof="0" dirty="0">
              <a:solidFill>
                <a:schemeClr val="tx1"/>
              </a:solidFill>
            </a:endParaRPr>
          </a:p>
        </p:txBody>
      </p:sp>
      <p:sp>
        <p:nvSpPr>
          <p:cNvPr id="40" name="Rectangle 39">
            <a:hlinkClick r:id="rId10" action="ppaction://hlinksldjump"/>
            <a:extLst>
              <a:ext uri="{FF2B5EF4-FFF2-40B4-BE49-F238E27FC236}">
                <a16:creationId xmlns:a16="http://schemas.microsoft.com/office/drawing/2014/main" id="{3E7E8157-D98F-AB14-E856-E5B37C3E8102}"/>
              </a:ext>
            </a:extLst>
          </p:cNvPr>
          <p:cNvSpPr/>
          <p:nvPr/>
        </p:nvSpPr>
        <p:spPr>
          <a:xfrm>
            <a:off x="8305433" y="3419526"/>
            <a:ext cx="1261123" cy="1979899"/>
          </a:xfrm>
          <a:prstGeom prst="rect">
            <a:avLst/>
          </a:prstGeom>
          <a:solidFill>
            <a:srgbClr val="ABCBAD">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Planetary &amp; Ecological Modules:</a:t>
            </a:r>
          </a:p>
          <a:p>
            <a:endParaRPr lang="en-GB" sz="1050" noProof="0" dirty="0">
              <a:solidFill>
                <a:schemeClr val="tx1"/>
              </a:solidFill>
            </a:endParaRPr>
          </a:p>
          <a:p>
            <a:pPr marL="171450" indent="-171450">
              <a:buFontTx/>
              <a:buChar char="-"/>
            </a:pPr>
            <a:r>
              <a:rPr lang="en-GB" sz="1000" noProof="0" dirty="0">
                <a:solidFill>
                  <a:schemeClr val="tx1"/>
                </a:solidFill>
              </a:rPr>
              <a:t>Climate Systems</a:t>
            </a:r>
          </a:p>
          <a:p>
            <a:pPr marL="171450" indent="-171450">
              <a:buFontTx/>
              <a:buChar char="-"/>
            </a:pPr>
            <a:r>
              <a:rPr lang="en-GB" sz="1000" noProof="0" dirty="0">
                <a:solidFill>
                  <a:schemeClr val="tx1"/>
                </a:solidFill>
              </a:rPr>
              <a:t>Land &amp; Biodiversity</a:t>
            </a:r>
          </a:p>
          <a:p>
            <a:pPr marL="171450" indent="-171450">
              <a:buFontTx/>
              <a:buChar char="-"/>
            </a:pPr>
            <a:r>
              <a:rPr lang="en-GB" sz="1000" noProof="0" dirty="0">
                <a:solidFill>
                  <a:schemeClr val="tx1"/>
                </a:solidFill>
              </a:rPr>
              <a:t>Ecosystem Services</a:t>
            </a:r>
          </a:p>
          <a:p>
            <a:pPr marL="171450" indent="-171450">
              <a:buFontTx/>
              <a:buChar char="-"/>
            </a:pPr>
            <a:r>
              <a:rPr lang="en-GB" sz="1000" noProof="0" dirty="0">
                <a:solidFill>
                  <a:schemeClr val="tx1"/>
                </a:solidFill>
              </a:rPr>
              <a:t>Planetary Boundaries</a:t>
            </a:r>
          </a:p>
          <a:p>
            <a:endParaRPr lang="en-GB" sz="1050" noProof="0" dirty="0">
              <a:solidFill>
                <a:schemeClr val="tx1"/>
              </a:solidFill>
            </a:endParaRPr>
          </a:p>
        </p:txBody>
      </p:sp>
      <p:sp>
        <p:nvSpPr>
          <p:cNvPr id="42" name="Rectangle 41">
            <a:hlinkClick r:id="rId11" action="ppaction://hlinksldjump"/>
            <a:extLst>
              <a:ext uri="{FF2B5EF4-FFF2-40B4-BE49-F238E27FC236}">
                <a16:creationId xmlns:a16="http://schemas.microsoft.com/office/drawing/2014/main" id="{8CE40B59-0D72-E4C6-8D53-57B625CCF67F}"/>
              </a:ext>
            </a:extLst>
          </p:cNvPr>
          <p:cNvSpPr/>
          <p:nvPr/>
        </p:nvSpPr>
        <p:spPr>
          <a:xfrm>
            <a:off x="9668563" y="3419525"/>
            <a:ext cx="1261123" cy="1979899"/>
          </a:xfrm>
          <a:prstGeom prst="rect">
            <a:avLst/>
          </a:prstGeom>
          <a:solidFill>
            <a:srgbClr val="C3A4D7">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Meta-Integration Modules:</a:t>
            </a:r>
          </a:p>
          <a:p>
            <a:pPr algn="ctr"/>
            <a:endParaRPr lang="en-GB" sz="1050" noProof="0" dirty="0">
              <a:solidFill>
                <a:schemeClr val="tx1"/>
              </a:solidFill>
            </a:endParaRPr>
          </a:p>
          <a:p>
            <a:pPr marL="84138" indent="-73025">
              <a:buFontTx/>
              <a:buChar char="-"/>
            </a:pPr>
            <a:r>
              <a:rPr lang="en-GB" sz="1000" noProof="0" dirty="0">
                <a:solidFill>
                  <a:schemeClr val="tx1"/>
                </a:solidFill>
              </a:rPr>
              <a:t>Cross‑System Integration</a:t>
            </a:r>
          </a:p>
          <a:p>
            <a:pPr marL="84138" indent="-73025">
              <a:buFontTx/>
              <a:buChar char="-"/>
            </a:pPr>
            <a:r>
              <a:rPr lang="en-GB" sz="1000" noProof="0" dirty="0">
                <a:solidFill>
                  <a:schemeClr val="tx1"/>
                </a:solidFill>
              </a:rPr>
              <a:t>Dependency Mapping</a:t>
            </a:r>
          </a:p>
          <a:p>
            <a:pPr marL="84138" indent="-73025">
              <a:buFontTx/>
              <a:buChar char="-"/>
            </a:pPr>
            <a:r>
              <a:rPr lang="en-GB" sz="1000" noProof="0" dirty="0">
                <a:solidFill>
                  <a:schemeClr val="tx1"/>
                </a:solidFill>
              </a:rPr>
              <a:t>Feedback Systems</a:t>
            </a:r>
          </a:p>
          <a:p>
            <a:pPr marL="84138" indent="-73025">
              <a:buFontTx/>
              <a:buChar char="-"/>
            </a:pPr>
            <a:r>
              <a:rPr lang="en-GB" sz="1000" noProof="0" dirty="0" err="1">
                <a:solidFill>
                  <a:schemeClr val="tx1"/>
                </a:solidFill>
              </a:rPr>
              <a:t>CivOS</a:t>
            </a:r>
            <a:r>
              <a:rPr lang="en-GB" sz="1000" noProof="0" dirty="0">
                <a:solidFill>
                  <a:schemeClr val="tx1"/>
                </a:solidFill>
              </a:rPr>
              <a:t> Self‑Governance</a:t>
            </a:r>
          </a:p>
          <a:p>
            <a:endParaRPr lang="en-GB" sz="1050" noProof="0" dirty="0">
              <a:solidFill>
                <a:schemeClr val="tx1"/>
              </a:solidFill>
            </a:endParaRPr>
          </a:p>
        </p:txBody>
      </p:sp>
      <p:sp>
        <p:nvSpPr>
          <p:cNvPr id="44" name="Rectangle 43">
            <a:hlinkClick r:id="rId12" action="ppaction://hlinksldjump"/>
            <a:extLst>
              <a:ext uri="{FF2B5EF4-FFF2-40B4-BE49-F238E27FC236}">
                <a16:creationId xmlns:a16="http://schemas.microsoft.com/office/drawing/2014/main" id="{C47BDB00-A316-6932-6B94-ED36B37131F8}"/>
              </a:ext>
            </a:extLst>
          </p:cNvPr>
          <p:cNvSpPr/>
          <p:nvPr/>
        </p:nvSpPr>
        <p:spPr>
          <a:xfrm>
            <a:off x="11048678" y="3406532"/>
            <a:ext cx="1261123" cy="1979899"/>
          </a:xfrm>
          <a:prstGeom prst="rect">
            <a:avLst/>
          </a:prstGeom>
          <a:solidFill>
            <a:srgbClr val="00000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bg1"/>
                </a:solidFill>
              </a:rPr>
              <a:t>Minimum Viable Systems Modules:</a:t>
            </a:r>
          </a:p>
          <a:p>
            <a:pPr algn="ctr"/>
            <a:endParaRPr lang="en-GB" sz="1050" noProof="0" dirty="0">
              <a:solidFill>
                <a:schemeClr val="bg1"/>
              </a:solidFill>
            </a:endParaRPr>
          </a:p>
          <a:p>
            <a:pPr marL="84138" indent="-73025">
              <a:buFontTx/>
              <a:buChar char="-"/>
            </a:pPr>
            <a:r>
              <a:rPr lang="en-GB" sz="1000" noProof="0" dirty="0">
                <a:solidFill>
                  <a:schemeClr val="bg1"/>
                </a:solidFill>
              </a:rPr>
              <a:t>(MVGS)</a:t>
            </a:r>
          </a:p>
          <a:p>
            <a:pPr marL="84138" indent="-73025">
              <a:buFontTx/>
              <a:buChar char="-"/>
            </a:pPr>
            <a:r>
              <a:rPr lang="en-GB" sz="1000" noProof="0" dirty="0">
                <a:solidFill>
                  <a:schemeClr val="bg1"/>
                </a:solidFill>
              </a:rPr>
              <a:t>(MVES)</a:t>
            </a:r>
          </a:p>
          <a:p>
            <a:pPr marL="84138" indent="-73025">
              <a:buFontTx/>
              <a:buChar char="-"/>
            </a:pPr>
            <a:r>
              <a:rPr lang="en-GB" sz="1000" noProof="0" dirty="0">
                <a:solidFill>
                  <a:schemeClr val="bg1"/>
                </a:solidFill>
              </a:rPr>
              <a:t>(MVCS)</a:t>
            </a:r>
          </a:p>
          <a:p>
            <a:pPr marL="84138" indent="-73025">
              <a:buFontTx/>
              <a:buChar char="-"/>
            </a:pPr>
            <a:r>
              <a:rPr lang="en-GB" sz="1000" noProof="0" dirty="0">
                <a:solidFill>
                  <a:schemeClr val="bg1"/>
                </a:solidFill>
              </a:rPr>
              <a:t>(MVRS)</a:t>
            </a:r>
          </a:p>
          <a:p>
            <a:pPr marL="84138" indent="-73025">
              <a:buFontTx/>
              <a:buChar char="-"/>
            </a:pPr>
            <a:r>
              <a:rPr lang="en-GB" sz="1000" noProof="0" dirty="0">
                <a:solidFill>
                  <a:schemeClr val="bg1"/>
                </a:solidFill>
              </a:rPr>
              <a:t>(MVES‑Eco)</a:t>
            </a:r>
          </a:p>
          <a:p>
            <a:endParaRPr lang="en-GB" sz="1050" noProof="0" dirty="0">
              <a:solidFill>
                <a:schemeClr val="bg1"/>
              </a:solidFill>
            </a:endParaRPr>
          </a:p>
        </p:txBody>
      </p:sp>
      <p:sp>
        <p:nvSpPr>
          <p:cNvPr id="45" name="Rectangle 44">
            <a:hlinkClick r:id="rId13" action="ppaction://hlinksldjump"/>
            <a:extLst>
              <a:ext uri="{FF2B5EF4-FFF2-40B4-BE49-F238E27FC236}">
                <a16:creationId xmlns:a16="http://schemas.microsoft.com/office/drawing/2014/main" id="{76DD92CE-36CD-FA6D-F24B-7A18676B251B}"/>
              </a:ext>
            </a:extLst>
          </p:cNvPr>
          <p:cNvSpPr/>
          <p:nvPr/>
        </p:nvSpPr>
        <p:spPr>
          <a:xfrm>
            <a:off x="12415296" y="3401755"/>
            <a:ext cx="1261123" cy="1979899"/>
          </a:xfrm>
          <a:prstGeom prst="rect">
            <a:avLst/>
          </a:prstGeom>
          <a:solidFill>
            <a:srgbClr val="B5BDC1">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Standards Modules:</a:t>
            </a:r>
          </a:p>
          <a:p>
            <a:pPr algn="ctr"/>
            <a:endParaRPr lang="en-GB" sz="1050" noProof="0" dirty="0">
              <a:solidFill>
                <a:schemeClr val="tx1"/>
              </a:solidFill>
            </a:endParaRPr>
          </a:p>
          <a:p>
            <a:pPr marL="84138" indent="-73025">
              <a:buFontTx/>
              <a:buChar char="-"/>
            </a:pPr>
            <a:r>
              <a:rPr lang="en-GB" sz="1000" noProof="0" dirty="0">
                <a:solidFill>
                  <a:schemeClr val="tx1"/>
                </a:solidFill>
              </a:rPr>
              <a:t>Technical Standards</a:t>
            </a:r>
          </a:p>
          <a:p>
            <a:pPr marL="84138" indent="-73025">
              <a:buFontTx/>
              <a:buChar char="-"/>
            </a:pPr>
            <a:r>
              <a:rPr lang="en-GB" sz="1000" noProof="0" dirty="0">
                <a:solidFill>
                  <a:schemeClr val="tx1"/>
                </a:solidFill>
              </a:rPr>
              <a:t>Data Standards</a:t>
            </a:r>
          </a:p>
          <a:p>
            <a:pPr marL="84138" indent="-73025">
              <a:buFontTx/>
              <a:buChar char="-"/>
            </a:pPr>
            <a:r>
              <a:rPr lang="en-GB" sz="1000" noProof="0" dirty="0">
                <a:solidFill>
                  <a:schemeClr val="tx1"/>
                </a:solidFill>
              </a:rPr>
              <a:t>Governance Standards</a:t>
            </a:r>
          </a:p>
          <a:p>
            <a:pPr marL="84138" indent="-73025">
              <a:buFontTx/>
              <a:buChar char="-"/>
            </a:pPr>
            <a:r>
              <a:rPr lang="en-GB" sz="1000" noProof="0" dirty="0">
                <a:solidFill>
                  <a:schemeClr val="tx1"/>
                </a:solidFill>
              </a:rPr>
              <a:t>Interoperability Standards</a:t>
            </a:r>
          </a:p>
          <a:p>
            <a:pPr marL="84138" indent="-73025">
              <a:buFontTx/>
              <a:buChar char="-"/>
            </a:pPr>
            <a:r>
              <a:rPr lang="en-GB" sz="1000" noProof="0" dirty="0" err="1">
                <a:solidFill>
                  <a:schemeClr val="tx1"/>
                </a:solidFill>
              </a:rPr>
              <a:t>CivOS</a:t>
            </a:r>
            <a:r>
              <a:rPr lang="en-GB" sz="1000" noProof="0" dirty="0">
                <a:solidFill>
                  <a:schemeClr val="tx1"/>
                </a:solidFill>
              </a:rPr>
              <a:t> Design Principles</a:t>
            </a:r>
          </a:p>
          <a:p>
            <a:endParaRPr lang="en-GB" sz="1050" noProof="0" dirty="0">
              <a:solidFill>
                <a:schemeClr val="tx1"/>
              </a:solidFill>
            </a:endParaRPr>
          </a:p>
        </p:txBody>
      </p:sp>
      <p:sp>
        <p:nvSpPr>
          <p:cNvPr id="2" name="Rectangle 1">
            <a:hlinkClick r:id="rId14" action="ppaction://hlinksldjump"/>
            <a:extLst>
              <a:ext uri="{FF2B5EF4-FFF2-40B4-BE49-F238E27FC236}">
                <a16:creationId xmlns:a16="http://schemas.microsoft.com/office/drawing/2014/main" id="{283513D6-245D-5C23-DA3B-B17BECB81620}"/>
              </a:ext>
            </a:extLst>
          </p:cNvPr>
          <p:cNvSpPr/>
          <p:nvPr/>
        </p:nvSpPr>
        <p:spPr>
          <a:xfrm>
            <a:off x="93785" y="2276700"/>
            <a:ext cx="13582634" cy="973204"/>
          </a:xfrm>
          <a:prstGeom prst="rect">
            <a:avLst/>
          </a:prstGeom>
          <a:gradFill flip="none" rotWithShape="1">
            <a:gsLst>
              <a:gs pos="8000">
                <a:srgbClr val="BBC5CA"/>
              </a:gs>
              <a:gs pos="14000">
                <a:srgbClr val="E8A9A9"/>
              </a:gs>
              <a:gs pos="85000">
                <a:schemeClr val="tx1"/>
              </a:gs>
              <a:gs pos="76000">
                <a:srgbClr val="C3A4D7"/>
              </a:gs>
              <a:gs pos="65000">
                <a:srgbClr val="ABCBAD"/>
              </a:gs>
              <a:gs pos="58000">
                <a:srgbClr val="C5B7B3"/>
              </a:gs>
              <a:gs pos="42000">
                <a:srgbClr val="FDDCA8"/>
              </a:gs>
              <a:gs pos="36000">
                <a:srgbClr val="99D0CA"/>
              </a:gs>
              <a:gs pos="26000">
                <a:srgbClr val="A1C1E6"/>
              </a:gs>
              <a:gs pos="100000">
                <a:srgbClr val="B5BDC1"/>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200" noProof="0" dirty="0">
                <a:solidFill>
                  <a:schemeClr val="tx1"/>
                </a:solidFill>
              </a:rPr>
              <a:t>Cross- Family Interfaces</a:t>
            </a:r>
          </a:p>
          <a:p>
            <a:pPr marL="171450" indent="-171450" algn="ctr">
              <a:buFontTx/>
              <a:buChar char="-"/>
            </a:pPr>
            <a:r>
              <a:rPr lang="en-GB" sz="1200" noProof="0" dirty="0">
                <a:solidFill>
                  <a:schemeClr val="tx1"/>
                </a:solidFill>
              </a:rPr>
              <a:t>Write</a:t>
            </a:r>
          </a:p>
          <a:p>
            <a:pPr marL="171450" indent="-171450" algn="ctr">
              <a:buFontTx/>
              <a:buChar char="-"/>
            </a:pPr>
            <a:r>
              <a:rPr lang="en-GB" sz="1200" noProof="0" dirty="0">
                <a:solidFill>
                  <a:schemeClr val="tx1"/>
                </a:solidFill>
              </a:rPr>
              <a:t>Read</a:t>
            </a:r>
          </a:p>
          <a:p>
            <a:pPr marL="171450" indent="-171450" algn="ctr">
              <a:buFontTx/>
              <a:buChar char="-"/>
            </a:pPr>
            <a:r>
              <a:rPr lang="en-GB" sz="1200" noProof="0" dirty="0">
                <a:solidFill>
                  <a:schemeClr val="tx1"/>
                </a:solidFill>
              </a:rPr>
              <a:t>Event</a:t>
            </a:r>
          </a:p>
          <a:p>
            <a:pPr marL="171450" indent="-171450" algn="ctr">
              <a:buFontTx/>
              <a:buChar char="-"/>
            </a:pPr>
            <a:r>
              <a:rPr lang="en-GB" sz="1200" noProof="0" dirty="0">
                <a:solidFill>
                  <a:schemeClr val="tx1"/>
                </a:solidFill>
              </a:rPr>
              <a:t>Stream</a:t>
            </a:r>
          </a:p>
        </p:txBody>
      </p:sp>
      <p:sp>
        <p:nvSpPr>
          <p:cNvPr id="39" name="Rectangle 38">
            <a:hlinkClick r:id="rId15" action="ppaction://hlinksldjump"/>
            <a:extLst>
              <a:ext uri="{FF2B5EF4-FFF2-40B4-BE49-F238E27FC236}">
                <a16:creationId xmlns:a16="http://schemas.microsoft.com/office/drawing/2014/main" id="{4E29CEDD-6F32-817B-E013-DDFA9185332E}"/>
              </a:ext>
            </a:extLst>
          </p:cNvPr>
          <p:cNvSpPr/>
          <p:nvPr/>
        </p:nvSpPr>
        <p:spPr>
          <a:xfrm>
            <a:off x="81023" y="1094748"/>
            <a:ext cx="1261123" cy="1085877"/>
          </a:xfrm>
          <a:prstGeom prst="rect">
            <a:avLst/>
          </a:prstGeom>
          <a:solidFill>
            <a:srgbClr val="BBC5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Governance &amp; Oversight Applications</a:t>
            </a:r>
          </a:p>
          <a:p>
            <a:pPr algn="ctr"/>
            <a:r>
              <a:rPr lang="en-GB" sz="900" noProof="0" dirty="0">
                <a:solidFill>
                  <a:schemeClr val="tx1"/>
                </a:solidFill>
              </a:rPr>
              <a:t>(Decision, Institutional, Oversight, Participation)</a:t>
            </a:r>
          </a:p>
          <a:p>
            <a:pPr algn="ctr"/>
            <a:endParaRPr lang="en-GB" sz="900" noProof="0" dirty="0">
              <a:solidFill>
                <a:schemeClr val="tx1"/>
              </a:solidFill>
            </a:endParaRPr>
          </a:p>
        </p:txBody>
      </p:sp>
      <p:sp>
        <p:nvSpPr>
          <p:cNvPr id="46" name="Rectangle 45">
            <a:hlinkClick r:id="rId16" action="ppaction://hlinksldjump"/>
            <a:extLst>
              <a:ext uri="{FF2B5EF4-FFF2-40B4-BE49-F238E27FC236}">
                <a16:creationId xmlns:a16="http://schemas.microsoft.com/office/drawing/2014/main" id="{BF75A9AE-C991-F25B-D198-E7B7A22B4C9C}"/>
              </a:ext>
            </a:extLst>
          </p:cNvPr>
          <p:cNvSpPr/>
          <p:nvPr/>
        </p:nvSpPr>
        <p:spPr>
          <a:xfrm>
            <a:off x="1441962" y="1094418"/>
            <a:ext cx="1261123" cy="1085877"/>
          </a:xfrm>
          <a:prstGeom prst="rect">
            <a:avLst/>
          </a:prstGeom>
          <a:solidFill>
            <a:srgbClr val="E8A9A9">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Risk &amp; Coordination Applications (</a:t>
            </a:r>
            <a:r>
              <a:rPr lang="en-GB" sz="900" noProof="0" dirty="0">
                <a:solidFill>
                  <a:schemeClr val="tx1"/>
                </a:solidFill>
              </a:rPr>
              <a:t>Hazard, Coordination, Resilience, Emergency Response)</a:t>
            </a:r>
          </a:p>
        </p:txBody>
      </p:sp>
      <p:sp>
        <p:nvSpPr>
          <p:cNvPr id="47" name="Rectangle 46">
            <a:hlinkClick r:id="rId17" action="ppaction://hlinksldjump"/>
            <a:extLst>
              <a:ext uri="{FF2B5EF4-FFF2-40B4-BE49-F238E27FC236}">
                <a16:creationId xmlns:a16="http://schemas.microsoft.com/office/drawing/2014/main" id="{7173CC6D-A44D-BB3F-8E90-BCDF87E88637}"/>
              </a:ext>
            </a:extLst>
          </p:cNvPr>
          <p:cNvSpPr/>
          <p:nvPr/>
        </p:nvSpPr>
        <p:spPr>
          <a:xfrm>
            <a:off x="2815480" y="1093883"/>
            <a:ext cx="1261123" cy="1085877"/>
          </a:xfrm>
          <a:prstGeom prst="rect">
            <a:avLst/>
          </a:prstGeom>
          <a:solidFill>
            <a:srgbClr val="A1C1E6">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Data Integrity &amp; Audit Applications  (</a:t>
            </a:r>
            <a:r>
              <a:rPr lang="en-GB" sz="900" noProof="0" dirty="0">
                <a:solidFill>
                  <a:schemeClr val="tx1"/>
                </a:solidFill>
              </a:rPr>
              <a:t>Provenance, Validation, Audit, Quality)</a:t>
            </a:r>
          </a:p>
        </p:txBody>
      </p:sp>
      <p:sp>
        <p:nvSpPr>
          <p:cNvPr id="48" name="Rectangle 47">
            <a:hlinkClick r:id="rId18" action="ppaction://hlinksldjump"/>
            <a:extLst>
              <a:ext uri="{FF2B5EF4-FFF2-40B4-BE49-F238E27FC236}">
                <a16:creationId xmlns:a16="http://schemas.microsoft.com/office/drawing/2014/main" id="{1697DAA8-F449-3CA6-38AC-2C65C16223CB}"/>
              </a:ext>
            </a:extLst>
          </p:cNvPr>
          <p:cNvSpPr/>
          <p:nvPr/>
        </p:nvSpPr>
        <p:spPr>
          <a:xfrm>
            <a:off x="4191093" y="1093882"/>
            <a:ext cx="1261123" cy="1085877"/>
          </a:xfrm>
          <a:prstGeom prst="rect">
            <a:avLst/>
          </a:prstGeom>
          <a:solidFill>
            <a:srgbClr val="99D0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Civic Feedback &amp; Cultural Applications</a:t>
            </a:r>
            <a:r>
              <a:rPr lang="en-GB" sz="900" noProof="0" dirty="0">
                <a:solidFill>
                  <a:schemeClr val="tx1"/>
                </a:solidFill>
              </a:rPr>
              <a:t> (Sentiment, Narrative, Culture, Participation Signals)</a:t>
            </a:r>
          </a:p>
        </p:txBody>
      </p:sp>
      <p:sp>
        <p:nvSpPr>
          <p:cNvPr id="49" name="Rectangle 48">
            <a:hlinkClick r:id="rId19" action="ppaction://hlinksldjump"/>
            <a:extLst>
              <a:ext uri="{FF2B5EF4-FFF2-40B4-BE49-F238E27FC236}">
                <a16:creationId xmlns:a16="http://schemas.microsoft.com/office/drawing/2014/main" id="{B97962FA-9E74-B4C5-DC2F-F60E005FA9FE}"/>
              </a:ext>
            </a:extLst>
          </p:cNvPr>
          <p:cNvSpPr/>
          <p:nvPr/>
        </p:nvSpPr>
        <p:spPr>
          <a:xfrm>
            <a:off x="5565151" y="1093851"/>
            <a:ext cx="1261123" cy="1085877"/>
          </a:xfrm>
          <a:prstGeom prst="rect">
            <a:avLst/>
          </a:prstGeom>
          <a:solidFill>
            <a:srgbClr val="FDDCA8">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Incentives &amp; Behavioural App.  </a:t>
            </a:r>
            <a:r>
              <a:rPr lang="en-GB" sz="900" noProof="0" dirty="0">
                <a:solidFill>
                  <a:schemeClr val="tx1"/>
                </a:solidFill>
              </a:rPr>
              <a:t>(Behavioural Dynamics, Incentive Design, Influence Mapping, Impact Analysis)</a:t>
            </a:r>
          </a:p>
        </p:txBody>
      </p:sp>
      <p:sp>
        <p:nvSpPr>
          <p:cNvPr id="50" name="Rectangle 49">
            <a:hlinkClick r:id="rId20" action="ppaction://hlinksldjump"/>
            <a:extLst>
              <a:ext uri="{FF2B5EF4-FFF2-40B4-BE49-F238E27FC236}">
                <a16:creationId xmlns:a16="http://schemas.microsoft.com/office/drawing/2014/main" id="{B1D9B328-2B0C-DE9F-391B-11F46AB6086F}"/>
              </a:ext>
            </a:extLst>
          </p:cNvPr>
          <p:cNvSpPr/>
          <p:nvPr/>
        </p:nvSpPr>
        <p:spPr>
          <a:xfrm>
            <a:off x="6926090" y="1091149"/>
            <a:ext cx="1261123" cy="1085877"/>
          </a:xfrm>
          <a:prstGeom prst="rect">
            <a:avLst/>
          </a:prstGeom>
          <a:solidFill>
            <a:srgbClr val="C5B7B3">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Resource &amp; Infrastructure Applications</a:t>
            </a:r>
            <a:r>
              <a:rPr lang="en-GB" sz="900" noProof="0" dirty="0">
                <a:solidFill>
                  <a:schemeClr val="tx1"/>
                </a:solidFill>
              </a:rPr>
              <a:t>  (Resource Flows, Infrastructure Health, Continuity, Capacity Management)</a:t>
            </a:r>
          </a:p>
        </p:txBody>
      </p:sp>
      <p:sp>
        <p:nvSpPr>
          <p:cNvPr id="51" name="Rectangle 50">
            <a:hlinkClick r:id="rId21" action="ppaction://hlinksldjump"/>
            <a:extLst>
              <a:ext uri="{FF2B5EF4-FFF2-40B4-BE49-F238E27FC236}">
                <a16:creationId xmlns:a16="http://schemas.microsoft.com/office/drawing/2014/main" id="{4CFEE9C6-8B36-178B-3507-055BCC63BF42}"/>
              </a:ext>
            </a:extLst>
          </p:cNvPr>
          <p:cNvSpPr/>
          <p:nvPr/>
        </p:nvSpPr>
        <p:spPr>
          <a:xfrm>
            <a:off x="8302083" y="1091148"/>
            <a:ext cx="1261123" cy="1085877"/>
          </a:xfrm>
          <a:prstGeom prst="rect">
            <a:avLst/>
          </a:prstGeom>
          <a:solidFill>
            <a:srgbClr val="ABCBAD">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Planetary &amp; Ecological Applications  </a:t>
            </a:r>
            <a:r>
              <a:rPr lang="en-GB" sz="900" noProof="0" dirty="0">
                <a:solidFill>
                  <a:schemeClr val="tx1"/>
                </a:solidFill>
              </a:rPr>
              <a:t>(Boundaries, Biodiversity, Climate, Regeneration)</a:t>
            </a:r>
          </a:p>
        </p:txBody>
      </p:sp>
      <p:sp>
        <p:nvSpPr>
          <p:cNvPr id="52" name="Rectangle 51">
            <a:hlinkClick r:id="rId22" action="ppaction://hlinksldjump"/>
            <a:extLst>
              <a:ext uri="{FF2B5EF4-FFF2-40B4-BE49-F238E27FC236}">
                <a16:creationId xmlns:a16="http://schemas.microsoft.com/office/drawing/2014/main" id="{417F47FA-5282-09ED-2C76-9DCFDC018D4C}"/>
              </a:ext>
            </a:extLst>
          </p:cNvPr>
          <p:cNvSpPr/>
          <p:nvPr/>
        </p:nvSpPr>
        <p:spPr>
          <a:xfrm>
            <a:off x="9667789" y="1091147"/>
            <a:ext cx="1261123" cy="1085877"/>
          </a:xfrm>
          <a:prstGeom prst="rect">
            <a:avLst/>
          </a:prstGeom>
          <a:solidFill>
            <a:srgbClr val="C3A4D7">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Meta‑Integration Applications  </a:t>
            </a:r>
            <a:r>
              <a:rPr lang="en-GB" sz="900" noProof="0" dirty="0">
                <a:solidFill>
                  <a:schemeClr val="tx1"/>
                </a:solidFill>
              </a:rPr>
              <a:t>(Dependencies, Integration Health, Cross‑Family Feedback, System Mapping)</a:t>
            </a:r>
          </a:p>
        </p:txBody>
      </p:sp>
      <p:sp>
        <p:nvSpPr>
          <p:cNvPr id="53" name="Rectangle 52">
            <a:hlinkClick r:id="rId23" action="ppaction://hlinksldjump"/>
            <a:extLst>
              <a:ext uri="{FF2B5EF4-FFF2-40B4-BE49-F238E27FC236}">
                <a16:creationId xmlns:a16="http://schemas.microsoft.com/office/drawing/2014/main" id="{822A4ABC-BEAB-6C0D-F0EC-50A557309555}"/>
              </a:ext>
            </a:extLst>
          </p:cNvPr>
          <p:cNvSpPr/>
          <p:nvPr/>
        </p:nvSpPr>
        <p:spPr>
          <a:xfrm>
            <a:off x="11048677" y="1091146"/>
            <a:ext cx="1261123" cy="1085877"/>
          </a:xfrm>
          <a:prstGeom prst="rect">
            <a:avLst/>
          </a:prstGeom>
          <a:solidFill>
            <a:schemeClr val="tx1">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dirty="0"/>
              <a:t>Minimum Viable Systems Applications</a:t>
            </a:r>
            <a:r>
              <a:rPr lang="en-GB" sz="900" dirty="0"/>
              <a:t> (Identity, Ledger, Messaging, Core Protocols)</a:t>
            </a:r>
            <a:endParaRPr lang="en-GB" sz="900" noProof="0" dirty="0">
              <a:solidFill>
                <a:schemeClr val="bg1"/>
              </a:solidFill>
            </a:endParaRPr>
          </a:p>
        </p:txBody>
      </p:sp>
      <p:sp>
        <p:nvSpPr>
          <p:cNvPr id="54" name="Rectangle 53">
            <a:hlinkClick r:id="rId24" action="ppaction://hlinksldjump"/>
            <a:extLst>
              <a:ext uri="{FF2B5EF4-FFF2-40B4-BE49-F238E27FC236}">
                <a16:creationId xmlns:a16="http://schemas.microsoft.com/office/drawing/2014/main" id="{E461DC24-D5E7-C1B5-C0A4-037E13EDA458}"/>
              </a:ext>
            </a:extLst>
          </p:cNvPr>
          <p:cNvSpPr/>
          <p:nvPr/>
        </p:nvSpPr>
        <p:spPr>
          <a:xfrm>
            <a:off x="12415295" y="1102550"/>
            <a:ext cx="1261123" cy="1085877"/>
          </a:xfrm>
          <a:prstGeom prst="rect">
            <a:avLst/>
          </a:prstGeom>
          <a:solidFill>
            <a:srgbClr val="B5BDC1">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dirty="0">
                <a:solidFill>
                  <a:schemeClr val="tx1"/>
                </a:solidFill>
              </a:rPr>
              <a:t>Standards Applications  </a:t>
            </a:r>
            <a:r>
              <a:rPr lang="en-GB" sz="900" dirty="0">
                <a:solidFill>
                  <a:schemeClr val="tx1"/>
                </a:solidFill>
              </a:rPr>
              <a:t>(Schemas, Protocols, Compliance, Registries)</a:t>
            </a:r>
            <a:endParaRPr lang="en-GB" sz="900" noProof="0" dirty="0">
              <a:solidFill>
                <a:schemeClr val="tx1"/>
              </a:solidFill>
            </a:endParaRPr>
          </a:p>
        </p:txBody>
      </p:sp>
      <p:sp>
        <p:nvSpPr>
          <p:cNvPr id="55" name="Rectangle 54">
            <a:hlinkClick r:id="rId25" action="ppaction://hlinksldjump"/>
            <a:extLst>
              <a:ext uri="{FF2B5EF4-FFF2-40B4-BE49-F238E27FC236}">
                <a16:creationId xmlns:a16="http://schemas.microsoft.com/office/drawing/2014/main" id="{76825FAE-5E93-B4AA-E178-27BF3C4B4A96}"/>
              </a:ext>
            </a:extLst>
          </p:cNvPr>
          <p:cNvSpPr/>
          <p:nvPr/>
        </p:nvSpPr>
        <p:spPr>
          <a:xfrm>
            <a:off x="81022" y="-19869"/>
            <a:ext cx="1261123" cy="1085877"/>
          </a:xfrm>
          <a:prstGeom prst="rect">
            <a:avLst/>
          </a:prstGeom>
          <a:solidFill>
            <a:srgbClr val="BBC5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dirty="0">
                <a:solidFill>
                  <a:schemeClr val="tx1"/>
                </a:solidFill>
              </a:rPr>
              <a:t>Governance &amp; Oversight </a:t>
            </a:r>
            <a:r>
              <a:rPr lang="en-GB" sz="900" b="1">
                <a:solidFill>
                  <a:schemeClr val="tx1"/>
                </a:solidFill>
              </a:rPr>
              <a:t>Civic UX</a:t>
            </a:r>
            <a:endParaRPr lang="en-GB" sz="900" b="1" dirty="0">
              <a:solidFill>
                <a:schemeClr val="tx1"/>
              </a:solidFill>
            </a:endParaRPr>
          </a:p>
          <a:p>
            <a:pPr algn="ctr"/>
            <a:r>
              <a:rPr lang="en-GB" sz="900" dirty="0">
                <a:solidFill>
                  <a:schemeClr val="tx1"/>
                </a:solidFill>
              </a:rPr>
              <a:t>(Public Decisions, Institutional Transparency, Public Oversight, Participation)</a:t>
            </a:r>
          </a:p>
        </p:txBody>
      </p:sp>
      <p:sp>
        <p:nvSpPr>
          <p:cNvPr id="57" name="Rectangle 56">
            <a:hlinkClick r:id="rId26" action="ppaction://hlinksldjump"/>
            <a:extLst>
              <a:ext uri="{FF2B5EF4-FFF2-40B4-BE49-F238E27FC236}">
                <a16:creationId xmlns:a16="http://schemas.microsoft.com/office/drawing/2014/main" id="{E9312F6B-127B-7331-DC78-4F7058EC39B9}"/>
              </a:ext>
            </a:extLst>
          </p:cNvPr>
          <p:cNvSpPr/>
          <p:nvPr/>
        </p:nvSpPr>
        <p:spPr>
          <a:xfrm>
            <a:off x="1440524" y="-18796"/>
            <a:ext cx="1261123" cy="1085877"/>
          </a:xfrm>
          <a:prstGeom prst="rect">
            <a:avLst/>
          </a:prstGeom>
          <a:solidFill>
            <a:srgbClr val="E8A9A9">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dirty="0">
                <a:solidFill>
                  <a:schemeClr val="tx1"/>
                </a:solidFill>
              </a:rPr>
              <a:t>Risk &amp; Coordination Civic UX </a:t>
            </a:r>
          </a:p>
          <a:p>
            <a:pPr algn="ctr"/>
            <a:r>
              <a:rPr lang="en-GB" sz="900" dirty="0">
                <a:solidFill>
                  <a:schemeClr val="tx1"/>
                </a:solidFill>
              </a:rPr>
              <a:t>(Hazard Visibility, Public Alerts, Resilience Status, Emergency Guidance)</a:t>
            </a:r>
          </a:p>
        </p:txBody>
      </p:sp>
      <p:sp>
        <p:nvSpPr>
          <p:cNvPr id="58" name="Rectangle 57">
            <a:hlinkClick r:id="rId27" action="ppaction://hlinksldjump"/>
            <a:extLst>
              <a:ext uri="{FF2B5EF4-FFF2-40B4-BE49-F238E27FC236}">
                <a16:creationId xmlns:a16="http://schemas.microsoft.com/office/drawing/2014/main" id="{27CFE287-311A-1541-6365-AFD08F60491F}"/>
              </a:ext>
            </a:extLst>
          </p:cNvPr>
          <p:cNvSpPr/>
          <p:nvPr/>
        </p:nvSpPr>
        <p:spPr>
          <a:xfrm>
            <a:off x="2814042" y="-19331"/>
            <a:ext cx="1261123" cy="1085877"/>
          </a:xfrm>
          <a:prstGeom prst="rect">
            <a:avLst/>
          </a:prstGeom>
          <a:solidFill>
            <a:srgbClr val="A1C1E6">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Data Integrity &amp; Audit Civic UX</a:t>
            </a:r>
          </a:p>
          <a:p>
            <a:pPr algn="ctr"/>
            <a:r>
              <a:rPr lang="en-GB" sz="900" noProof="0" dirty="0">
                <a:solidFill>
                  <a:schemeClr val="tx1"/>
                </a:solidFill>
              </a:rPr>
              <a:t>(Provenance Visibility, Data Quality Status, Public Audit Trails, Integrity Reports)</a:t>
            </a:r>
          </a:p>
        </p:txBody>
      </p:sp>
      <p:sp>
        <p:nvSpPr>
          <p:cNvPr id="59" name="Rectangle 58">
            <a:hlinkClick r:id="rId28" action="ppaction://hlinksldjump"/>
            <a:extLst>
              <a:ext uri="{FF2B5EF4-FFF2-40B4-BE49-F238E27FC236}">
                <a16:creationId xmlns:a16="http://schemas.microsoft.com/office/drawing/2014/main" id="{81C50424-2EC6-83EA-7C36-061C06BBAD55}"/>
              </a:ext>
            </a:extLst>
          </p:cNvPr>
          <p:cNvSpPr/>
          <p:nvPr/>
        </p:nvSpPr>
        <p:spPr>
          <a:xfrm>
            <a:off x="4189655" y="-19332"/>
            <a:ext cx="1261123" cy="1085877"/>
          </a:xfrm>
          <a:prstGeom prst="rect">
            <a:avLst/>
          </a:prstGeom>
          <a:solidFill>
            <a:srgbClr val="99D0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Civic Feedback &amp; Cultural Civic UX</a:t>
            </a:r>
          </a:p>
          <a:p>
            <a:pPr algn="ctr"/>
            <a:r>
              <a:rPr lang="en-GB" sz="900" noProof="0" dirty="0">
                <a:solidFill>
                  <a:schemeClr val="tx1"/>
                </a:solidFill>
              </a:rPr>
              <a:t>(Sentiment Insights, Narrative Trends, Cultural Signals, Participation Patterns)</a:t>
            </a:r>
          </a:p>
        </p:txBody>
      </p:sp>
      <p:sp>
        <p:nvSpPr>
          <p:cNvPr id="60" name="Rectangle 59">
            <a:hlinkClick r:id="rId29" action="ppaction://hlinksldjump"/>
            <a:extLst>
              <a:ext uri="{FF2B5EF4-FFF2-40B4-BE49-F238E27FC236}">
                <a16:creationId xmlns:a16="http://schemas.microsoft.com/office/drawing/2014/main" id="{2D48B7DC-D848-6294-5C44-390DFB20DC3D}"/>
              </a:ext>
            </a:extLst>
          </p:cNvPr>
          <p:cNvSpPr/>
          <p:nvPr/>
        </p:nvSpPr>
        <p:spPr>
          <a:xfrm>
            <a:off x="5563713" y="-19363"/>
            <a:ext cx="1261123" cy="1085877"/>
          </a:xfrm>
          <a:prstGeom prst="rect">
            <a:avLst/>
          </a:prstGeom>
          <a:solidFill>
            <a:srgbClr val="FDDCA8">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Incentives &amp; Behavioural Civic UX</a:t>
            </a:r>
          </a:p>
          <a:p>
            <a:pPr algn="ctr"/>
            <a:r>
              <a:rPr lang="en-GB" sz="900" noProof="0" dirty="0">
                <a:solidFill>
                  <a:schemeClr val="tx1"/>
                </a:solidFill>
              </a:rPr>
              <a:t>(Behaviour Insights, Incentive Effects, Influence Maps, Impact Summaries)</a:t>
            </a:r>
          </a:p>
        </p:txBody>
      </p:sp>
      <p:sp>
        <p:nvSpPr>
          <p:cNvPr id="61" name="Rectangle 60">
            <a:hlinkClick r:id="rId30" action="ppaction://hlinksldjump"/>
            <a:extLst>
              <a:ext uri="{FF2B5EF4-FFF2-40B4-BE49-F238E27FC236}">
                <a16:creationId xmlns:a16="http://schemas.microsoft.com/office/drawing/2014/main" id="{2D1EB99E-46B3-B397-07F9-346450C4B05F}"/>
              </a:ext>
            </a:extLst>
          </p:cNvPr>
          <p:cNvSpPr/>
          <p:nvPr/>
        </p:nvSpPr>
        <p:spPr>
          <a:xfrm>
            <a:off x="6924652" y="-22065"/>
            <a:ext cx="1261123" cy="1085877"/>
          </a:xfrm>
          <a:prstGeom prst="rect">
            <a:avLst/>
          </a:prstGeom>
          <a:solidFill>
            <a:srgbClr val="C5B7B3">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dirty="0">
                <a:solidFill>
                  <a:schemeClr val="tx1"/>
                </a:solidFill>
              </a:rPr>
              <a:t>Resource &amp; Infrastructure Civic UX </a:t>
            </a:r>
          </a:p>
          <a:p>
            <a:pPr algn="ctr"/>
            <a:r>
              <a:rPr lang="en-GB" sz="900" dirty="0">
                <a:solidFill>
                  <a:schemeClr val="tx1"/>
                </a:solidFill>
              </a:rPr>
              <a:t>(Resource Status, Infrastructure Health, Continuity Indicators, Capacity Insights</a:t>
            </a:r>
            <a:r>
              <a:rPr lang="en-GB" sz="900" b="1" dirty="0">
                <a:solidFill>
                  <a:schemeClr val="tx1"/>
                </a:solidFill>
              </a:rPr>
              <a:t>)</a:t>
            </a:r>
            <a:endParaRPr lang="en-GB" sz="900" noProof="0" dirty="0">
              <a:solidFill>
                <a:schemeClr val="tx1"/>
              </a:solidFill>
            </a:endParaRPr>
          </a:p>
        </p:txBody>
      </p:sp>
      <p:sp>
        <p:nvSpPr>
          <p:cNvPr id="62" name="Rectangle 61">
            <a:hlinkClick r:id="rId31" action="ppaction://hlinksldjump"/>
            <a:extLst>
              <a:ext uri="{FF2B5EF4-FFF2-40B4-BE49-F238E27FC236}">
                <a16:creationId xmlns:a16="http://schemas.microsoft.com/office/drawing/2014/main" id="{7593A0FA-EF77-4FA2-B851-7489884E43C1}"/>
              </a:ext>
            </a:extLst>
          </p:cNvPr>
          <p:cNvSpPr/>
          <p:nvPr/>
        </p:nvSpPr>
        <p:spPr>
          <a:xfrm>
            <a:off x="8300645" y="-22066"/>
            <a:ext cx="1261123" cy="1085877"/>
          </a:xfrm>
          <a:prstGeom prst="rect">
            <a:avLst/>
          </a:prstGeom>
          <a:solidFill>
            <a:srgbClr val="ABCBAD">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Planetary &amp; Ecological Civic UX</a:t>
            </a:r>
          </a:p>
          <a:p>
            <a:pPr algn="ctr"/>
            <a:r>
              <a:rPr lang="en-GB" sz="900" noProof="0" dirty="0">
                <a:solidFill>
                  <a:schemeClr val="tx1"/>
                </a:solidFill>
              </a:rPr>
              <a:t>(Boundary Status, Biodiversity Health, Climate Indicators, Regeneration Progress)</a:t>
            </a:r>
          </a:p>
        </p:txBody>
      </p:sp>
      <p:sp>
        <p:nvSpPr>
          <p:cNvPr id="63" name="Rectangle 62">
            <a:hlinkClick r:id="rId32" action="ppaction://hlinksldjump"/>
            <a:extLst>
              <a:ext uri="{FF2B5EF4-FFF2-40B4-BE49-F238E27FC236}">
                <a16:creationId xmlns:a16="http://schemas.microsoft.com/office/drawing/2014/main" id="{D3E5DB68-2B58-2F7F-B71F-6D1CAA37B23C}"/>
              </a:ext>
            </a:extLst>
          </p:cNvPr>
          <p:cNvSpPr/>
          <p:nvPr/>
        </p:nvSpPr>
        <p:spPr>
          <a:xfrm>
            <a:off x="9666351" y="-22067"/>
            <a:ext cx="1261123" cy="1085877"/>
          </a:xfrm>
          <a:prstGeom prst="rect">
            <a:avLst/>
          </a:prstGeom>
          <a:solidFill>
            <a:srgbClr val="C3A4D7">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noProof="0" dirty="0">
                <a:solidFill>
                  <a:schemeClr val="tx1"/>
                </a:solidFill>
              </a:rPr>
              <a:t>Meta‑Integration Civic UX</a:t>
            </a:r>
          </a:p>
          <a:p>
            <a:pPr algn="ctr"/>
            <a:r>
              <a:rPr lang="en-GB" sz="900" noProof="0" dirty="0">
                <a:solidFill>
                  <a:schemeClr val="tx1"/>
                </a:solidFill>
              </a:rPr>
              <a:t>(System Maps, Dependency Views, Cross‑Family Effects, Integration Health)</a:t>
            </a:r>
          </a:p>
        </p:txBody>
      </p:sp>
      <p:sp>
        <p:nvSpPr>
          <p:cNvPr id="64" name="Rectangle 63">
            <a:hlinkClick r:id="rId33" action="ppaction://hlinksldjump"/>
            <a:extLst>
              <a:ext uri="{FF2B5EF4-FFF2-40B4-BE49-F238E27FC236}">
                <a16:creationId xmlns:a16="http://schemas.microsoft.com/office/drawing/2014/main" id="{D40EDA57-90CC-7FDC-E658-6EF91403C794}"/>
              </a:ext>
            </a:extLst>
          </p:cNvPr>
          <p:cNvSpPr/>
          <p:nvPr/>
        </p:nvSpPr>
        <p:spPr>
          <a:xfrm>
            <a:off x="11047239" y="-22068"/>
            <a:ext cx="1261123" cy="1085877"/>
          </a:xfrm>
          <a:prstGeom prst="rect">
            <a:avLst/>
          </a:prstGeom>
          <a:solidFill>
            <a:schemeClr val="tx1">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dirty="0"/>
              <a:t>Minimum Viable Systems Civic UX</a:t>
            </a:r>
          </a:p>
          <a:p>
            <a:pPr algn="ctr"/>
            <a:r>
              <a:rPr lang="en-GB" sz="900" dirty="0"/>
              <a:t>(Identity Status, Core Records, Messaging Health, Protocol Transparency)</a:t>
            </a:r>
            <a:endParaRPr lang="en-GB" sz="900" noProof="0" dirty="0">
              <a:solidFill>
                <a:schemeClr val="bg1"/>
              </a:solidFill>
            </a:endParaRPr>
          </a:p>
        </p:txBody>
      </p:sp>
      <p:sp>
        <p:nvSpPr>
          <p:cNvPr id="65" name="Rectangle 64">
            <a:hlinkClick r:id="rId34" action="ppaction://hlinksldjump"/>
            <a:extLst>
              <a:ext uri="{FF2B5EF4-FFF2-40B4-BE49-F238E27FC236}">
                <a16:creationId xmlns:a16="http://schemas.microsoft.com/office/drawing/2014/main" id="{494F8BE1-4EC3-4797-1C7C-21F590DCEDD4}"/>
              </a:ext>
            </a:extLst>
          </p:cNvPr>
          <p:cNvSpPr/>
          <p:nvPr/>
        </p:nvSpPr>
        <p:spPr>
          <a:xfrm>
            <a:off x="12413857" y="-10664"/>
            <a:ext cx="1261123" cy="1085877"/>
          </a:xfrm>
          <a:prstGeom prst="rect">
            <a:avLst/>
          </a:prstGeom>
          <a:solidFill>
            <a:srgbClr val="B5BDC1">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900" b="1" dirty="0">
                <a:solidFill>
                  <a:schemeClr val="tx1"/>
                </a:solidFill>
              </a:rPr>
              <a:t>Standards Civic UX</a:t>
            </a:r>
          </a:p>
          <a:p>
            <a:pPr algn="ctr"/>
            <a:r>
              <a:rPr lang="en-GB" sz="900" dirty="0">
                <a:solidFill>
                  <a:schemeClr val="tx1"/>
                </a:solidFill>
              </a:rPr>
              <a:t>(Schemas, Protocols, Compliance Status, Public Registries)</a:t>
            </a:r>
            <a:endParaRPr lang="en-GB" sz="900" noProof="0" dirty="0">
              <a:solidFill>
                <a:schemeClr val="tx1"/>
              </a:solidFill>
            </a:endParaRPr>
          </a:p>
        </p:txBody>
      </p:sp>
      <p:sp>
        <p:nvSpPr>
          <p:cNvPr id="32" name="Rectangle 31">
            <a:hlinkClick r:id="rId14" action="ppaction://hlinksldjump"/>
            <a:extLst>
              <a:ext uri="{FF2B5EF4-FFF2-40B4-BE49-F238E27FC236}">
                <a16:creationId xmlns:a16="http://schemas.microsoft.com/office/drawing/2014/main" id="{2E779003-F8E3-6D79-73B8-FE0F68E21CA4}"/>
              </a:ext>
            </a:extLst>
          </p:cNvPr>
          <p:cNvSpPr/>
          <p:nvPr/>
        </p:nvSpPr>
        <p:spPr>
          <a:xfrm>
            <a:off x="92346" y="7090427"/>
            <a:ext cx="13582634" cy="973204"/>
          </a:xfrm>
          <a:prstGeom prst="rect">
            <a:avLst/>
          </a:prstGeom>
          <a:gradFill flip="none" rotWithShape="1">
            <a:gsLst>
              <a:gs pos="8000">
                <a:srgbClr val="BBC5CA"/>
              </a:gs>
              <a:gs pos="14000">
                <a:srgbClr val="E8A9A9"/>
              </a:gs>
              <a:gs pos="85000">
                <a:schemeClr val="tx1"/>
              </a:gs>
              <a:gs pos="76000">
                <a:srgbClr val="C3A4D7"/>
              </a:gs>
              <a:gs pos="65000">
                <a:srgbClr val="ABCBAD"/>
              </a:gs>
              <a:gs pos="58000">
                <a:srgbClr val="C5B7B3"/>
              </a:gs>
              <a:gs pos="42000">
                <a:srgbClr val="FDDCA8"/>
              </a:gs>
              <a:gs pos="36000">
                <a:srgbClr val="99D0CA"/>
              </a:gs>
              <a:gs pos="26000">
                <a:srgbClr val="A1C1E6"/>
              </a:gs>
              <a:gs pos="100000">
                <a:srgbClr val="B5BDC1"/>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b="1" noProof="0" dirty="0">
                <a:solidFill>
                  <a:schemeClr val="tx1"/>
                </a:solidFill>
              </a:rPr>
              <a:t>Standards (Universal, Cross-family)</a:t>
            </a:r>
          </a:p>
        </p:txBody>
      </p:sp>
    </p:spTree>
    <p:extLst>
      <p:ext uri="{BB962C8B-B14F-4D97-AF65-F5344CB8AC3E}">
        <p14:creationId xmlns:p14="http://schemas.microsoft.com/office/powerpoint/2010/main" val="53315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26"/>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2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2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2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40"/>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2"/>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44"/>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3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grpId="0" nodeType="clickEffect">
                                  <p:stCondLst>
                                    <p:cond delay="0"/>
                                  </p:stCondLst>
                                  <p:childTnLst>
                                    <p:set>
                                      <p:cBhvr>
                                        <p:cTn id="126" dur="1" fill="hold">
                                          <p:stCondLst>
                                            <p:cond delay="0"/>
                                          </p:stCondLst>
                                        </p:cTn>
                                        <p:tgtEl>
                                          <p:spTgt spid="46"/>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47"/>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48"/>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9"/>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50"/>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5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52"/>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grpId="0" nodeType="clickEffect">
                                  <p:stCondLst>
                                    <p:cond delay="0"/>
                                  </p:stCondLst>
                                  <p:childTnLst>
                                    <p:set>
                                      <p:cBhvr>
                                        <p:cTn id="154" dur="1" fill="hold">
                                          <p:stCondLst>
                                            <p:cond delay="0"/>
                                          </p:stCondLst>
                                        </p:cTn>
                                        <p:tgtEl>
                                          <p:spTgt spid="53"/>
                                        </p:tgtEl>
                                        <p:attrNameLst>
                                          <p:attrName>style.visibility</p:attrName>
                                        </p:attrNameLst>
                                      </p:cBhvr>
                                      <p:to>
                                        <p:strVal val="visible"/>
                                      </p:to>
                                    </p:set>
                                  </p:childTnLst>
                                </p:cTn>
                              </p:par>
                            </p:childTnLst>
                          </p:cTn>
                        </p:par>
                      </p:childTnLst>
                    </p:cTn>
                  </p:par>
                  <p:par>
                    <p:cTn id="155" fill="hold">
                      <p:stCondLst>
                        <p:cond delay="indefinite"/>
                      </p:stCondLst>
                      <p:childTnLst>
                        <p:par>
                          <p:cTn id="156" fill="hold">
                            <p:stCondLst>
                              <p:cond delay="0"/>
                            </p:stCondLst>
                            <p:childTnLst>
                              <p:par>
                                <p:cTn id="157" presetID="1" presetClass="entr" presetSubtype="0" fill="hold" grpId="0" nodeType="clickEffect">
                                  <p:stCondLst>
                                    <p:cond delay="0"/>
                                  </p:stCondLst>
                                  <p:childTnLst>
                                    <p:set>
                                      <p:cBhvr>
                                        <p:cTn id="158" dur="1" fill="hold">
                                          <p:stCondLst>
                                            <p:cond delay="0"/>
                                          </p:stCondLst>
                                        </p:cTn>
                                        <p:tgtEl>
                                          <p:spTgt spid="54"/>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5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57"/>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58"/>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1" presetClass="entr" presetSubtype="0" fill="hold" grpId="0" nodeType="clickEffect">
                                  <p:stCondLst>
                                    <p:cond delay="0"/>
                                  </p:stCondLst>
                                  <p:childTnLst>
                                    <p:set>
                                      <p:cBhvr>
                                        <p:cTn id="174" dur="1" fill="hold">
                                          <p:stCondLst>
                                            <p:cond delay="0"/>
                                          </p:stCondLst>
                                        </p:cTn>
                                        <p:tgtEl>
                                          <p:spTgt spid="59"/>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60"/>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presetID="1" presetClass="entr" presetSubtype="0" fill="hold" grpId="0" nodeType="clickEffect">
                                  <p:stCondLst>
                                    <p:cond delay="0"/>
                                  </p:stCondLst>
                                  <p:childTnLst>
                                    <p:set>
                                      <p:cBhvr>
                                        <p:cTn id="182" dur="1" fill="hold">
                                          <p:stCondLst>
                                            <p:cond delay="0"/>
                                          </p:stCondLst>
                                        </p:cTn>
                                        <p:tgtEl>
                                          <p:spTgt spid="61"/>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62"/>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presetID="1" presetClass="entr" presetSubtype="0" fill="hold" grpId="0" nodeType="clickEffect">
                                  <p:stCondLst>
                                    <p:cond delay="0"/>
                                  </p:stCondLst>
                                  <p:childTnLst>
                                    <p:set>
                                      <p:cBhvr>
                                        <p:cTn id="190" dur="1" fill="hold">
                                          <p:stCondLst>
                                            <p:cond delay="0"/>
                                          </p:stCondLst>
                                        </p:cTn>
                                        <p:tgtEl>
                                          <p:spTgt spid="63"/>
                                        </p:tgtEl>
                                        <p:attrNameLst>
                                          <p:attrName>style.visibility</p:attrName>
                                        </p:attrNameLst>
                                      </p:cBhvr>
                                      <p:to>
                                        <p:strVal val="visible"/>
                                      </p:to>
                                    </p:set>
                                  </p:childTnLst>
                                </p:cTn>
                              </p:par>
                            </p:childTnLst>
                          </p:cTn>
                        </p:par>
                      </p:childTnLst>
                    </p:cTn>
                  </p:par>
                  <p:par>
                    <p:cTn id="191" fill="hold">
                      <p:stCondLst>
                        <p:cond delay="indefinite"/>
                      </p:stCondLst>
                      <p:childTnLst>
                        <p:par>
                          <p:cTn id="192" fill="hold">
                            <p:stCondLst>
                              <p:cond delay="0"/>
                            </p:stCondLst>
                            <p:childTnLst>
                              <p:par>
                                <p:cTn id="193" presetID="1" presetClass="entr" presetSubtype="0" fill="hold" grpId="0" nodeType="clickEffect">
                                  <p:stCondLst>
                                    <p:cond delay="0"/>
                                  </p:stCondLst>
                                  <p:childTnLst>
                                    <p:set>
                                      <p:cBhvr>
                                        <p:cTn id="194" dur="1" fill="hold">
                                          <p:stCondLst>
                                            <p:cond delay="0"/>
                                          </p:stCondLst>
                                        </p:cTn>
                                        <p:tgtEl>
                                          <p:spTgt spid="64"/>
                                        </p:tgtEl>
                                        <p:attrNameLst>
                                          <p:attrName>style.visibility</p:attrName>
                                        </p:attrNameLst>
                                      </p:cBhvr>
                                      <p:to>
                                        <p:strVal val="visible"/>
                                      </p:to>
                                    </p:set>
                                  </p:childTnLst>
                                </p:cTn>
                              </p:par>
                            </p:childTnLst>
                          </p:cTn>
                        </p:par>
                      </p:childTnLst>
                    </p:cTn>
                  </p:par>
                  <p:par>
                    <p:cTn id="195" fill="hold">
                      <p:stCondLst>
                        <p:cond delay="indefinite"/>
                      </p:stCondLst>
                      <p:childTnLst>
                        <p:par>
                          <p:cTn id="196" fill="hold">
                            <p:stCondLst>
                              <p:cond delay="0"/>
                            </p:stCondLst>
                            <p:childTnLst>
                              <p:par>
                                <p:cTn id="197" presetID="1" presetClass="entr" presetSubtype="0" fill="hold" grpId="0" nodeType="clickEffect">
                                  <p:stCondLst>
                                    <p:cond delay="0"/>
                                  </p:stCondLst>
                                  <p:childTnLst>
                                    <p:set>
                                      <p:cBhvr>
                                        <p:cTn id="198"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22" grpId="0" animBg="1"/>
      <p:bldP spid="24" grpId="0" animBg="1"/>
      <p:bldP spid="21" grpId="0" animBg="1"/>
      <p:bldP spid="23" grpId="0" animBg="1"/>
      <p:bldP spid="30" grpId="0" animBg="1"/>
      <p:bldP spid="31" grpId="0" animBg="1"/>
      <p:bldP spid="34" grpId="0" animBg="1"/>
      <p:bldP spid="35" grpId="0" animBg="1"/>
      <p:bldP spid="33" grpId="0" animBg="1"/>
      <p:bldP spid="36" grpId="0" animBg="1"/>
      <p:bldP spid="20" grpId="0" animBg="1"/>
      <p:bldP spid="25" grpId="0" animBg="1"/>
      <p:bldP spid="26" grpId="0" animBg="1"/>
      <p:bldP spid="27" grpId="0" animBg="1"/>
      <p:bldP spid="28" grpId="0" animBg="1"/>
      <p:bldP spid="29" grpId="0" animBg="1"/>
      <p:bldP spid="40" grpId="0" animBg="1"/>
      <p:bldP spid="42" grpId="0" animBg="1"/>
      <p:bldP spid="44" grpId="0" animBg="1"/>
      <p:bldP spid="45" grpId="0" animBg="1"/>
      <p:bldP spid="2" grpId="0" animBg="1"/>
      <p:bldP spid="39"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7" grpId="0" animBg="1"/>
      <p:bldP spid="58" grpId="0" animBg="1"/>
      <p:bldP spid="59" grpId="0" animBg="1"/>
      <p:bldP spid="60" grpId="0" animBg="1"/>
      <p:bldP spid="61" grpId="0" animBg="1"/>
      <p:bldP spid="62" grpId="0" animBg="1"/>
      <p:bldP spid="63" grpId="0" animBg="1"/>
      <p:bldP spid="64" grpId="0" animBg="1"/>
      <p:bldP spid="65" grpId="0" animBg="1"/>
      <p:bldP spid="3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73A03412-BE35-B43F-DB04-BC80772809F0}"/>
              </a:ext>
            </a:extLst>
          </p:cNvPr>
          <p:cNvGraphicFramePr>
            <a:graphicFrameLocks noGrp="1"/>
          </p:cNvGraphicFramePr>
          <p:nvPr>
            <p:extLst>
              <p:ext uri="{D42A27DB-BD31-4B8C-83A1-F6EECF244321}">
                <p14:modId xmlns:p14="http://schemas.microsoft.com/office/powerpoint/2010/main" val="2149894301"/>
              </p:ext>
            </p:extLst>
          </p:nvPr>
        </p:nvGraphicFramePr>
        <p:xfrm>
          <a:off x="0" y="689318"/>
          <a:ext cx="15840075" cy="7244864"/>
        </p:xfrm>
        <a:graphic>
          <a:graphicData uri="http://schemas.openxmlformats.org/drawingml/2006/table">
            <a:tbl>
              <a:tblPr firstRow="1" firstCol="1">
                <a:tableStyleId>{5C22544A-7EE6-4342-B048-85BDC9FD1C3A}</a:tableStyleId>
              </a:tblPr>
              <a:tblGrid>
                <a:gridCol w="2948014">
                  <a:extLst>
                    <a:ext uri="{9D8B030D-6E8A-4147-A177-3AD203B41FA5}">
                      <a16:colId xmlns:a16="http://schemas.microsoft.com/office/drawing/2014/main" val="3652301046"/>
                    </a:ext>
                  </a:extLst>
                </a:gridCol>
                <a:gridCol w="12892061">
                  <a:extLst>
                    <a:ext uri="{9D8B030D-6E8A-4147-A177-3AD203B41FA5}">
                      <a16:colId xmlns:a16="http://schemas.microsoft.com/office/drawing/2014/main" val="3313351761"/>
                    </a:ext>
                  </a:extLst>
                </a:gridCol>
              </a:tblGrid>
              <a:tr h="658624">
                <a:tc>
                  <a:txBody>
                    <a:bodyPr/>
                    <a:lstStyle/>
                    <a:p>
                      <a:pPr algn="l" fontAlgn="b">
                        <a:buNone/>
                      </a:pPr>
                      <a:r>
                        <a:rPr lang="en-GB" sz="1800" b="0" u="none" strike="noStrike" dirty="0">
                          <a:solidFill>
                            <a:schemeClr val="tx1"/>
                          </a:solidFill>
                          <a:effectLst/>
                        </a:rPr>
                        <a:t>Family</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chemeClr val="tx1"/>
                          </a:solidFill>
                          <a:effectLst/>
                        </a:rPr>
                        <a:t>Level 2 Description</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extLst>
                  <a:ext uri="{0D108BD9-81ED-4DB2-BD59-A6C34878D82A}">
                    <a16:rowId xmlns:a16="http://schemas.microsoft.com/office/drawing/2014/main" val="4206003155"/>
                  </a:ext>
                </a:extLst>
              </a:tr>
              <a:tr h="658624">
                <a:tc>
                  <a:txBody>
                    <a:bodyPr/>
                    <a:lstStyle/>
                    <a:p>
                      <a:pPr algn="l" fontAlgn="b">
                        <a:buNone/>
                      </a:pPr>
                      <a:r>
                        <a:rPr lang="en-GB" sz="1800" b="0" u="none" strike="noStrike" dirty="0">
                          <a:solidFill>
                            <a:schemeClr val="tx1"/>
                          </a:solidFill>
                          <a:effectLst/>
                        </a:rPr>
                        <a:t>Governance &amp; Oversight</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define how decisions are made, who holds authority, how oversight works and how participation is structured.</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457813540"/>
                  </a:ext>
                </a:extLst>
              </a:tr>
              <a:tr h="658624">
                <a:tc>
                  <a:txBody>
                    <a:bodyPr/>
                    <a:lstStyle/>
                    <a:p>
                      <a:pPr algn="l" fontAlgn="b">
                        <a:buNone/>
                      </a:pPr>
                      <a:r>
                        <a:rPr lang="en-GB" sz="1800" b="0" u="none" strike="noStrike" dirty="0">
                          <a:solidFill>
                            <a:schemeClr val="tx1"/>
                          </a:solidFill>
                          <a:effectLst/>
                        </a:rPr>
                        <a:t>Risk &amp; Coordination</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detect risks, coordinate responses, manage emergencies and maintain resilience across society.</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6190581"/>
                  </a:ext>
                </a:extLst>
              </a:tr>
              <a:tr h="658624">
                <a:tc>
                  <a:txBody>
                    <a:bodyPr/>
                    <a:lstStyle/>
                    <a:p>
                      <a:pPr algn="l" fontAlgn="b">
                        <a:buNone/>
                      </a:pPr>
                      <a:r>
                        <a:rPr lang="en-GB" sz="1800" b="0" u="none" strike="noStrike" dirty="0">
                          <a:solidFill>
                            <a:schemeClr val="tx1"/>
                          </a:solidFill>
                          <a:effectLst/>
                        </a:rPr>
                        <a:t>Data Integrity &amp; Audit</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ensure data is accurate, traceable, validated and continuously audited for quality and integrity.</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396642495"/>
                  </a:ext>
                </a:extLst>
              </a:tr>
              <a:tr h="658624">
                <a:tc>
                  <a:txBody>
                    <a:bodyPr/>
                    <a:lstStyle/>
                    <a:p>
                      <a:pPr algn="l" fontAlgn="b">
                        <a:buNone/>
                      </a:pPr>
                      <a:r>
                        <a:rPr lang="en-GB" sz="1800" b="0" u="none" strike="noStrike" dirty="0">
                          <a:solidFill>
                            <a:schemeClr val="tx1"/>
                          </a:solidFill>
                          <a:effectLst/>
                        </a:rPr>
                        <a:t>Civic Feedback &amp; Cultural</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capture sentiment, track narratives, observe cultural patterns and interpret civic participation signals.</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378853077"/>
                  </a:ext>
                </a:extLst>
              </a:tr>
              <a:tr h="658624">
                <a:tc>
                  <a:txBody>
                    <a:bodyPr/>
                    <a:lstStyle/>
                    <a:p>
                      <a:pPr algn="l" fontAlgn="b">
                        <a:buNone/>
                      </a:pPr>
                      <a:r>
                        <a:rPr lang="en-GB" sz="1800" b="0" u="none" strike="noStrike" dirty="0">
                          <a:solidFill>
                            <a:schemeClr val="tx1"/>
                          </a:solidFill>
                          <a:effectLst/>
                        </a:rPr>
                        <a:t>Incentives &amp; Behavioural</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analyse behaviour, design incentives, map influence and evaluate the effects of interventions.</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819537545"/>
                  </a:ext>
                </a:extLst>
              </a:tr>
              <a:tr h="658624">
                <a:tc>
                  <a:txBody>
                    <a:bodyPr/>
                    <a:lstStyle/>
                    <a:p>
                      <a:pPr algn="l" fontAlgn="b">
                        <a:buNone/>
                      </a:pPr>
                      <a:r>
                        <a:rPr lang="en-GB" sz="1800" b="0" u="none" strike="noStrike" dirty="0">
                          <a:solidFill>
                            <a:schemeClr val="tx1"/>
                          </a:solidFill>
                          <a:effectLst/>
                        </a:rPr>
                        <a:t>Resource &amp; Infrastructure</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monitor resources, manage infrastructure, ensure continuity and track capacity across critical domains.</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05962395"/>
                  </a:ext>
                </a:extLst>
              </a:tr>
              <a:tr h="658624">
                <a:tc>
                  <a:txBody>
                    <a:bodyPr/>
                    <a:lstStyle/>
                    <a:p>
                      <a:pPr algn="l" fontAlgn="b">
                        <a:buNone/>
                      </a:pPr>
                      <a:r>
                        <a:rPr lang="en-GB" sz="1800" b="0" u="none" strike="noStrike" dirty="0">
                          <a:solidFill>
                            <a:schemeClr val="tx1"/>
                          </a:solidFill>
                          <a:effectLst/>
                        </a:rPr>
                        <a:t>Planetary &amp; Ecological</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monitor planetary boundaries, biodiversity, climate indicators and ecological regeneration.</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846227250"/>
                  </a:ext>
                </a:extLst>
              </a:tr>
              <a:tr h="658624">
                <a:tc>
                  <a:txBody>
                    <a:bodyPr/>
                    <a:lstStyle/>
                    <a:p>
                      <a:pPr algn="l" fontAlgn="b">
                        <a:buNone/>
                      </a:pPr>
                      <a:r>
                        <a:rPr lang="en-GB" sz="1800" b="0" u="none" strike="noStrike" dirty="0">
                          <a:solidFill>
                            <a:schemeClr val="tx1"/>
                          </a:solidFill>
                          <a:effectLst/>
                        </a:rPr>
                        <a:t>Meta-Integration</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map dependencies, monitor integration health and track cross-family interactions across </a:t>
                      </a:r>
                      <a:r>
                        <a:rPr lang="en-GB" sz="1800" b="0" u="none" strike="noStrike" dirty="0" err="1">
                          <a:solidFill>
                            <a:srgbClr val="000000"/>
                          </a:solidFill>
                          <a:effectLst/>
                        </a:rPr>
                        <a:t>CivOS</a:t>
                      </a:r>
                      <a:r>
                        <a:rPr lang="en-GB" sz="1800" b="0" u="none" strike="noStrike" dirty="0">
                          <a:solidFill>
                            <a:srgbClr val="000000"/>
                          </a:solidFill>
                          <a:effectLst/>
                        </a:rPr>
                        <a:t>.</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067042388"/>
                  </a:ext>
                </a:extLst>
              </a:tr>
              <a:tr h="658624">
                <a:tc>
                  <a:txBody>
                    <a:bodyPr/>
                    <a:lstStyle/>
                    <a:p>
                      <a:pPr algn="l" fontAlgn="b">
                        <a:buNone/>
                      </a:pPr>
                      <a:r>
                        <a:rPr lang="en-GB" sz="1800" b="0" u="none" strike="noStrike" dirty="0">
                          <a:solidFill>
                            <a:schemeClr val="tx1"/>
                          </a:solidFill>
                          <a:effectLst/>
                        </a:rPr>
                        <a:t>Minimum Viable Systems</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operate identity, core records, messaging and the foundational protocols of </a:t>
                      </a:r>
                      <a:r>
                        <a:rPr lang="en-GB" sz="1800" b="0" u="none" strike="noStrike" dirty="0" err="1">
                          <a:solidFill>
                            <a:srgbClr val="000000"/>
                          </a:solidFill>
                          <a:effectLst/>
                        </a:rPr>
                        <a:t>CivOS</a:t>
                      </a:r>
                      <a:r>
                        <a:rPr lang="en-GB" sz="1800" b="0" u="none" strike="noStrike" dirty="0">
                          <a:solidFill>
                            <a:srgbClr val="000000"/>
                          </a:solidFill>
                          <a:effectLst/>
                        </a:rPr>
                        <a:t>.</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88313178"/>
                  </a:ext>
                </a:extLst>
              </a:tr>
              <a:tr h="658624">
                <a:tc>
                  <a:txBody>
                    <a:bodyPr/>
                    <a:lstStyle/>
                    <a:p>
                      <a:pPr algn="l" fontAlgn="b">
                        <a:buNone/>
                      </a:pPr>
                      <a:r>
                        <a:rPr lang="en-GB" sz="1800" b="0" u="none" strike="noStrike" dirty="0">
                          <a:solidFill>
                            <a:schemeClr val="tx1"/>
                          </a:solidFill>
                          <a:effectLst/>
                        </a:rPr>
                        <a:t>Standards</a:t>
                      </a:r>
                      <a:endParaRPr lang="en-GB" sz="1800" b="0" i="0" u="none" strike="noStrike" dirty="0">
                        <a:solidFill>
                          <a:schemeClr val="tx1"/>
                        </a:solidFill>
                        <a:effectLst/>
                        <a:latin typeface="Calibri" panose="020F0502020204030204" pitchFamily="34" charset="0"/>
                      </a:endParaRPr>
                    </a:p>
                  </a:txBody>
                  <a:tcPr marL="9525" marR="9525" marT="9525" marB="0" anchor="ctr">
                    <a:solidFill>
                      <a:srgbClr val="E8F0FE"/>
                    </a:solidFill>
                  </a:tcPr>
                </a:tc>
                <a:tc>
                  <a:txBody>
                    <a:bodyPr/>
                    <a:lstStyle/>
                    <a:p>
                      <a:pPr algn="l" fontAlgn="b">
                        <a:buNone/>
                      </a:pPr>
                      <a:r>
                        <a:rPr lang="en-GB" sz="1800" b="0" u="none" strike="noStrike" dirty="0">
                          <a:solidFill>
                            <a:srgbClr val="000000"/>
                          </a:solidFill>
                          <a:effectLst/>
                        </a:rPr>
                        <a:t>The systems that define schemas, protocols, compliance rules and authoritative registries used across all Families.</a:t>
                      </a:r>
                      <a:endParaRPr lang="en-GB" sz="18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3443990875"/>
                  </a:ext>
                </a:extLst>
              </a:tr>
            </a:tbl>
          </a:graphicData>
        </a:graphic>
      </p:graphicFrame>
      <p:sp>
        <p:nvSpPr>
          <p:cNvPr id="9" name="Title 8">
            <a:extLst>
              <a:ext uri="{FF2B5EF4-FFF2-40B4-BE49-F238E27FC236}">
                <a16:creationId xmlns:a16="http://schemas.microsoft.com/office/drawing/2014/main" id="{EBDAEAF8-D32E-BA91-8486-CD9B7638C7CD}"/>
              </a:ext>
            </a:extLst>
          </p:cNvPr>
          <p:cNvSpPr>
            <a:spLocks noGrp="1"/>
          </p:cNvSpPr>
          <p:nvPr>
            <p:ph type="title"/>
          </p:nvPr>
        </p:nvSpPr>
        <p:spPr>
          <a:xfrm>
            <a:off x="0" y="-371212"/>
            <a:ext cx="13662065" cy="1565514"/>
          </a:xfrm>
        </p:spPr>
        <p:txBody>
          <a:bodyPr>
            <a:normAutofit/>
          </a:bodyPr>
          <a:lstStyle/>
          <a:p>
            <a:r>
              <a:rPr lang="en-GB" sz="2800" dirty="0"/>
              <a:t>What Level 1 Families do:</a:t>
            </a:r>
          </a:p>
        </p:txBody>
      </p:sp>
      <p:pic>
        <p:nvPicPr>
          <p:cNvPr id="10" name="Picture 9">
            <a:hlinkClick r:id="rId2" action="ppaction://hlinksldjump"/>
            <a:extLst>
              <a:ext uri="{FF2B5EF4-FFF2-40B4-BE49-F238E27FC236}">
                <a16:creationId xmlns:a16="http://schemas.microsoft.com/office/drawing/2014/main" id="{68936A34-488F-A355-9C2F-6239DD2AD135}"/>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2498229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2AE865-7BED-9FCF-5543-09FC158FCC66}"/>
              </a:ext>
            </a:extLst>
          </p:cNvPr>
          <p:cNvSpPr txBox="1"/>
          <p:nvPr/>
        </p:nvSpPr>
        <p:spPr>
          <a:xfrm>
            <a:off x="12294459" y="5516879"/>
            <a:ext cx="3396671" cy="365761"/>
          </a:xfrm>
          <a:prstGeom prst="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defRPr lang="en-US"/>
            </a:defPPr>
            <a:lvl1pPr marR="0" lvl="0" indent="0" fontAlgn="auto">
              <a:lnSpc>
                <a:spcPct val="100000"/>
              </a:lnSpc>
              <a:spcBef>
                <a:spcPts val="0"/>
              </a:spcBef>
              <a:spcAft>
                <a:spcPts val="0"/>
              </a:spcAft>
              <a:buClrTx/>
              <a:buSzTx/>
              <a:buFontTx/>
              <a:buNone/>
              <a:tabLst/>
              <a:defRPr kumimoji="0" b="1" i="0" u="none" strike="noStrike" cap="none" spc="0" normalizeH="0" baseline="0">
                <a:ln>
                  <a:noFill/>
                </a:ln>
                <a:solidFill>
                  <a:prstClr val="black"/>
                </a:solidFill>
                <a:effectLst/>
                <a:uLnTx/>
                <a:uFillTx/>
                <a:latin typeface="Aptos" panose="02110004020202020204"/>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dirty="0"/>
              <a:t>L2 is structure, not substance.</a:t>
            </a:r>
          </a:p>
        </p:txBody>
      </p:sp>
      <p:sp>
        <p:nvSpPr>
          <p:cNvPr id="7" name="Title 6">
            <a:extLst>
              <a:ext uri="{FF2B5EF4-FFF2-40B4-BE49-F238E27FC236}">
                <a16:creationId xmlns:a16="http://schemas.microsoft.com/office/drawing/2014/main" id="{0765E283-0E0B-57FE-2381-E5A173BA294C}"/>
              </a:ext>
            </a:extLst>
          </p:cNvPr>
          <p:cNvSpPr>
            <a:spLocks noGrp="1"/>
          </p:cNvSpPr>
          <p:nvPr>
            <p:ph type="title"/>
          </p:nvPr>
        </p:nvSpPr>
        <p:spPr>
          <a:xfrm>
            <a:off x="99104" y="75501"/>
            <a:ext cx="13662065" cy="377504"/>
          </a:xfrm>
        </p:spPr>
        <p:txBody>
          <a:bodyPr/>
          <a:lstStyle/>
          <a:p>
            <a:pPr rtl="0" eaLnBrk="1" latinLnBrk="0" hangingPunct="1"/>
            <a:r>
              <a:rPr lang="en-GB" sz="1800" b="1" kern="1200" dirty="0">
                <a:solidFill>
                  <a:srgbClr val="000000"/>
                </a:solidFill>
                <a:effectLst/>
                <a:latin typeface="Aptos" panose="020B0004020202020204" pitchFamily="34" charset="0"/>
                <a:ea typeface="+mn-ea"/>
                <a:cs typeface="+mn-cs"/>
              </a:rPr>
              <a:t>L2 — Universal Standards Layer</a:t>
            </a:r>
            <a:endParaRPr lang="en-GB" dirty="0">
              <a:effectLst/>
            </a:endParaRPr>
          </a:p>
        </p:txBody>
      </p:sp>
      <p:sp>
        <p:nvSpPr>
          <p:cNvPr id="8" name="TextBox 7">
            <a:extLst>
              <a:ext uri="{FF2B5EF4-FFF2-40B4-BE49-F238E27FC236}">
                <a16:creationId xmlns:a16="http://schemas.microsoft.com/office/drawing/2014/main" id="{88189B17-6BF8-FCF4-A4B5-578705AB4525}"/>
              </a:ext>
            </a:extLst>
          </p:cNvPr>
          <p:cNvSpPr txBox="1"/>
          <p:nvPr/>
        </p:nvSpPr>
        <p:spPr>
          <a:xfrm>
            <a:off x="99104" y="453005"/>
            <a:ext cx="7015190" cy="369332"/>
          </a:xfrm>
          <a:prstGeom prst="rect">
            <a:avLst/>
          </a:prstGeom>
          <a:noFill/>
        </p:spPr>
        <p:txBody>
          <a:bodyPr wrap="none" rtlCol="0">
            <a:spAutoFit/>
          </a:bodyPr>
          <a:lstStyle/>
          <a:p>
            <a:r>
              <a:rPr lang="en-GB" dirty="0"/>
              <a:t>The shared grammar of </a:t>
            </a:r>
            <a:r>
              <a:rPr lang="en-GB" dirty="0" err="1"/>
              <a:t>CivOS</a:t>
            </a:r>
            <a:r>
              <a:rPr lang="en-GB" dirty="0"/>
              <a:t>. Applies identically across all Families.</a:t>
            </a:r>
          </a:p>
        </p:txBody>
      </p:sp>
      <p:sp>
        <p:nvSpPr>
          <p:cNvPr id="9" name="TextBox 8">
            <a:extLst>
              <a:ext uri="{FF2B5EF4-FFF2-40B4-BE49-F238E27FC236}">
                <a16:creationId xmlns:a16="http://schemas.microsoft.com/office/drawing/2014/main" id="{5E975FB8-C80B-1998-22C4-43011027308A}"/>
              </a:ext>
            </a:extLst>
          </p:cNvPr>
          <p:cNvSpPr txBox="1"/>
          <p:nvPr/>
        </p:nvSpPr>
        <p:spPr>
          <a:xfrm>
            <a:off x="99104" y="830509"/>
            <a:ext cx="15146593" cy="1231106"/>
          </a:xfrm>
          <a:prstGeom prst="rect">
            <a:avLst/>
          </a:prstGeom>
          <a:noFill/>
        </p:spPr>
        <p:txBody>
          <a:bodyPr wrap="square" rtlCol="0">
            <a:spAutoFit/>
          </a:bodyPr>
          <a:lstStyle/>
          <a:p>
            <a:pPr>
              <a:buNone/>
            </a:pPr>
            <a:r>
              <a:rPr lang="en-GB" sz="1400" b="1" dirty="0"/>
              <a:t>Purpose</a:t>
            </a:r>
          </a:p>
          <a:p>
            <a:r>
              <a:rPr lang="en-GB" sz="1400" dirty="0"/>
              <a:t>L2 defines the structural rules that govern how all signals, thresholds, validations, and propagation behaviours must behave across </a:t>
            </a:r>
            <a:r>
              <a:rPr lang="en-GB" sz="1400" dirty="0" err="1"/>
              <a:t>CivOS</a:t>
            </a:r>
            <a:r>
              <a:rPr lang="en-GB" sz="1400" dirty="0"/>
              <a:t>. It ensures coherence, comparability, integrity, and cross‑Family interoperability. </a:t>
            </a:r>
          </a:p>
          <a:p>
            <a:r>
              <a:rPr lang="en-GB" b="1" dirty="0"/>
              <a:t>What L2 Does</a:t>
            </a:r>
          </a:p>
          <a:p>
            <a:pPr>
              <a:buNone/>
            </a:pPr>
            <a:endParaRPr lang="en-GB" sz="1400" dirty="0"/>
          </a:p>
        </p:txBody>
      </p:sp>
      <p:sp>
        <p:nvSpPr>
          <p:cNvPr id="11" name="Rectangle: Rounded Corners 10">
            <a:extLst>
              <a:ext uri="{FF2B5EF4-FFF2-40B4-BE49-F238E27FC236}">
                <a16:creationId xmlns:a16="http://schemas.microsoft.com/office/drawing/2014/main" id="{CC60225B-2A48-459B-270C-DBBD23097686}"/>
              </a:ext>
            </a:extLst>
          </p:cNvPr>
          <p:cNvSpPr/>
          <p:nvPr/>
        </p:nvSpPr>
        <p:spPr>
          <a:xfrm>
            <a:off x="1681812" y="1565305"/>
            <a:ext cx="3230311" cy="3170489"/>
          </a:xfrm>
          <a:prstGeom prst="round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buNone/>
            </a:pPr>
            <a:r>
              <a:rPr lang="en-GB" b="1">
                <a:solidFill>
                  <a:schemeClr val="tx1"/>
                </a:solidFill>
              </a:rPr>
              <a:t>1. Defines Valid Signals</a:t>
            </a:r>
          </a:p>
          <a:p>
            <a:pPr>
              <a:buFont typeface="Arial" panose="020B0604020202020204" pitchFamily="34" charset="0"/>
              <a:buChar char="•"/>
            </a:pPr>
            <a:r>
              <a:rPr lang="en-GB">
                <a:solidFill>
                  <a:schemeClr val="tx1"/>
                </a:solidFill>
              </a:rPr>
              <a:t>Required structure, schema, metadata</a:t>
            </a:r>
          </a:p>
          <a:p>
            <a:pPr>
              <a:buFont typeface="Arial" panose="020B0604020202020204" pitchFamily="34" charset="0"/>
              <a:buChar char="•"/>
            </a:pPr>
            <a:r>
              <a:rPr lang="en-GB">
                <a:solidFill>
                  <a:schemeClr val="tx1"/>
                </a:solidFill>
              </a:rPr>
              <a:t>Provenance, identity, and signing rules</a:t>
            </a:r>
          </a:p>
          <a:p>
            <a:pPr>
              <a:buFont typeface="Arial" panose="020B0604020202020204" pitchFamily="34" charset="0"/>
              <a:buChar char="•"/>
            </a:pPr>
            <a:r>
              <a:rPr lang="en-GB">
                <a:solidFill>
                  <a:schemeClr val="tx1"/>
                </a:solidFill>
              </a:rPr>
              <a:t>Noise, uncertainty, and trust scoring</a:t>
            </a:r>
            <a:endParaRPr lang="en-GB" dirty="0">
              <a:solidFill>
                <a:schemeClr val="tx1"/>
              </a:solidFill>
            </a:endParaRPr>
          </a:p>
        </p:txBody>
      </p:sp>
      <p:sp>
        <p:nvSpPr>
          <p:cNvPr id="13" name="Rectangle: Rounded Corners 12">
            <a:extLst>
              <a:ext uri="{FF2B5EF4-FFF2-40B4-BE49-F238E27FC236}">
                <a16:creationId xmlns:a16="http://schemas.microsoft.com/office/drawing/2014/main" id="{A05CEFD0-B989-CBB6-E503-87688EF3B4F6}"/>
              </a:ext>
            </a:extLst>
          </p:cNvPr>
          <p:cNvSpPr/>
          <p:nvPr/>
        </p:nvSpPr>
        <p:spPr>
          <a:xfrm>
            <a:off x="5192105" y="1565305"/>
            <a:ext cx="3230311" cy="3170489"/>
          </a:xfrm>
          <a:prstGeom prst="round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2. Enforces Validation Rules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Multi‑source verification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Cross‑Family consistency checks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Historical pattern alignment</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Anomaly detection requirements</a:t>
            </a:r>
          </a:p>
        </p:txBody>
      </p:sp>
      <p:sp>
        <p:nvSpPr>
          <p:cNvPr id="14" name="Rectangle: Rounded Corners 13">
            <a:extLst>
              <a:ext uri="{FF2B5EF4-FFF2-40B4-BE49-F238E27FC236}">
                <a16:creationId xmlns:a16="http://schemas.microsoft.com/office/drawing/2014/main" id="{D71D9596-06E9-AE77-D943-2B2F340282E4}"/>
              </a:ext>
            </a:extLst>
          </p:cNvPr>
          <p:cNvSpPr/>
          <p:nvPr/>
        </p:nvSpPr>
        <p:spPr>
          <a:xfrm>
            <a:off x="8702398" y="1565304"/>
            <a:ext cx="3230311" cy="3170489"/>
          </a:xfrm>
          <a:prstGeom prst="round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3. Expresses Thresholds &amp; Propagation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How thresholds are written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How they trigger stabilisation options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How propagation chains are encoded</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How cascading effects are modelled</a:t>
            </a:r>
          </a:p>
        </p:txBody>
      </p:sp>
      <p:sp>
        <p:nvSpPr>
          <p:cNvPr id="15" name="Rectangle: Rounded Corners 14">
            <a:extLst>
              <a:ext uri="{FF2B5EF4-FFF2-40B4-BE49-F238E27FC236}">
                <a16:creationId xmlns:a16="http://schemas.microsoft.com/office/drawing/2014/main" id="{6269ED66-73E2-7AF3-BBF9-AD2887407CC7}"/>
              </a:ext>
            </a:extLst>
          </p:cNvPr>
          <p:cNvSpPr/>
          <p:nvPr/>
        </p:nvSpPr>
        <p:spPr>
          <a:xfrm>
            <a:off x="12212691" y="1565303"/>
            <a:ext cx="3230311" cy="3170489"/>
          </a:xfrm>
          <a:prstGeom prst="round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4. Implements Phase Shear</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Separation of operational vs evaluative indicators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Temporal offsets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Anti‑gaming and anti‑manipulation safeguards</a:t>
            </a:r>
          </a:p>
        </p:txBody>
      </p:sp>
      <p:sp>
        <p:nvSpPr>
          <p:cNvPr id="16" name="Rectangle: Rounded Corners 15">
            <a:extLst>
              <a:ext uri="{FF2B5EF4-FFF2-40B4-BE49-F238E27FC236}">
                <a16:creationId xmlns:a16="http://schemas.microsoft.com/office/drawing/2014/main" id="{E9D985D1-7294-C021-176A-B405FC1FDDCE}"/>
              </a:ext>
            </a:extLst>
          </p:cNvPr>
          <p:cNvSpPr/>
          <p:nvPr/>
        </p:nvSpPr>
        <p:spPr>
          <a:xfrm>
            <a:off x="1681812" y="4776536"/>
            <a:ext cx="3230311" cy="3170489"/>
          </a:xfrm>
          <a:prstGeom prst="round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5. Defines Fallback &amp; Suspicion Modes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Behaviour when signals diverge</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Quarantine rules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Degraded‑mode operation</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Integrity‑first decision logic</a:t>
            </a:r>
          </a:p>
        </p:txBody>
      </p:sp>
      <p:sp>
        <p:nvSpPr>
          <p:cNvPr id="17" name="Rectangle: Rounded Corners 16">
            <a:extLst>
              <a:ext uri="{FF2B5EF4-FFF2-40B4-BE49-F238E27FC236}">
                <a16:creationId xmlns:a16="http://schemas.microsoft.com/office/drawing/2014/main" id="{D0FD8C3C-E43A-4534-287B-F758BCCC8A3B}"/>
              </a:ext>
            </a:extLst>
          </p:cNvPr>
          <p:cNvSpPr/>
          <p:nvPr/>
        </p:nvSpPr>
        <p:spPr>
          <a:xfrm>
            <a:off x="5192105" y="4776536"/>
            <a:ext cx="3230311" cy="3170489"/>
          </a:xfrm>
          <a:prstGeom prst="round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6. Ensures Cross‑Family Coherence</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Universal grammar for all Families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Prevents silo drift</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Enables propagation analysis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Maintains system‑wide stability physics</a:t>
            </a:r>
          </a:p>
        </p:txBody>
      </p:sp>
      <p:sp>
        <p:nvSpPr>
          <p:cNvPr id="18" name="Rectangle: Rounded Corners 17">
            <a:extLst>
              <a:ext uri="{FF2B5EF4-FFF2-40B4-BE49-F238E27FC236}">
                <a16:creationId xmlns:a16="http://schemas.microsoft.com/office/drawing/2014/main" id="{DF239BCF-1B56-221E-8DD6-C89D03C78E01}"/>
              </a:ext>
            </a:extLst>
          </p:cNvPr>
          <p:cNvSpPr/>
          <p:nvPr/>
        </p:nvSpPr>
        <p:spPr>
          <a:xfrm>
            <a:off x="8702398" y="4776536"/>
            <a:ext cx="3230311" cy="3170489"/>
          </a:xfrm>
          <a:prstGeom prst="round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prstClr val="black"/>
                </a:solidFill>
                <a:effectLst/>
                <a:uLnTx/>
                <a:uFillTx/>
                <a:latin typeface="Aptos" panose="02110004020202020204"/>
                <a:ea typeface="+mn-ea"/>
                <a:cs typeface="+mn-cs"/>
              </a:rPr>
              <a:t>What L2 Is NOT</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Not domain‑specific</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Not Family‑specific</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Not content or metrics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Not thresholds themselves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Not policy or governance decisions</a:t>
            </a:r>
          </a:p>
        </p:txBody>
      </p:sp>
    </p:spTree>
    <p:extLst>
      <p:ext uri="{BB962C8B-B14F-4D97-AF65-F5344CB8AC3E}">
        <p14:creationId xmlns:p14="http://schemas.microsoft.com/office/powerpoint/2010/main" val="3001886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050571C-3E9B-5B52-6AE9-2F9D9068546B}"/>
              </a:ext>
            </a:extLst>
          </p:cNvPr>
          <p:cNvSpPr>
            <a:spLocks noGrp="1"/>
          </p:cNvSpPr>
          <p:nvPr>
            <p:ph type="title"/>
          </p:nvPr>
        </p:nvSpPr>
        <p:spPr>
          <a:xfrm>
            <a:off x="-1" y="7745168"/>
            <a:ext cx="15840075" cy="352976"/>
          </a:xfrm>
          <a:solidFill>
            <a:srgbClr val="D6DCDF"/>
          </a:solidFill>
          <a:ln w="31750">
            <a:solidFill>
              <a:schemeClr val="accent1">
                <a:shade val="15000"/>
              </a:schemeClr>
            </a:solidFill>
          </a:ln>
        </p:spPr>
        <p:txBody>
          <a:bodyPr>
            <a:noAutofit/>
          </a:bodyPr>
          <a:lstStyle/>
          <a:p>
            <a:r>
              <a:rPr lang="en-GB" sz="1800" b="1" noProof="0" dirty="0"/>
              <a:t>1. Governance &amp; Oversight</a:t>
            </a:r>
          </a:p>
        </p:txBody>
      </p:sp>
      <p:graphicFrame>
        <p:nvGraphicFramePr>
          <p:cNvPr id="5" name="Table 4">
            <a:extLst>
              <a:ext uri="{FF2B5EF4-FFF2-40B4-BE49-F238E27FC236}">
                <a16:creationId xmlns:a16="http://schemas.microsoft.com/office/drawing/2014/main" id="{BC483781-9390-5F51-6D12-7D5EA9FD1679}"/>
              </a:ext>
            </a:extLst>
          </p:cNvPr>
          <p:cNvGraphicFramePr>
            <a:graphicFrameLocks noGrp="1"/>
          </p:cNvGraphicFramePr>
          <p:nvPr>
            <p:extLst>
              <p:ext uri="{D42A27DB-BD31-4B8C-83A1-F6EECF244321}">
                <p14:modId xmlns:p14="http://schemas.microsoft.com/office/powerpoint/2010/main" val="1897280000"/>
              </p:ext>
            </p:extLst>
          </p:nvPr>
        </p:nvGraphicFramePr>
        <p:xfrm>
          <a:off x="279919" y="261428"/>
          <a:ext cx="12316408" cy="7332727"/>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tx1"/>
                          </a:solidFill>
                        </a:rPr>
                        <a:t>Module</a:t>
                      </a:r>
                    </a:p>
                  </a:txBody>
                  <a:tcPr>
                    <a:solidFill>
                      <a:srgbClr val="D6DCDF"/>
                    </a:solidFill>
                  </a:tcPr>
                </a:tc>
                <a:tc>
                  <a:txBody>
                    <a:bodyPr/>
                    <a:lstStyle/>
                    <a:p>
                      <a:r>
                        <a:rPr lang="en-GB" sz="1600" b="1" noProof="0" dirty="0">
                          <a:solidFill>
                            <a:schemeClr val="tx1"/>
                          </a:solidFill>
                        </a:rPr>
                        <a:t>L3</a:t>
                      </a:r>
                      <a:r>
                        <a:rPr lang="en-GB" sz="1600" b="1" baseline="0" noProof="0" dirty="0">
                          <a:solidFill>
                            <a:schemeClr val="tx1"/>
                          </a:solidFill>
                        </a:rPr>
                        <a:t> Subsystems </a:t>
                      </a:r>
                      <a:endParaRPr lang="en-GB" sz="1600" b="1" noProof="0" dirty="0">
                        <a:solidFill>
                          <a:schemeClr val="tx1"/>
                        </a:solidFill>
                      </a:endParaRPr>
                    </a:p>
                  </a:txBody>
                  <a:tcPr>
                    <a:solidFill>
                      <a:srgbClr val="D6DCDF"/>
                    </a:solidFill>
                  </a:tcPr>
                </a:tc>
                <a:tc>
                  <a:txBody>
                    <a:bodyPr/>
                    <a:lstStyle/>
                    <a:p>
                      <a:r>
                        <a:rPr lang="en-GB" sz="1600" b="1" noProof="0" dirty="0">
                          <a:solidFill>
                            <a:schemeClr val="tx1"/>
                          </a:solidFill>
                        </a:rPr>
                        <a:t>L4 Instruments</a:t>
                      </a:r>
                    </a:p>
                  </a:txBody>
                  <a:tcPr>
                    <a:solidFill>
                      <a:srgbClr val="D6DCDF"/>
                    </a:solidFill>
                  </a:tcPr>
                </a:tc>
                <a:tc>
                  <a:txBody>
                    <a:bodyPr/>
                    <a:lstStyle/>
                    <a:p>
                      <a:r>
                        <a:rPr lang="en-GB" sz="1600" b="1" noProof="0" dirty="0">
                          <a:solidFill>
                            <a:schemeClr val="tx1"/>
                          </a:solidFill>
                        </a:rPr>
                        <a:t>L5 Interfaces</a:t>
                      </a:r>
                    </a:p>
                  </a:txBody>
                  <a:tcPr>
                    <a:solidFill>
                      <a:srgbClr val="D6DCDF"/>
                    </a:solidFill>
                  </a:tcPr>
                </a:tc>
                <a:extLst>
                  <a:ext uri="{0D108BD9-81ED-4DB2-BD59-A6C34878D82A}">
                    <a16:rowId xmlns:a16="http://schemas.microsoft.com/office/drawing/2014/main" val="3650292869"/>
                  </a:ext>
                </a:extLst>
              </a:tr>
              <a:tr h="1434251">
                <a:tc>
                  <a:txBody>
                    <a:bodyPr/>
                    <a:lstStyle/>
                    <a:p>
                      <a:pPr>
                        <a:buNone/>
                      </a:pPr>
                      <a:r>
                        <a:rPr lang="en-GB" sz="1600" noProof="0" dirty="0">
                          <a:effectLst/>
                          <a:latin typeface="+mn-lt"/>
                        </a:rPr>
                        <a:t>Decision Systems</a:t>
                      </a:r>
                    </a:p>
                    <a:p>
                      <a:endParaRPr lang="en-GB" sz="1600" noProof="0" dirty="0">
                        <a:latin typeface="+mn-lt"/>
                      </a:endParaRPr>
                    </a:p>
                  </a:txBody>
                  <a:tcPr>
                    <a:solidFill>
                      <a:srgbClr val="D6DCDF"/>
                    </a:solidFill>
                  </a:tcPr>
                </a:tc>
                <a:tc>
                  <a:txBody>
                    <a:bodyPr/>
                    <a:lstStyle/>
                    <a:p>
                      <a:r>
                        <a:rPr lang="en-GB" sz="1600" kern="1200" noProof="0" dirty="0">
                          <a:solidFill>
                            <a:schemeClr val="dk1"/>
                          </a:solidFill>
                          <a:effectLst/>
                          <a:latin typeface="+mn-lt"/>
                          <a:ea typeface="+mn-ea"/>
                          <a:cs typeface="+mn-cs"/>
                        </a:rPr>
                        <a:t>- Policy Engine</a:t>
                      </a:r>
                    </a:p>
                    <a:p>
                      <a:r>
                        <a:rPr lang="en-GB" sz="1600" kern="1200" noProof="0" dirty="0">
                          <a:solidFill>
                            <a:schemeClr val="dk1"/>
                          </a:solidFill>
                          <a:effectLst/>
                          <a:latin typeface="+mn-lt"/>
                          <a:ea typeface="+mn-ea"/>
                          <a:cs typeface="+mn-cs"/>
                        </a:rPr>
                        <a:t>- Decision Routing Subsystem</a:t>
                      </a:r>
                    </a:p>
                    <a:p>
                      <a:r>
                        <a:rPr lang="en-GB" sz="1600" kern="1200" noProof="0" dirty="0">
                          <a:solidFill>
                            <a:schemeClr val="dk1"/>
                          </a:solidFill>
                          <a:effectLst/>
                          <a:latin typeface="+mn-lt"/>
                          <a:ea typeface="+mn-ea"/>
                          <a:cs typeface="+mn-cs"/>
                        </a:rPr>
                        <a:t>- Scenario Evaluator</a:t>
                      </a:r>
                    </a:p>
                    <a:p>
                      <a:r>
                        <a:rPr lang="en-GB" sz="1600" kern="1200" noProof="0" dirty="0">
                          <a:solidFill>
                            <a:schemeClr val="dk1"/>
                          </a:solidFill>
                          <a:effectLst/>
                          <a:latin typeface="+mn-lt"/>
                          <a:ea typeface="+mn-ea"/>
                          <a:cs typeface="+mn-cs"/>
                        </a:rPr>
                        <a:t>- Preference Aggregator</a:t>
                      </a:r>
                    </a:p>
                    <a:p>
                      <a:r>
                        <a:rPr lang="en-GB" sz="1600" kern="1200" noProof="0" dirty="0">
                          <a:solidFill>
                            <a:schemeClr val="dk1"/>
                          </a:solidFill>
                          <a:effectLst/>
                          <a:latin typeface="+mn-lt"/>
                          <a:ea typeface="+mn-ea"/>
                          <a:cs typeface="+mn-cs"/>
                        </a:rPr>
                        <a:t>- Decision Quality Monitor</a:t>
                      </a:r>
                    </a:p>
                    <a:p>
                      <a:r>
                        <a:rPr lang="en-GB" sz="1600" kern="1200" noProof="0" dirty="0">
                          <a:solidFill>
                            <a:schemeClr val="dk1"/>
                          </a:solidFill>
                          <a:effectLst/>
                          <a:latin typeface="+mn-lt"/>
                          <a:ea typeface="+mn-ea"/>
                          <a:cs typeface="+mn-cs"/>
                        </a:rPr>
                        <a:t>- Mandate Resolution Engine</a:t>
                      </a:r>
                    </a:p>
                  </a:txBody>
                  <a:tcPr>
                    <a:solidFill>
                      <a:srgbClr val="D6DCDF"/>
                    </a:solidFill>
                  </a:tcPr>
                </a:tc>
                <a:tc>
                  <a:txBody>
                    <a:bodyPr/>
                    <a:lstStyle/>
                    <a:p>
                      <a:r>
                        <a:rPr lang="en-GB" sz="1600" kern="1200" noProof="0" dirty="0">
                          <a:solidFill>
                            <a:schemeClr val="dk1"/>
                          </a:solidFill>
                          <a:effectLst/>
                          <a:latin typeface="+mn-lt"/>
                          <a:ea typeface="+mn-ea"/>
                          <a:cs typeface="+mn-cs"/>
                        </a:rPr>
                        <a:t>- Policy Compiler</a:t>
                      </a:r>
                    </a:p>
                    <a:p>
                      <a:r>
                        <a:rPr lang="en-GB" sz="1600" kern="1200" noProof="0" dirty="0">
                          <a:solidFill>
                            <a:schemeClr val="dk1"/>
                          </a:solidFill>
                          <a:effectLst/>
                          <a:latin typeface="+mn-lt"/>
                          <a:ea typeface="+mn-ea"/>
                          <a:cs typeface="+mn-cs"/>
                        </a:rPr>
                        <a:t>- Decision Simulation Tools</a:t>
                      </a:r>
                    </a:p>
                    <a:p>
                      <a:r>
                        <a:rPr lang="en-GB" sz="1600" kern="1200" noProof="0" dirty="0">
                          <a:solidFill>
                            <a:schemeClr val="dk1"/>
                          </a:solidFill>
                          <a:effectLst/>
                          <a:latin typeface="+mn-lt"/>
                          <a:ea typeface="+mn-ea"/>
                          <a:cs typeface="+mn-cs"/>
                        </a:rPr>
                        <a:t>- Mandate Resolution Toolkit</a:t>
                      </a:r>
                    </a:p>
                    <a:p>
                      <a:endParaRPr lang="en-GB" sz="1600" noProof="0" dirty="0">
                        <a:latin typeface="+mn-lt"/>
                      </a:endParaRPr>
                    </a:p>
                  </a:txBody>
                  <a:tcPr>
                    <a:solidFill>
                      <a:srgbClr val="D6DCDF"/>
                    </a:solidFill>
                  </a:tcPr>
                </a:tc>
                <a:tc rowSpan="4">
                  <a:txBody>
                    <a:bodyPr/>
                    <a:lstStyle/>
                    <a:p>
                      <a:r>
                        <a:rPr lang="en-GB" sz="1600" noProof="0" dirty="0">
                          <a:effectLst/>
                        </a:rPr>
                        <a:t>Governance → Risk</a:t>
                      </a:r>
                      <a:endParaRPr lang="en-GB" sz="1600" noProof="0" dirty="0"/>
                    </a:p>
                    <a:p>
                      <a:r>
                        <a:rPr lang="en-GB" sz="1600" noProof="0" dirty="0">
                          <a:effectLst/>
                        </a:rPr>
                        <a:t>Governance → Data Integrity</a:t>
                      </a:r>
                      <a:endParaRPr lang="en-GB" sz="1600" noProof="0" dirty="0"/>
                    </a:p>
                    <a:p>
                      <a:r>
                        <a:rPr lang="en-GB" sz="1600" noProof="0" dirty="0">
                          <a:effectLst/>
                        </a:rPr>
                        <a:t>Governance → Incentives</a:t>
                      </a:r>
                      <a:endParaRPr lang="en-GB" sz="1600" noProof="0" dirty="0"/>
                    </a:p>
                    <a:p>
                      <a:r>
                        <a:rPr lang="en-GB" sz="1600" noProof="0" dirty="0">
                          <a:effectLst/>
                        </a:rPr>
                        <a:t>Governance → Cultural Feedback</a:t>
                      </a:r>
                      <a:endParaRPr lang="en-GB" sz="1600" noProof="0" dirty="0"/>
                    </a:p>
                    <a:p>
                      <a:endParaRPr lang="en-GB" sz="1600" noProof="0" dirty="0">
                        <a:latin typeface="+mn-lt"/>
                      </a:endParaRPr>
                    </a:p>
                  </a:txBody>
                  <a:tcPr>
                    <a:solidFill>
                      <a:srgbClr val="D6DCDF"/>
                    </a:solidFill>
                  </a:tcPr>
                </a:tc>
                <a:extLst>
                  <a:ext uri="{0D108BD9-81ED-4DB2-BD59-A6C34878D82A}">
                    <a16:rowId xmlns:a16="http://schemas.microsoft.com/office/drawing/2014/main" val="3739774378"/>
                  </a:ext>
                </a:extLst>
              </a:tr>
              <a:tr h="1659231">
                <a:tc>
                  <a:txBody>
                    <a:bodyPr/>
                    <a:lstStyle/>
                    <a:p>
                      <a:pPr>
                        <a:buNone/>
                      </a:pPr>
                      <a:r>
                        <a:rPr lang="en-GB" sz="1600" noProof="0" dirty="0">
                          <a:effectLst/>
                          <a:latin typeface="+mn-lt"/>
                        </a:rPr>
                        <a:t>Institutional Architecture</a:t>
                      </a:r>
                    </a:p>
                    <a:p>
                      <a:endParaRPr lang="en-GB" sz="1600" noProof="0" dirty="0">
                        <a:latin typeface="+mn-lt"/>
                      </a:endParaRPr>
                    </a:p>
                  </a:txBody>
                  <a:tcPr>
                    <a:solidFill>
                      <a:srgbClr val="D6DCDF"/>
                    </a:solidFill>
                  </a:tcPr>
                </a:tc>
                <a:tc>
                  <a:txBody>
                    <a:bodyPr/>
                    <a:lstStyle/>
                    <a:p>
                      <a:r>
                        <a:rPr lang="en-GB" sz="1600" kern="1200" noProof="0" dirty="0">
                          <a:solidFill>
                            <a:schemeClr val="dk1"/>
                          </a:solidFill>
                          <a:effectLst/>
                          <a:latin typeface="+mn-lt"/>
                          <a:ea typeface="+mn-ea"/>
                          <a:cs typeface="+mn-cs"/>
                        </a:rPr>
                        <a:t>- Minimum Viable Governance System (MVGS)</a:t>
                      </a:r>
                    </a:p>
                    <a:p>
                      <a:r>
                        <a:rPr lang="en-GB" sz="1600" kern="1200" noProof="0" dirty="0">
                          <a:solidFill>
                            <a:schemeClr val="dk1"/>
                          </a:solidFill>
                          <a:effectLst/>
                          <a:latin typeface="+mn-lt"/>
                          <a:ea typeface="+mn-ea"/>
                          <a:cs typeface="+mn-cs"/>
                        </a:rPr>
                        <a:t>- Institutional Registry</a:t>
                      </a:r>
                    </a:p>
                    <a:p>
                      <a:r>
                        <a:rPr lang="en-GB" sz="1600" kern="1200" noProof="0" dirty="0">
                          <a:solidFill>
                            <a:schemeClr val="dk1"/>
                          </a:solidFill>
                          <a:effectLst/>
                          <a:latin typeface="+mn-lt"/>
                          <a:ea typeface="+mn-ea"/>
                          <a:cs typeface="+mn-cs"/>
                        </a:rPr>
                        <a:t>- Legal Framework Subsystem</a:t>
                      </a:r>
                    </a:p>
                    <a:p>
                      <a:r>
                        <a:rPr lang="en-GB" sz="1600" kern="1200" noProof="0" dirty="0">
                          <a:solidFill>
                            <a:schemeClr val="dk1"/>
                          </a:solidFill>
                          <a:effectLst/>
                          <a:latin typeface="+mn-lt"/>
                          <a:ea typeface="+mn-ea"/>
                          <a:cs typeface="+mn-cs"/>
                        </a:rPr>
                        <a:t>- Mandate Engine</a:t>
                      </a:r>
                    </a:p>
                    <a:p>
                      <a:r>
                        <a:rPr lang="en-GB" sz="1600" kern="1200" noProof="0" dirty="0">
                          <a:solidFill>
                            <a:schemeClr val="dk1"/>
                          </a:solidFill>
                          <a:effectLst/>
                          <a:latin typeface="+mn-lt"/>
                          <a:ea typeface="+mn-ea"/>
                          <a:cs typeface="+mn-cs"/>
                        </a:rPr>
                        <a:t>- Compliance Monitor</a:t>
                      </a:r>
                    </a:p>
                    <a:p>
                      <a:r>
                        <a:rPr lang="en-GB" sz="1600" kern="1200" noProof="0" dirty="0">
                          <a:solidFill>
                            <a:schemeClr val="dk1"/>
                          </a:solidFill>
                          <a:effectLst/>
                          <a:latin typeface="+mn-lt"/>
                          <a:ea typeface="+mn-ea"/>
                          <a:cs typeface="+mn-cs"/>
                        </a:rPr>
                        <a:t>- Authority Boundary Mapper</a:t>
                      </a:r>
                    </a:p>
                  </a:txBody>
                  <a:tcPr>
                    <a:solidFill>
                      <a:srgbClr val="D6DCDF"/>
                    </a:solidFill>
                  </a:tcPr>
                </a:tc>
                <a:tc>
                  <a:txBody>
                    <a:bodyPr/>
                    <a:lstStyle/>
                    <a:p>
                      <a:r>
                        <a:rPr lang="en-GB" sz="1600" kern="1200" noProof="0" dirty="0">
                          <a:solidFill>
                            <a:schemeClr val="dk1"/>
                          </a:solidFill>
                          <a:effectLst/>
                          <a:latin typeface="+mn-lt"/>
                          <a:ea typeface="+mn-ea"/>
                          <a:cs typeface="+mn-cs"/>
                        </a:rPr>
                        <a:t>- Governance Schema Engine</a:t>
                      </a:r>
                    </a:p>
                    <a:p>
                      <a:r>
                        <a:rPr lang="en-GB" sz="1600" kern="1200" noProof="0" dirty="0">
                          <a:solidFill>
                            <a:schemeClr val="dk1"/>
                          </a:solidFill>
                          <a:effectLst/>
                          <a:latin typeface="+mn-lt"/>
                          <a:ea typeface="+mn-ea"/>
                          <a:cs typeface="+mn-cs"/>
                        </a:rPr>
                        <a:t>- Legal Codex Tools</a:t>
                      </a:r>
                    </a:p>
                    <a:p>
                      <a:r>
                        <a:rPr lang="en-GB" sz="1600" kern="1200" noProof="0" dirty="0">
                          <a:solidFill>
                            <a:schemeClr val="dk1"/>
                          </a:solidFill>
                          <a:effectLst/>
                          <a:latin typeface="+mn-lt"/>
                          <a:ea typeface="+mn-ea"/>
                          <a:cs typeface="+mn-cs"/>
                        </a:rPr>
                        <a:t>- Authority Boundary Visualiser</a:t>
                      </a:r>
                    </a:p>
                    <a:p>
                      <a:endParaRPr lang="en-GB" sz="1600" noProof="0" dirty="0">
                        <a:latin typeface="+mn-lt"/>
                      </a:endParaRPr>
                    </a:p>
                  </a:txBody>
                  <a:tcPr>
                    <a:solidFill>
                      <a:srgbClr val="D6DCDF"/>
                    </a:solidFill>
                  </a:tcPr>
                </a:tc>
                <a:tc vMerge="1">
                  <a:txBody>
                    <a:bodyPr/>
                    <a:lstStyle/>
                    <a:p>
                      <a:endParaRPr lang="en-GB" sz="1600" dirty="0">
                        <a:latin typeface="+mn-lt"/>
                      </a:endParaRPr>
                    </a:p>
                  </a:txBody>
                  <a:tcPr>
                    <a:solidFill>
                      <a:srgbClr val="D6DCDF"/>
                    </a:solidFill>
                  </a:tcPr>
                </a:tc>
                <a:extLst>
                  <a:ext uri="{0D108BD9-81ED-4DB2-BD59-A6C34878D82A}">
                    <a16:rowId xmlns:a16="http://schemas.microsoft.com/office/drawing/2014/main" val="4189637918"/>
                  </a:ext>
                </a:extLst>
              </a:tr>
              <a:tr h="1434251">
                <a:tc>
                  <a:txBody>
                    <a:bodyPr/>
                    <a:lstStyle/>
                    <a:p>
                      <a:pPr>
                        <a:buNone/>
                      </a:pPr>
                      <a:r>
                        <a:rPr lang="en-GB" sz="1600" noProof="0" dirty="0">
                          <a:effectLst/>
                          <a:latin typeface="+mn-lt"/>
                        </a:rPr>
                        <a:t>Accountability &amp; Oversight</a:t>
                      </a:r>
                    </a:p>
                    <a:p>
                      <a:endParaRPr lang="en-GB" sz="1600" noProof="0" dirty="0">
                        <a:latin typeface="+mn-lt"/>
                      </a:endParaRPr>
                    </a:p>
                  </a:txBody>
                  <a:tcPr>
                    <a:solidFill>
                      <a:srgbClr val="D6DCDF"/>
                    </a:solidFill>
                  </a:tcPr>
                </a:tc>
                <a:tc>
                  <a:txBody>
                    <a:bodyPr/>
                    <a:lstStyle/>
                    <a:p>
                      <a:r>
                        <a:rPr lang="en-GB" sz="1600" kern="1200" noProof="0" dirty="0">
                          <a:solidFill>
                            <a:schemeClr val="dk1"/>
                          </a:solidFill>
                          <a:effectLst/>
                          <a:latin typeface="+mn-lt"/>
                          <a:ea typeface="+mn-ea"/>
                          <a:cs typeface="+mn-cs"/>
                        </a:rPr>
                        <a:t>- Transparency Ledger</a:t>
                      </a:r>
                    </a:p>
                    <a:p>
                      <a:r>
                        <a:rPr lang="en-GB" sz="1600" kern="1200" noProof="0" dirty="0">
                          <a:solidFill>
                            <a:schemeClr val="dk1"/>
                          </a:solidFill>
                          <a:effectLst/>
                          <a:latin typeface="+mn-lt"/>
                          <a:ea typeface="+mn-ea"/>
                          <a:cs typeface="+mn-cs"/>
                        </a:rPr>
                        <a:t>- Audit Subsystem</a:t>
                      </a:r>
                    </a:p>
                    <a:p>
                      <a:r>
                        <a:rPr lang="en-GB" sz="1600" kern="1200" noProof="0" dirty="0">
                          <a:solidFill>
                            <a:schemeClr val="dk1"/>
                          </a:solidFill>
                          <a:effectLst/>
                          <a:latin typeface="+mn-lt"/>
                          <a:ea typeface="+mn-ea"/>
                          <a:cs typeface="+mn-cs"/>
                        </a:rPr>
                        <a:t>- Integrity Monitor</a:t>
                      </a:r>
                    </a:p>
                    <a:p>
                      <a:r>
                        <a:rPr lang="en-GB" sz="1600" kern="1200" noProof="0" dirty="0">
                          <a:solidFill>
                            <a:schemeClr val="dk1"/>
                          </a:solidFill>
                          <a:effectLst/>
                          <a:latin typeface="+mn-lt"/>
                          <a:ea typeface="+mn-ea"/>
                          <a:cs typeface="+mn-cs"/>
                        </a:rPr>
                        <a:t>- Oversight Dashboard</a:t>
                      </a:r>
                    </a:p>
                    <a:p>
                      <a:r>
                        <a:rPr lang="en-GB" sz="1600" kern="1200" noProof="0" dirty="0">
                          <a:solidFill>
                            <a:schemeClr val="dk1"/>
                          </a:solidFill>
                          <a:effectLst/>
                          <a:latin typeface="+mn-lt"/>
                          <a:ea typeface="+mn-ea"/>
                          <a:cs typeface="+mn-cs"/>
                        </a:rPr>
                        <a:t>- Governance Risk Indicator</a:t>
                      </a:r>
                    </a:p>
                    <a:p>
                      <a:r>
                        <a:rPr lang="en-GB" sz="1600" kern="1200" noProof="0" dirty="0">
                          <a:solidFill>
                            <a:schemeClr val="dk1"/>
                          </a:solidFill>
                          <a:effectLst/>
                          <a:latin typeface="+mn-lt"/>
                          <a:ea typeface="+mn-ea"/>
                          <a:cs typeface="+mn-cs"/>
                        </a:rPr>
                        <a:t>- Breach Detection Subsystem</a:t>
                      </a:r>
                    </a:p>
                  </a:txBody>
                  <a:tcPr>
                    <a:solidFill>
                      <a:srgbClr val="D6DCDF"/>
                    </a:solidFill>
                  </a:tcPr>
                </a:tc>
                <a:tc>
                  <a:txBody>
                    <a:bodyPr/>
                    <a:lstStyle/>
                    <a:p>
                      <a:r>
                        <a:rPr lang="en-GB" sz="1600" kern="1200" noProof="0" dirty="0">
                          <a:solidFill>
                            <a:schemeClr val="dk1"/>
                          </a:solidFill>
                          <a:effectLst/>
                          <a:latin typeface="+mn-lt"/>
                          <a:ea typeface="+mn-ea"/>
                          <a:cs typeface="+mn-cs"/>
                        </a:rPr>
                        <a:t>- TS‑Gov (Governance Test Suite)</a:t>
                      </a:r>
                    </a:p>
                    <a:p>
                      <a:r>
                        <a:rPr lang="en-GB" sz="1600" kern="1200" noProof="0" dirty="0">
                          <a:solidFill>
                            <a:schemeClr val="dk1"/>
                          </a:solidFill>
                          <a:effectLst/>
                          <a:latin typeface="+mn-lt"/>
                          <a:ea typeface="+mn-ea"/>
                          <a:cs typeface="+mn-cs"/>
                        </a:rPr>
                        <a:t>- Audit Toolkit</a:t>
                      </a:r>
                    </a:p>
                    <a:p>
                      <a:r>
                        <a:rPr lang="en-GB" sz="1600" kern="1200" noProof="0" dirty="0">
                          <a:solidFill>
                            <a:schemeClr val="dk1"/>
                          </a:solidFill>
                          <a:effectLst/>
                          <a:latin typeface="+mn-lt"/>
                          <a:ea typeface="+mn-ea"/>
                          <a:cs typeface="+mn-cs"/>
                        </a:rPr>
                        <a:t>- Integrity Scanner</a:t>
                      </a:r>
                    </a:p>
                    <a:p>
                      <a:r>
                        <a:rPr lang="en-GB" sz="1600" kern="1200" noProof="0" dirty="0">
                          <a:solidFill>
                            <a:schemeClr val="dk1"/>
                          </a:solidFill>
                          <a:effectLst/>
                          <a:latin typeface="+mn-lt"/>
                          <a:ea typeface="+mn-ea"/>
                          <a:cs typeface="+mn-cs"/>
                        </a:rPr>
                        <a:t>- Transparency Dashboard Tools</a:t>
                      </a:r>
                    </a:p>
                    <a:p>
                      <a:endParaRPr lang="en-GB" sz="1600" noProof="0" dirty="0">
                        <a:latin typeface="+mn-lt"/>
                      </a:endParaRPr>
                    </a:p>
                  </a:txBody>
                  <a:tcPr>
                    <a:solidFill>
                      <a:srgbClr val="D6DCDF"/>
                    </a:solidFill>
                  </a:tcPr>
                </a:tc>
                <a:tc vMerge="1">
                  <a:txBody>
                    <a:bodyPr/>
                    <a:lstStyle/>
                    <a:p>
                      <a:endParaRPr lang="en-GB" sz="1600" dirty="0">
                        <a:latin typeface="+mn-lt"/>
                      </a:endParaRPr>
                    </a:p>
                  </a:txBody>
                  <a:tcPr>
                    <a:solidFill>
                      <a:srgbClr val="D6DCDF"/>
                    </a:solidFill>
                  </a:tcPr>
                </a:tc>
                <a:extLst>
                  <a:ext uri="{0D108BD9-81ED-4DB2-BD59-A6C34878D82A}">
                    <a16:rowId xmlns:a16="http://schemas.microsoft.com/office/drawing/2014/main" val="3847293035"/>
                  </a:ext>
                </a:extLst>
              </a:tr>
              <a:tr h="0">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600" noProof="0" dirty="0">
                          <a:effectLst/>
                          <a:latin typeface="+mn-lt"/>
                        </a:rPr>
                        <a:t>Civic Participation &amp; Consent</a:t>
                      </a:r>
                    </a:p>
                  </a:txBody>
                  <a:tcPr>
                    <a:solidFill>
                      <a:srgbClr val="D6DCDF"/>
                    </a:solidFill>
                  </a:tcPr>
                </a:tc>
                <a:tc>
                  <a:txBody>
                    <a:bodyPr/>
                    <a:lstStyle/>
                    <a:p>
                      <a:r>
                        <a:rPr lang="en-GB" sz="1600" kern="1200" noProof="0" dirty="0">
                          <a:solidFill>
                            <a:schemeClr val="dk1"/>
                          </a:solidFill>
                          <a:effectLst/>
                          <a:latin typeface="+mn-lt"/>
                          <a:ea typeface="+mn-ea"/>
                          <a:cs typeface="+mn-cs"/>
                        </a:rPr>
                        <a:t>- Civic Input Router</a:t>
                      </a:r>
                    </a:p>
                    <a:p>
                      <a:r>
                        <a:rPr lang="en-GB" sz="1600" kern="1200" noProof="0" dirty="0">
                          <a:solidFill>
                            <a:schemeClr val="dk1"/>
                          </a:solidFill>
                          <a:effectLst/>
                          <a:latin typeface="+mn-lt"/>
                          <a:ea typeface="+mn-ea"/>
                          <a:cs typeface="+mn-cs"/>
                        </a:rPr>
                        <a:t>- Participation Channels Subsystem</a:t>
                      </a:r>
                    </a:p>
                    <a:p>
                      <a:r>
                        <a:rPr lang="en-GB" sz="1600" kern="1200" noProof="0" dirty="0">
                          <a:solidFill>
                            <a:schemeClr val="dk1"/>
                          </a:solidFill>
                          <a:effectLst/>
                          <a:latin typeface="+mn-lt"/>
                          <a:ea typeface="+mn-ea"/>
                          <a:cs typeface="+mn-cs"/>
                        </a:rPr>
                        <a:t>- Deliberation Engine</a:t>
                      </a:r>
                    </a:p>
                    <a:p>
                      <a:r>
                        <a:rPr lang="en-GB" sz="1600" kern="1200" noProof="0" dirty="0">
                          <a:solidFill>
                            <a:schemeClr val="dk1"/>
                          </a:solidFill>
                          <a:effectLst/>
                          <a:latin typeface="+mn-lt"/>
                          <a:ea typeface="+mn-ea"/>
                          <a:cs typeface="+mn-cs"/>
                        </a:rPr>
                        <a:t>- Consent Mechanism</a:t>
                      </a:r>
                    </a:p>
                    <a:p>
                      <a:r>
                        <a:rPr lang="en-GB" sz="1600" kern="1200" noProof="0" dirty="0">
                          <a:solidFill>
                            <a:schemeClr val="dk1"/>
                          </a:solidFill>
                          <a:effectLst/>
                          <a:latin typeface="+mn-lt"/>
                          <a:ea typeface="+mn-ea"/>
                          <a:cs typeface="+mn-cs"/>
                        </a:rPr>
                        <a:t>- Feedback Aggregator</a:t>
                      </a:r>
                    </a:p>
                    <a:p>
                      <a:r>
                        <a:rPr lang="en-GB" sz="1600" kern="1200" noProof="0" dirty="0">
                          <a:solidFill>
                            <a:schemeClr val="dk1"/>
                          </a:solidFill>
                          <a:effectLst/>
                          <a:latin typeface="+mn-lt"/>
                          <a:ea typeface="+mn-ea"/>
                          <a:cs typeface="+mn-cs"/>
                        </a:rPr>
                        <a:t>- Representation Mapping Subsystem</a:t>
                      </a:r>
                    </a:p>
                  </a:txBody>
                  <a:tcPr>
                    <a:solidFill>
                      <a:srgbClr val="D6DCDF"/>
                    </a:solidFill>
                  </a:tcPr>
                </a:tc>
                <a:tc>
                  <a:txBody>
                    <a:bodyPr/>
                    <a:lstStyle/>
                    <a:p>
                      <a:r>
                        <a:rPr lang="en-GB" sz="1600" kern="1200" noProof="0" dirty="0">
                          <a:solidFill>
                            <a:schemeClr val="dk1"/>
                          </a:solidFill>
                          <a:effectLst/>
                          <a:latin typeface="+mn-lt"/>
                          <a:ea typeface="+mn-ea"/>
                          <a:cs typeface="+mn-cs"/>
                        </a:rPr>
                        <a:t>Civic Participation &amp; Consent:</a:t>
                      </a:r>
                    </a:p>
                    <a:p>
                      <a:r>
                        <a:rPr lang="en-GB" sz="1600" kern="1200" noProof="0" dirty="0">
                          <a:solidFill>
                            <a:schemeClr val="dk1"/>
                          </a:solidFill>
                          <a:effectLst/>
                          <a:latin typeface="+mn-lt"/>
                          <a:ea typeface="+mn-ea"/>
                          <a:cs typeface="+mn-cs"/>
                        </a:rPr>
                        <a:t>- Civic Input API</a:t>
                      </a:r>
                    </a:p>
                    <a:p>
                      <a:r>
                        <a:rPr lang="en-GB" sz="1600" kern="1200" noProof="0" dirty="0">
                          <a:solidFill>
                            <a:schemeClr val="dk1"/>
                          </a:solidFill>
                          <a:effectLst/>
                          <a:latin typeface="+mn-lt"/>
                          <a:ea typeface="+mn-ea"/>
                          <a:cs typeface="+mn-cs"/>
                        </a:rPr>
                        <a:t>- Deliberation Tools</a:t>
                      </a:r>
                    </a:p>
                    <a:p>
                      <a:r>
                        <a:rPr lang="en-GB" sz="1600" kern="1200" noProof="0" dirty="0">
                          <a:solidFill>
                            <a:schemeClr val="dk1"/>
                          </a:solidFill>
                          <a:effectLst/>
                          <a:latin typeface="+mn-lt"/>
                          <a:ea typeface="+mn-ea"/>
                          <a:cs typeface="+mn-cs"/>
                        </a:rPr>
                        <a:t>- Consent Verification Engine</a:t>
                      </a:r>
                    </a:p>
                    <a:p>
                      <a:endParaRPr lang="en-GB" sz="1600" noProof="0" dirty="0">
                        <a:latin typeface="+mn-lt"/>
                      </a:endParaRPr>
                    </a:p>
                  </a:txBody>
                  <a:tcPr>
                    <a:solidFill>
                      <a:srgbClr val="D6DCDF"/>
                    </a:solidFill>
                  </a:tcPr>
                </a:tc>
                <a:tc vMerge="1">
                  <a:txBody>
                    <a:bodyPr/>
                    <a:lstStyle/>
                    <a:p>
                      <a:endParaRPr lang="en-GB" sz="1600" dirty="0">
                        <a:latin typeface="+mn-lt"/>
                      </a:endParaRPr>
                    </a:p>
                  </a:txBody>
                  <a:tcPr>
                    <a:solidFill>
                      <a:srgbClr val="D6DCDF"/>
                    </a:solidFill>
                  </a:tcPr>
                </a:tc>
                <a:extLst>
                  <a:ext uri="{0D108BD9-81ED-4DB2-BD59-A6C34878D82A}">
                    <a16:rowId xmlns:a16="http://schemas.microsoft.com/office/drawing/2014/main" val="3825252355"/>
                  </a:ext>
                </a:extLst>
              </a:tr>
            </a:tbl>
          </a:graphicData>
        </a:graphic>
      </p:graphicFrame>
      <p:sp>
        <p:nvSpPr>
          <p:cNvPr id="6" name="TextBox 5">
            <a:extLst>
              <a:ext uri="{FF2B5EF4-FFF2-40B4-BE49-F238E27FC236}">
                <a16:creationId xmlns:a16="http://schemas.microsoft.com/office/drawing/2014/main" id="{A56C6671-4306-44DF-B9CA-0A82999E7476}"/>
              </a:ext>
            </a:extLst>
          </p:cNvPr>
          <p:cNvSpPr txBox="1"/>
          <p:nvPr/>
        </p:nvSpPr>
        <p:spPr>
          <a:xfrm>
            <a:off x="12745615" y="261428"/>
            <a:ext cx="2814541" cy="4801314"/>
          </a:xfrm>
          <a:prstGeom prst="rect">
            <a:avLst/>
          </a:prstGeom>
          <a:noFill/>
        </p:spPr>
        <p:txBody>
          <a:bodyPr wrap="square" rtlCol="0">
            <a:spAutoFit/>
          </a:bodyPr>
          <a:lstStyle/>
          <a:p>
            <a:r>
              <a:rPr lang="en-GB" b="1" noProof="0" dirty="0"/>
              <a:t>6. Notes / Design Intent</a:t>
            </a:r>
          </a:p>
          <a:p>
            <a:r>
              <a:rPr lang="en-GB" noProof="0" dirty="0"/>
              <a:t>Governance is the “control plane” of </a:t>
            </a:r>
            <a:r>
              <a:rPr lang="en-GB" noProof="0" dirty="0" err="1"/>
              <a:t>CivOS</a:t>
            </a:r>
            <a:r>
              <a:rPr lang="en-GB" noProof="0" dirty="0"/>
              <a:t>.</a:t>
            </a:r>
          </a:p>
          <a:p>
            <a:endParaRPr lang="en-GB" noProof="0" dirty="0"/>
          </a:p>
          <a:p>
            <a:r>
              <a:rPr lang="en-GB" noProof="0" dirty="0"/>
              <a:t>Subsystems produce, validate, and route decisions.</a:t>
            </a:r>
          </a:p>
          <a:p>
            <a:endParaRPr lang="en-GB" noProof="0" dirty="0"/>
          </a:p>
          <a:p>
            <a:r>
              <a:rPr lang="en-GB" noProof="0" dirty="0"/>
              <a:t>Instruments enforce quality, transparency, and compliance.</a:t>
            </a:r>
          </a:p>
          <a:p>
            <a:endParaRPr lang="en-GB" noProof="0" dirty="0"/>
          </a:p>
          <a:p>
            <a:r>
              <a:rPr lang="en-GB" noProof="0" dirty="0"/>
              <a:t>Interfaces ensure governance interacts with all other Families.</a:t>
            </a:r>
          </a:p>
          <a:p>
            <a:br>
              <a:rPr lang="en-GB" noProof="0" dirty="0"/>
            </a:br>
            <a:endParaRPr lang="en-GB" noProof="0" dirty="0"/>
          </a:p>
        </p:txBody>
      </p:sp>
      <p:pic>
        <p:nvPicPr>
          <p:cNvPr id="8" name="Picture 7">
            <a:hlinkClick r:id="rId3" action="ppaction://hlinksldjump"/>
            <a:extLst>
              <a:ext uri="{FF2B5EF4-FFF2-40B4-BE49-F238E27FC236}">
                <a16:creationId xmlns:a16="http://schemas.microsoft.com/office/drawing/2014/main" id="{AFFBA7BC-0334-5FD3-4687-7D02E2DE5248}"/>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31655280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03410-0B2A-E686-5FFF-961574870017}"/>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3E91D36-5C28-10D1-EFA8-E83AFF981D27}"/>
              </a:ext>
            </a:extLst>
          </p:cNvPr>
          <p:cNvSpPr>
            <a:spLocks noGrp="1"/>
          </p:cNvSpPr>
          <p:nvPr>
            <p:ph type="title"/>
          </p:nvPr>
        </p:nvSpPr>
        <p:spPr>
          <a:xfrm>
            <a:off x="-1" y="7745168"/>
            <a:ext cx="15840075" cy="352976"/>
          </a:xfrm>
          <a:solidFill>
            <a:srgbClr val="C62828">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horz" rtlCol="0" anchor="ctr">
            <a:noAutofit/>
          </a:bodyPr>
          <a:lstStyle/>
          <a:p>
            <a:pPr defTabSz="457200"/>
            <a:r>
              <a:rPr lang="en-GB" sz="1800" b="1" noProof="0" dirty="0">
                <a:solidFill>
                  <a:schemeClr val="tx1"/>
                </a:solidFill>
                <a:latin typeface="+mn-lt"/>
                <a:ea typeface="+mn-ea"/>
                <a:cs typeface="+mn-cs"/>
              </a:rPr>
              <a:t>2. Risk &amp; Coordination</a:t>
            </a:r>
          </a:p>
        </p:txBody>
      </p:sp>
      <p:graphicFrame>
        <p:nvGraphicFramePr>
          <p:cNvPr id="5" name="Table 4">
            <a:extLst>
              <a:ext uri="{FF2B5EF4-FFF2-40B4-BE49-F238E27FC236}">
                <a16:creationId xmlns:a16="http://schemas.microsoft.com/office/drawing/2014/main" id="{799C0048-6306-8207-FFF9-1B49DB70B592}"/>
              </a:ext>
            </a:extLst>
          </p:cNvPr>
          <p:cNvGraphicFramePr>
            <a:graphicFrameLocks noGrp="1"/>
          </p:cNvGraphicFramePr>
          <p:nvPr>
            <p:extLst>
              <p:ext uri="{D42A27DB-BD31-4B8C-83A1-F6EECF244321}">
                <p14:modId xmlns:p14="http://schemas.microsoft.com/office/powerpoint/2010/main" val="48996628"/>
              </p:ext>
            </p:extLst>
          </p:nvPr>
        </p:nvGraphicFramePr>
        <p:xfrm>
          <a:off x="279919" y="261428"/>
          <a:ext cx="12316408" cy="6949798"/>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tx1"/>
                          </a:solidFill>
                        </a:rPr>
                        <a:t>Module</a:t>
                      </a:r>
                    </a:p>
                  </a:txBody>
                  <a:tcPr>
                    <a:solidFill>
                      <a:srgbClr val="E8A9A9"/>
                    </a:solidFill>
                  </a:tcPr>
                </a:tc>
                <a:tc>
                  <a:txBody>
                    <a:bodyPr/>
                    <a:lstStyle/>
                    <a:p>
                      <a:r>
                        <a:rPr lang="en-GB" sz="1600" b="1" noProof="0" dirty="0">
                          <a:solidFill>
                            <a:schemeClr val="tx1"/>
                          </a:solidFill>
                        </a:rPr>
                        <a:t>L3</a:t>
                      </a:r>
                      <a:r>
                        <a:rPr lang="en-GB" sz="1600" b="1" baseline="0" noProof="0" dirty="0">
                          <a:solidFill>
                            <a:schemeClr val="tx1"/>
                          </a:solidFill>
                        </a:rPr>
                        <a:t> Subsystems </a:t>
                      </a:r>
                      <a:endParaRPr lang="en-GB" sz="1600" b="1" noProof="0" dirty="0">
                        <a:solidFill>
                          <a:schemeClr val="tx1"/>
                        </a:solidFill>
                      </a:endParaRPr>
                    </a:p>
                  </a:txBody>
                  <a:tcPr>
                    <a:solidFill>
                      <a:srgbClr val="E8A9A9"/>
                    </a:solidFill>
                  </a:tcPr>
                </a:tc>
                <a:tc>
                  <a:txBody>
                    <a:bodyPr/>
                    <a:lstStyle/>
                    <a:p>
                      <a:r>
                        <a:rPr lang="en-GB" sz="1600" b="1" noProof="0" dirty="0">
                          <a:solidFill>
                            <a:schemeClr val="tx1"/>
                          </a:solidFill>
                        </a:rPr>
                        <a:t>L4 Instruments</a:t>
                      </a:r>
                    </a:p>
                  </a:txBody>
                  <a:tcPr>
                    <a:solidFill>
                      <a:srgbClr val="E8A9A9"/>
                    </a:solidFill>
                  </a:tcPr>
                </a:tc>
                <a:tc>
                  <a:txBody>
                    <a:bodyPr/>
                    <a:lstStyle/>
                    <a:p>
                      <a:r>
                        <a:rPr lang="en-GB" sz="1600" b="1" noProof="0" dirty="0">
                          <a:solidFill>
                            <a:schemeClr val="tx1"/>
                          </a:solidFill>
                        </a:rPr>
                        <a:t>L5 Interfaces</a:t>
                      </a:r>
                    </a:p>
                  </a:txBody>
                  <a:tcPr>
                    <a:solidFill>
                      <a:srgbClr val="E8A9A9"/>
                    </a:solidFill>
                  </a:tcPr>
                </a:tc>
                <a:extLst>
                  <a:ext uri="{0D108BD9-81ED-4DB2-BD59-A6C34878D82A}">
                    <a16:rowId xmlns:a16="http://schemas.microsoft.com/office/drawing/2014/main" val="3650292869"/>
                  </a:ext>
                </a:extLst>
              </a:tr>
              <a:tr h="1465029">
                <a:tc>
                  <a:txBody>
                    <a:bodyPr/>
                    <a:lstStyle/>
                    <a:p>
                      <a:r>
                        <a:rPr lang="en-GB" sz="1600" kern="1200" noProof="0" dirty="0">
                          <a:solidFill>
                            <a:schemeClr val="dk1"/>
                          </a:solidFill>
                          <a:effectLst/>
                          <a:latin typeface="+mn-lt"/>
                          <a:ea typeface="+mn-ea"/>
                          <a:cs typeface="+mn-cs"/>
                        </a:rPr>
                        <a:t>Hazard Monitoring</a:t>
                      </a:r>
                    </a:p>
                    <a:p>
                      <a:endParaRPr lang="en-GB" sz="1600" noProof="0" dirty="0">
                        <a:latin typeface="+mn-lt"/>
                      </a:endParaRPr>
                    </a:p>
                  </a:txBody>
                  <a:tcPr>
                    <a:solidFill>
                      <a:srgbClr val="E8A9A9"/>
                    </a:solidFill>
                  </a:tcPr>
                </a:tc>
                <a:tc>
                  <a:txBody>
                    <a:bodyPr/>
                    <a:lstStyle/>
                    <a:p>
                      <a:pPr marL="0" indent="-285750" algn="l" defTabSz="1079906" rtl="0" eaLnBrk="1" latinLnBrk="0" hangingPunct="1">
                        <a:buFontTx/>
                        <a:buChar char="-"/>
                      </a:pPr>
                      <a:r>
                        <a:rPr lang="en-GB" sz="1600" kern="1200" noProof="0" dirty="0">
                          <a:solidFill>
                            <a:schemeClr val="dk1"/>
                          </a:solidFill>
                          <a:effectLst/>
                          <a:latin typeface="+mn-lt"/>
                          <a:ea typeface="+mn-ea"/>
                          <a:cs typeface="+mn-cs"/>
                        </a:rPr>
                        <a:t>Threat Detection Subsystem</a:t>
                      </a:r>
                    </a:p>
                    <a:p>
                      <a:pPr marL="0" indent="-285750" algn="l" defTabSz="1079906" rtl="0" eaLnBrk="1" latinLnBrk="0" hangingPunct="1">
                        <a:buFontTx/>
                        <a:buChar char="-"/>
                      </a:pPr>
                      <a:r>
                        <a:rPr lang="en-GB" sz="1600" kern="1200" noProof="0" dirty="0">
                          <a:solidFill>
                            <a:schemeClr val="dk1"/>
                          </a:solidFill>
                          <a:effectLst/>
                          <a:latin typeface="+mn-lt"/>
                          <a:ea typeface="+mn-ea"/>
                          <a:cs typeface="+mn-cs"/>
                        </a:rPr>
                        <a:t>Early Warning Engine </a:t>
                      </a:r>
                    </a:p>
                    <a:p>
                      <a:pPr marL="0" indent="-285750" algn="l" defTabSz="1079906" rtl="0" eaLnBrk="1" latinLnBrk="0" hangingPunct="1">
                        <a:buFontTx/>
                        <a:buChar char="-"/>
                      </a:pPr>
                      <a:r>
                        <a:rPr lang="en-GB" sz="1600" kern="1200" noProof="0" dirty="0">
                          <a:solidFill>
                            <a:schemeClr val="dk1"/>
                          </a:solidFill>
                          <a:effectLst/>
                          <a:latin typeface="+mn-lt"/>
                          <a:ea typeface="+mn-ea"/>
                          <a:cs typeface="+mn-cs"/>
                        </a:rPr>
                        <a:t>Environmental Hazard Scanner</a:t>
                      </a:r>
                    </a:p>
                    <a:p>
                      <a:pPr marL="0" indent="-285750" algn="l" defTabSz="1079906" rtl="0" eaLnBrk="1" latinLnBrk="0" hangingPunct="1">
                        <a:buFontTx/>
                        <a:buChar char="-"/>
                      </a:pPr>
                      <a:r>
                        <a:rPr lang="en-GB" sz="1600" kern="1200" noProof="0" dirty="0">
                          <a:solidFill>
                            <a:schemeClr val="dk1"/>
                          </a:solidFill>
                          <a:effectLst/>
                          <a:latin typeface="+mn-lt"/>
                          <a:ea typeface="+mn-ea"/>
                          <a:cs typeface="+mn-cs"/>
                        </a:rPr>
                        <a:t>Systemic Risk Monitor</a:t>
                      </a:r>
                    </a:p>
                    <a:p>
                      <a:pPr marL="0" indent="-285750" algn="l" defTabSz="1079906" rtl="0" eaLnBrk="1" latinLnBrk="0" hangingPunct="1">
                        <a:buFontTx/>
                        <a:buChar char="-"/>
                      </a:pPr>
                      <a:r>
                        <a:rPr lang="en-GB" sz="1600" kern="1200" noProof="0" dirty="0">
                          <a:solidFill>
                            <a:schemeClr val="dk1"/>
                          </a:solidFill>
                          <a:effectLst/>
                          <a:latin typeface="+mn-lt"/>
                          <a:ea typeface="+mn-ea"/>
                          <a:cs typeface="+mn-cs"/>
                        </a:rPr>
                        <a:t>Data Integrity Watchdog</a:t>
                      </a:r>
                    </a:p>
                  </a:txBody>
                  <a:tcPr>
                    <a:solidFill>
                      <a:srgbClr val="E8A9A9"/>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Risk Signal Classifier</a:t>
                      </a:r>
                    </a:p>
                    <a:p>
                      <a:pPr marL="0" algn="l" defTabSz="1079906" rtl="0" eaLnBrk="1" latinLnBrk="0" hangingPunct="1"/>
                      <a:r>
                        <a:rPr lang="en-GB" sz="1600" kern="1200" noProof="0" dirty="0">
                          <a:solidFill>
                            <a:schemeClr val="dk1"/>
                          </a:solidFill>
                          <a:effectLst/>
                          <a:latin typeface="+mn-lt"/>
                          <a:ea typeface="+mn-ea"/>
                          <a:cs typeface="+mn-cs"/>
                        </a:rPr>
                        <a:t>- Hazard Scoring Toolkit</a:t>
                      </a:r>
                    </a:p>
                    <a:p>
                      <a:pPr marL="0" algn="l" defTabSz="1079906" rtl="0" eaLnBrk="1" latinLnBrk="0" hangingPunct="1"/>
                      <a:r>
                        <a:rPr lang="en-GB" sz="1600" kern="1200" noProof="0" dirty="0">
                          <a:solidFill>
                            <a:schemeClr val="dk1"/>
                          </a:solidFill>
                          <a:effectLst/>
                          <a:latin typeface="+mn-lt"/>
                          <a:ea typeface="+mn-ea"/>
                          <a:cs typeface="+mn-cs"/>
                        </a:rPr>
                        <a:t>- Integrity Verification Tools</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E8A9A9"/>
                    </a:solidFill>
                  </a:tcPr>
                </a:tc>
                <a:tc rowSpan="4">
                  <a:txBody>
                    <a:bodyPr/>
                    <a:lstStyle/>
                    <a:p>
                      <a:pPr marL="0" algn="l" defTabSz="1079906" rtl="0" eaLnBrk="1" latinLnBrk="0" hangingPunct="1"/>
                      <a:r>
                        <a:rPr lang="en-GB" sz="1600" kern="1200" noProof="0" dirty="0">
                          <a:solidFill>
                            <a:schemeClr val="dk1"/>
                          </a:solidFill>
                          <a:effectLst/>
                          <a:latin typeface="+mn-lt"/>
                          <a:ea typeface="+mn-ea"/>
                          <a:cs typeface="+mn-cs"/>
                        </a:rPr>
                        <a:t>- Risk → Governance (Decision Quality, Mandate Resolution)</a:t>
                      </a:r>
                    </a:p>
                    <a:p>
                      <a:pPr marL="0" algn="l" defTabSz="1079906" rtl="0" eaLnBrk="1" latinLnBrk="0" hangingPunct="1"/>
                      <a:r>
                        <a:rPr lang="en-GB" sz="1600" kern="1200" noProof="0" dirty="0">
                          <a:solidFill>
                            <a:schemeClr val="dk1"/>
                          </a:solidFill>
                          <a:effectLst/>
                          <a:latin typeface="+mn-lt"/>
                          <a:ea typeface="+mn-ea"/>
                          <a:cs typeface="+mn-cs"/>
                        </a:rPr>
                        <a:t>- Risk → Data Integrity (Signal Verification, Source Validation)</a:t>
                      </a:r>
                    </a:p>
                    <a:p>
                      <a:pPr marL="0" algn="l" defTabSz="1079906" rtl="0" eaLnBrk="1" latinLnBrk="0" hangingPunct="1"/>
                      <a:r>
                        <a:rPr lang="en-GB" sz="1600" kern="1200" noProof="0" dirty="0">
                          <a:solidFill>
                            <a:schemeClr val="dk1"/>
                          </a:solidFill>
                          <a:effectLst/>
                          <a:latin typeface="+mn-lt"/>
                          <a:ea typeface="+mn-ea"/>
                          <a:cs typeface="+mn-cs"/>
                        </a:rPr>
                        <a:t>- Risk → Infrastructure (Energy/Water/Transport continuity)</a:t>
                      </a:r>
                    </a:p>
                    <a:p>
                      <a:pPr marL="0" algn="l" defTabSz="1079906" rtl="0" eaLnBrk="1" latinLnBrk="0" hangingPunct="1"/>
                      <a:r>
                        <a:rPr lang="en-GB" sz="1600" kern="1200" noProof="0" dirty="0">
                          <a:solidFill>
                            <a:schemeClr val="dk1"/>
                          </a:solidFill>
                          <a:effectLst/>
                          <a:latin typeface="+mn-lt"/>
                          <a:ea typeface="+mn-ea"/>
                          <a:cs typeface="+mn-cs"/>
                        </a:rPr>
                        <a:t>- Risk → Incentives (Behavioural stabilisation signals)</a:t>
                      </a:r>
                    </a:p>
                    <a:p>
                      <a:pPr marL="0" algn="l" defTabSz="1079906" rtl="0" eaLnBrk="1" latinLnBrk="0" hangingPunct="1"/>
                      <a:r>
                        <a:rPr lang="en-GB" sz="1600" kern="1200" noProof="0" dirty="0">
                          <a:solidFill>
                            <a:schemeClr val="dk1"/>
                          </a:solidFill>
                          <a:effectLst/>
                          <a:latin typeface="+mn-lt"/>
                          <a:ea typeface="+mn-ea"/>
                          <a:cs typeface="+mn-cs"/>
                        </a:rPr>
                        <a:t>- Risk → Cultural Feedback (Public risk perception inputs)</a:t>
                      </a:r>
                    </a:p>
                    <a:p>
                      <a:pPr marL="0" algn="l" defTabSz="1079906" rtl="0" eaLnBrk="1" latinLnBrk="0" hangingPunct="1"/>
                      <a:r>
                        <a:rPr lang="en-GB" sz="1600" kern="1200" noProof="0" dirty="0">
                          <a:solidFill>
                            <a:schemeClr val="dk1"/>
                          </a:solidFill>
                          <a:effectLst/>
                          <a:latin typeface="+mn-lt"/>
                          <a:ea typeface="+mn-ea"/>
                          <a:cs typeface="+mn-cs"/>
                        </a:rPr>
                        <a:t>- Risk → Ecological Systems (Environmental hazard data)</a:t>
                      </a:r>
                      <a:endParaRPr lang="en-GB" sz="1600" noProof="0" dirty="0">
                        <a:latin typeface="+mn-lt"/>
                      </a:endParaRPr>
                    </a:p>
                    <a:p>
                      <a:pPr marL="0" marR="0" lvl="0" indent="0" algn="l" defTabSz="1079906" rtl="0" eaLnBrk="1" fontAlgn="auto" latinLnBrk="0" hangingPunct="1">
                        <a:lnSpc>
                          <a:spcPct val="100000"/>
                        </a:lnSpc>
                        <a:spcBef>
                          <a:spcPts val="0"/>
                        </a:spcBef>
                        <a:spcAft>
                          <a:spcPts val="0"/>
                        </a:spcAft>
                        <a:buClrTx/>
                        <a:buSzTx/>
                        <a:buFontTx/>
                        <a:buNone/>
                        <a:tabLst/>
                        <a:defRPr/>
                      </a:pPr>
                      <a:r>
                        <a:rPr lang="en-GB" sz="1600" kern="1200" noProof="0" dirty="0">
                          <a:solidFill>
                            <a:schemeClr val="dk1"/>
                          </a:solidFill>
                          <a:effectLst/>
                          <a:latin typeface="+mn-lt"/>
                          <a:ea typeface="+mn-ea"/>
                          <a:cs typeface="+mn-cs"/>
                        </a:rPr>
                        <a:t>- Risk → Meta‑Integration (Cross‑system dependency mapping)</a:t>
                      </a:r>
                    </a:p>
                    <a:p>
                      <a:endParaRPr lang="en-GB" sz="1600" noProof="0" dirty="0">
                        <a:latin typeface="+mn-lt"/>
                      </a:endParaRPr>
                    </a:p>
                  </a:txBody>
                  <a:tcPr>
                    <a:solidFill>
                      <a:srgbClr val="E8A9A9"/>
                    </a:solidFill>
                  </a:tcPr>
                </a:tc>
                <a:extLst>
                  <a:ext uri="{0D108BD9-81ED-4DB2-BD59-A6C34878D82A}">
                    <a16:rowId xmlns:a16="http://schemas.microsoft.com/office/drawing/2014/main" val="3739774378"/>
                  </a:ext>
                </a:extLst>
              </a:tr>
              <a:tr h="1659231">
                <a:tc>
                  <a:txBody>
                    <a:bodyPr/>
                    <a:lstStyle/>
                    <a:p>
                      <a:r>
                        <a:rPr lang="en-GB" sz="1600" kern="1200" noProof="0" dirty="0">
                          <a:solidFill>
                            <a:schemeClr val="dk1"/>
                          </a:solidFill>
                          <a:effectLst/>
                          <a:latin typeface="+mn-lt"/>
                          <a:ea typeface="+mn-ea"/>
                          <a:cs typeface="+mn-cs"/>
                        </a:rPr>
                        <a:t>Crisis Response</a:t>
                      </a:r>
                    </a:p>
                    <a:p>
                      <a:endParaRPr lang="en-GB" sz="1600" noProof="0" dirty="0">
                        <a:latin typeface="+mn-lt"/>
                      </a:endParaRPr>
                    </a:p>
                  </a:txBody>
                  <a:tcPr>
                    <a:solidFill>
                      <a:srgbClr val="E8A9A9"/>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Incident Routing Subsystem</a:t>
                      </a:r>
                    </a:p>
                    <a:p>
                      <a:pPr marL="0" algn="l" defTabSz="1079906" rtl="0" eaLnBrk="1" latinLnBrk="0" hangingPunct="1"/>
                      <a:r>
                        <a:rPr lang="en-GB" sz="1600" kern="1200" noProof="0" dirty="0">
                          <a:solidFill>
                            <a:schemeClr val="dk1"/>
                          </a:solidFill>
                          <a:effectLst/>
                          <a:latin typeface="+mn-lt"/>
                          <a:ea typeface="+mn-ea"/>
                          <a:cs typeface="+mn-cs"/>
                        </a:rPr>
                        <a:t>- Emergency Response Engine</a:t>
                      </a:r>
                    </a:p>
                    <a:p>
                      <a:pPr marL="0" algn="l" defTabSz="1079906" rtl="0" eaLnBrk="1" latinLnBrk="0" hangingPunct="1"/>
                      <a:r>
                        <a:rPr lang="en-GB" sz="1600" kern="1200" noProof="0" dirty="0">
                          <a:solidFill>
                            <a:schemeClr val="dk1"/>
                          </a:solidFill>
                          <a:effectLst/>
                          <a:latin typeface="+mn-lt"/>
                          <a:ea typeface="+mn-ea"/>
                          <a:cs typeface="+mn-cs"/>
                        </a:rPr>
                        <a:t>- Resource Mobilisation Subsystem</a:t>
                      </a:r>
                    </a:p>
                    <a:p>
                      <a:pPr marL="0" algn="l" defTabSz="1079906" rtl="0" eaLnBrk="1" latinLnBrk="0" hangingPunct="1"/>
                      <a:r>
                        <a:rPr lang="en-GB" sz="1600" kern="1200" noProof="0" dirty="0">
                          <a:solidFill>
                            <a:schemeClr val="dk1"/>
                          </a:solidFill>
                          <a:effectLst/>
                          <a:latin typeface="+mn-lt"/>
                          <a:ea typeface="+mn-ea"/>
                          <a:cs typeface="+mn-cs"/>
                        </a:rPr>
                        <a:t>- Crisis Protocol Executor</a:t>
                      </a:r>
                    </a:p>
                    <a:p>
                      <a:pPr marL="0" algn="l" defTabSz="1079906" rtl="0" eaLnBrk="1" latinLnBrk="0" hangingPunct="1"/>
                      <a:r>
                        <a:rPr lang="en-GB" sz="1600" kern="1200" noProof="0" dirty="0">
                          <a:solidFill>
                            <a:schemeClr val="dk1"/>
                          </a:solidFill>
                          <a:effectLst/>
                          <a:latin typeface="+mn-lt"/>
                          <a:ea typeface="+mn-ea"/>
                          <a:cs typeface="+mn-cs"/>
                        </a:rPr>
                        <a:t>- Escalation Pathway Manager</a:t>
                      </a:r>
                    </a:p>
                  </a:txBody>
                  <a:tcPr>
                    <a:solidFill>
                      <a:srgbClr val="E8A9A9"/>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Crisis Playbook Engine</a:t>
                      </a:r>
                    </a:p>
                    <a:p>
                      <a:pPr marL="0" algn="l" defTabSz="1079906" rtl="0" eaLnBrk="1" latinLnBrk="0" hangingPunct="1"/>
                      <a:r>
                        <a:rPr lang="en-GB" sz="1600" kern="1200" noProof="0" dirty="0">
                          <a:solidFill>
                            <a:schemeClr val="dk1"/>
                          </a:solidFill>
                          <a:effectLst/>
                          <a:latin typeface="+mn-lt"/>
                          <a:ea typeface="+mn-ea"/>
                          <a:cs typeface="+mn-cs"/>
                        </a:rPr>
                        <a:t>- Response Simulation Tools</a:t>
                      </a:r>
                    </a:p>
                    <a:p>
                      <a:pPr marL="0" algn="l" defTabSz="1079906" rtl="0" eaLnBrk="1" latinLnBrk="0" hangingPunct="1"/>
                      <a:r>
                        <a:rPr lang="en-GB" sz="1600" kern="1200" noProof="0" dirty="0">
                          <a:solidFill>
                            <a:schemeClr val="dk1"/>
                          </a:solidFill>
                          <a:effectLst/>
                          <a:latin typeface="+mn-lt"/>
                          <a:ea typeface="+mn-ea"/>
                          <a:cs typeface="+mn-cs"/>
                        </a:rPr>
                        <a:t>- Emergency Routing Toolkit</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E8A9A9"/>
                    </a:solidFill>
                  </a:tcPr>
                </a:tc>
                <a:tc vMerge="1">
                  <a:txBody>
                    <a:bodyPr/>
                    <a:lstStyle/>
                    <a:p>
                      <a:endParaRPr/>
                    </a:p>
                  </a:txBody>
                  <a:tcPr>
                    <a:solidFill>
                      <a:srgbClr val="E8A9A9"/>
                    </a:solidFill>
                  </a:tcPr>
                </a:tc>
                <a:extLst>
                  <a:ext uri="{0D108BD9-81ED-4DB2-BD59-A6C34878D82A}">
                    <a16:rowId xmlns:a16="http://schemas.microsoft.com/office/drawing/2014/main" val="4189637918"/>
                  </a:ext>
                </a:extLst>
              </a:tr>
              <a:tr h="1434251">
                <a:tc>
                  <a:txBody>
                    <a:bodyPr/>
                    <a:lstStyle/>
                    <a:p>
                      <a:r>
                        <a:rPr lang="en-GB" sz="1600" kern="1200" noProof="0" dirty="0">
                          <a:solidFill>
                            <a:schemeClr val="dk1"/>
                          </a:solidFill>
                          <a:effectLst/>
                          <a:latin typeface="+mn-lt"/>
                          <a:ea typeface="+mn-ea"/>
                          <a:cs typeface="+mn-cs"/>
                        </a:rPr>
                        <a:t>Resilience Systems</a:t>
                      </a:r>
                    </a:p>
                    <a:p>
                      <a:endParaRPr lang="en-GB" sz="1600" noProof="0" dirty="0">
                        <a:latin typeface="+mn-lt"/>
                      </a:endParaRPr>
                    </a:p>
                  </a:txBody>
                  <a:tcPr>
                    <a:solidFill>
                      <a:srgbClr val="E8A9A9"/>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Stress‑Test Engine</a:t>
                      </a:r>
                    </a:p>
                    <a:p>
                      <a:pPr marL="0" algn="l" defTabSz="1079906" rtl="0" eaLnBrk="1" latinLnBrk="0" hangingPunct="1"/>
                      <a:r>
                        <a:rPr lang="en-GB" sz="1600" kern="1200" noProof="0" dirty="0">
                          <a:solidFill>
                            <a:schemeClr val="dk1"/>
                          </a:solidFill>
                          <a:effectLst/>
                          <a:latin typeface="+mn-lt"/>
                          <a:ea typeface="+mn-ea"/>
                          <a:cs typeface="+mn-cs"/>
                        </a:rPr>
                        <a:t>- Vulnerability Mapping Subsystem</a:t>
                      </a:r>
                    </a:p>
                    <a:p>
                      <a:pPr marL="0" algn="l" defTabSz="1079906" rtl="0" eaLnBrk="1" latinLnBrk="0" hangingPunct="1"/>
                      <a:r>
                        <a:rPr lang="en-GB" sz="1600" kern="1200" noProof="0" dirty="0">
                          <a:solidFill>
                            <a:schemeClr val="dk1"/>
                          </a:solidFill>
                          <a:effectLst/>
                          <a:latin typeface="+mn-lt"/>
                          <a:ea typeface="+mn-ea"/>
                          <a:cs typeface="+mn-cs"/>
                        </a:rPr>
                        <a:t>- Continuity Planning Engine</a:t>
                      </a:r>
                    </a:p>
                    <a:p>
                      <a:pPr marL="0" algn="l" defTabSz="1079906" rtl="0" eaLnBrk="1" latinLnBrk="0" hangingPunct="1"/>
                      <a:r>
                        <a:rPr lang="en-GB" sz="1600" kern="1200" noProof="0" dirty="0">
                          <a:solidFill>
                            <a:schemeClr val="dk1"/>
                          </a:solidFill>
                          <a:effectLst/>
                          <a:latin typeface="+mn-lt"/>
                          <a:ea typeface="+mn-ea"/>
                          <a:cs typeface="+mn-cs"/>
                        </a:rPr>
                        <a:t>- Adaptive Capacity Monitor</a:t>
                      </a:r>
                    </a:p>
                    <a:p>
                      <a:pPr marL="0" algn="l" defTabSz="1079906" rtl="0" eaLnBrk="1" latinLnBrk="0" hangingPunct="1"/>
                      <a:r>
                        <a:rPr lang="en-GB" sz="1600" kern="1200" noProof="0" dirty="0">
                          <a:solidFill>
                            <a:schemeClr val="dk1"/>
                          </a:solidFill>
                          <a:effectLst/>
                          <a:latin typeface="+mn-lt"/>
                          <a:ea typeface="+mn-ea"/>
                          <a:cs typeface="+mn-cs"/>
                        </a:rPr>
                        <a:t>- Recovery Pathway Generator</a:t>
                      </a:r>
                    </a:p>
                  </a:txBody>
                  <a:tcPr>
                    <a:solidFill>
                      <a:srgbClr val="E8A9A9"/>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Stress‑Test Toolkit</a:t>
                      </a:r>
                    </a:p>
                    <a:p>
                      <a:pPr marL="0" algn="l" defTabSz="1079906" rtl="0" eaLnBrk="1" latinLnBrk="0" hangingPunct="1"/>
                      <a:r>
                        <a:rPr lang="en-GB" sz="1600" kern="1200" noProof="0" dirty="0">
                          <a:solidFill>
                            <a:schemeClr val="dk1"/>
                          </a:solidFill>
                          <a:effectLst/>
                          <a:latin typeface="+mn-lt"/>
                          <a:ea typeface="+mn-ea"/>
                          <a:cs typeface="+mn-cs"/>
                        </a:rPr>
                        <a:t>- Resilience Dashboard</a:t>
                      </a:r>
                    </a:p>
                    <a:p>
                      <a:pPr marL="0" algn="l" defTabSz="1079906" rtl="0" eaLnBrk="1" latinLnBrk="0" hangingPunct="1"/>
                      <a:r>
                        <a:rPr lang="en-GB" sz="1600" kern="1200" noProof="0" dirty="0">
                          <a:solidFill>
                            <a:schemeClr val="dk1"/>
                          </a:solidFill>
                          <a:effectLst/>
                          <a:latin typeface="+mn-lt"/>
                          <a:ea typeface="+mn-ea"/>
                          <a:cs typeface="+mn-cs"/>
                        </a:rPr>
                        <a:t>- Adaptive Capacity Tools</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E8A9A9"/>
                    </a:solidFill>
                  </a:tcPr>
                </a:tc>
                <a:tc vMerge="1">
                  <a:txBody>
                    <a:bodyPr/>
                    <a:lstStyle/>
                    <a:p>
                      <a:endParaRPr/>
                    </a:p>
                  </a:txBody>
                  <a:tcPr>
                    <a:solidFill>
                      <a:srgbClr val="E8A9A9"/>
                    </a:solidFill>
                  </a:tcPr>
                </a:tc>
                <a:extLst>
                  <a:ext uri="{0D108BD9-81ED-4DB2-BD59-A6C34878D82A}">
                    <a16:rowId xmlns:a16="http://schemas.microsoft.com/office/drawing/2014/main" val="3847293035"/>
                  </a:ext>
                </a:extLst>
              </a:tr>
              <a:tr h="0">
                <a:tc>
                  <a:txBody>
                    <a:bodyPr/>
                    <a:lstStyle/>
                    <a:p>
                      <a:r>
                        <a:rPr lang="en-GB" sz="1600" kern="1200" noProof="0" dirty="0">
                          <a:solidFill>
                            <a:schemeClr val="dk1"/>
                          </a:solidFill>
                          <a:effectLst/>
                          <a:latin typeface="+mn-lt"/>
                          <a:ea typeface="+mn-ea"/>
                          <a:cs typeface="+mn-cs"/>
                        </a:rPr>
                        <a:t>Coordination &amp; Continuity</a:t>
                      </a:r>
                    </a:p>
                  </a:txBody>
                  <a:tcPr>
                    <a:solidFill>
                      <a:srgbClr val="E8A9A9"/>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Inter‑Agency Coordination Hub</a:t>
                      </a:r>
                    </a:p>
                    <a:p>
                      <a:pPr marL="0" algn="l" defTabSz="1079906" rtl="0" eaLnBrk="1" latinLnBrk="0" hangingPunct="1"/>
                      <a:r>
                        <a:rPr lang="en-GB" sz="1600" kern="1200" noProof="0" dirty="0">
                          <a:solidFill>
                            <a:schemeClr val="dk1"/>
                          </a:solidFill>
                          <a:effectLst/>
                          <a:latin typeface="+mn-lt"/>
                          <a:ea typeface="+mn-ea"/>
                          <a:cs typeface="+mn-cs"/>
                        </a:rPr>
                        <a:t>- Cross‑System Synchronisation Subsystem</a:t>
                      </a:r>
                    </a:p>
                    <a:p>
                      <a:pPr marL="0" algn="l" defTabSz="1079906" rtl="0" eaLnBrk="1" latinLnBrk="0" hangingPunct="1"/>
                      <a:r>
                        <a:rPr lang="en-GB" sz="1600" kern="1200" noProof="0" dirty="0">
                          <a:solidFill>
                            <a:schemeClr val="dk1"/>
                          </a:solidFill>
                          <a:effectLst/>
                          <a:latin typeface="+mn-lt"/>
                          <a:ea typeface="+mn-ea"/>
                          <a:cs typeface="+mn-cs"/>
                        </a:rPr>
                        <a:t>- Continuity of Operations Engine</a:t>
                      </a:r>
                    </a:p>
                    <a:p>
                      <a:pPr marL="0" algn="l" defTabSz="1079906" rtl="0" eaLnBrk="1" latinLnBrk="0" hangingPunct="1"/>
                      <a:r>
                        <a:rPr lang="en-GB" sz="1600" kern="1200" noProof="0" dirty="0">
                          <a:solidFill>
                            <a:schemeClr val="dk1"/>
                          </a:solidFill>
                          <a:effectLst/>
                          <a:latin typeface="+mn-lt"/>
                          <a:ea typeface="+mn-ea"/>
                          <a:cs typeface="+mn-cs"/>
                        </a:rPr>
                        <a:t>- Dependency Stabilisation Subsystem</a:t>
                      </a:r>
                    </a:p>
                    <a:p>
                      <a:pPr marL="0" algn="l" defTabSz="1079906" rtl="0" eaLnBrk="1" latinLnBrk="0" hangingPunct="1"/>
                      <a:r>
                        <a:rPr lang="en-GB" sz="1600" kern="1200" noProof="0" dirty="0">
                          <a:solidFill>
                            <a:schemeClr val="dk1"/>
                          </a:solidFill>
                          <a:effectLst/>
                          <a:latin typeface="+mn-lt"/>
                          <a:ea typeface="+mn-ea"/>
                          <a:cs typeface="+mn-cs"/>
                        </a:rPr>
                        <a:t>- Coordination Protocol Manager</a:t>
                      </a:r>
                    </a:p>
                  </a:txBody>
                  <a:tcPr>
                    <a:solidFill>
                      <a:srgbClr val="E8A9A9"/>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Coordination Protocol Library</a:t>
                      </a:r>
                    </a:p>
                    <a:p>
                      <a:pPr marL="0" algn="l" defTabSz="1079906" rtl="0" eaLnBrk="1" latinLnBrk="0" hangingPunct="1"/>
                      <a:r>
                        <a:rPr lang="en-GB" sz="1600" kern="1200" noProof="0" dirty="0">
                          <a:solidFill>
                            <a:schemeClr val="dk1"/>
                          </a:solidFill>
                          <a:effectLst/>
                          <a:latin typeface="+mn-lt"/>
                          <a:ea typeface="+mn-ea"/>
                          <a:cs typeface="+mn-cs"/>
                        </a:rPr>
                        <a:t>- Synchronisation Tools</a:t>
                      </a:r>
                    </a:p>
                    <a:p>
                      <a:pPr marL="0" algn="l" defTabSz="1079906" rtl="0" eaLnBrk="1" latinLnBrk="0" hangingPunct="1"/>
                      <a:r>
                        <a:rPr lang="en-GB" sz="1600" kern="1200" noProof="0" dirty="0">
                          <a:solidFill>
                            <a:schemeClr val="dk1"/>
                          </a:solidFill>
                          <a:effectLst/>
                          <a:latin typeface="+mn-lt"/>
                          <a:ea typeface="+mn-ea"/>
                          <a:cs typeface="+mn-cs"/>
                        </a:rPr>
                        <a:t>- Continuity Planning Toolkit</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E8A9A9"/>
                    </a:solidFill>
                  </a:tcPr>
                </a:tc>
                <a:tc vMerge="1">
                  <a:txBody>
                    <a:bodyPr/>
                    <a:lstStyle/>
                    <a:p>
                      <a:endParaRPr lang="en-GB" sz="1600" dirty="0">
                        <a:latin typeface="+mn-lt"/>
                      </a:endParaRPr>
                    </a:p>
                  </a:txBody>
                  <a:tcPr>
                    <a:solidFill>
                      <a:srgbClr val="E8A9A9"/>
                    </a:solidFill>
                  </a:tcPr>
                </a:tc>
                <a:extLst>
                  <a:ext uri="{0D108BD9-81ED-4DB2-BD59-A6C34878D82A}">
                    <a16:rowId xmlns:a16="http://schemas.microsoft.com/office/drawing/2014/main" val="3825252355"/>
                  </a:ext>
                </a:extLst>
              </a:tr>
            </a:tbl>
          </a:graphicData>
        </a:graphic>
      </p:graphicFrame>
      <p:sp>
        <p:nvSpPr>
          <p:cNvPr id="6" name="TextBox 5">
            <a:extLst>
              <a:ext uri="{FF2B5EF4-FFF2-40B4-BE49-F238E27FC236}">
                <a16:creationId xmlns:a16="http://schemas.microsoft.com/office/drawing/2014/main" id="{9AA18AEA-C52A-977E-F8A4-85773BF71BA7}"/>
              </a:ext>
            </a:extLst>
          </p:cNvPr>
          <p:cNvSpPr txBox="1"/>
          <p:nvPr/>
        </p:nvSpPr>
        <p:spPr>
          <a:xfrm>
            <a:off x="12745615" y="261428"/>
            <a:ext cx="2814541" cy="7017306"/>
          </a:xfrm>
          <a:prstGeom prst="rect">
            <a:avLst/>
          </a:prstGeom>
          <a:noFill/>
        </p:spPr>
        <p:txBody>
          <a:bodyPr wrap="square" rtlCol="0">
            <a:spAutoFit/>
          </a:bodyPr>
          <a:lstStyle/>
          <a:p>
            <a:r>
              <a:rPr lang="en-GB" b="1" noProof="0" dirty="0"/>
              <a:t>6. Notes / Design Intent</a:t>
            </a:r>
          </a:p>
          <a:p>
            <a:r>
              <a:rPr lang="en-GB" noProof="0" dirty="0"/>
              <a:t>Cross‑cutting:</a:t>
            </a:r>
          </a:p>
          <a:p>
            <a:r>
              <a:rPr lang="en-GB" noProof="0" dirty="0"/>
              <a:t>- Risk signals propagate across all Families.</a:t>
            </a:r>
          </a:p>
          <a:p>
            <a:r>
              <a:rPr lang="en-GB" noProof="0" dirty="0"/>
              <a:t>- Crisis Response depends on real‑time data integrity.</a:t>
            </a:r>
          </a:p>
          <a:p>
            <a:r>
              <a:rPr lang="en-GB" noProof="0" dirty="0"/>
              <a:t>- Resilience Systems feed into long‑term planning and stress‑testing.</a:t>
            </a:r>
          </a:p>
          <a:p>
            <a:endParaRPr lang="en-GB" noProof="0" dirty="0"/>
          </a:p>
          <a:p>
            <a:r>
              <a:rPr lang="en-GB" noProof="0" dirty="0"/>
              <a:t>Design intent:</a:t>
            </a:r>
          </a:p>
          <a:p>
            <a:r>
              <a:rPr lang="en-GB" noProof="0" dirty="0"/>
              <a:t>- Family 2 is the “stability backbone” of </a:t>
            </a:r>
            <a:r>
              <a:rPr lang="en-GB" noProof="0" dirty="0" err="1"/>
              <a:t>CivOS</a:t>
            </a:r>
            <a:r>
              <a:rPr lang="en-GB" noProof="0" dirty="0"/>
              <a:t>.</a:t>
            </a:r>
          </a:p>
          <a:p>
            <a:r>
              <a:rPr lang="en-GB" noProof="0" dirty="0"/>
              <a:t>- Subsystems detect, route, and mitigate threats.</a:t>
            </a:r>
          </a:p>
          <a:p>
            <a:r>
              <a:rPr lang="en-GB" noProof="0" dirty="0"/>
              <a:t>- Instruments provide scoring, simulation, and protocol execution.</a:t>
            </a:r>
          </a:p>
          <a:p>
            <a:r>
              <a:rPr lang="en-GB" noProof="0" dirty="0"/>
              <a:t>- Interfaces ensure risk information flows into governance, infrastructure, ecology,</a:t>
            </a:r>
          </a:p>
          <a:p>
            <a:br>
              <a:rPr lang="en-GB" noProof="0" dirty="0"/>
            </a:br>
            <a:endParaRPr lang="en-GB" noProof="0" dirty="0"/>
          </a:p>
        </p:txBody>
      </p:sp>
      <p:pic>
        <p:nvPicPr>
          <p:cNvPr id="8" name="Picture 7">
            <a:hlinkClick r:id="rId3" action="ppaction://hlinksldjump"/>
            <a:extLst>
              <a:ext uri="{FF2B5EF4-FFF2-40B4-BE49-F238E27FC236}">
                <a16:creationId xmlns:a16="http://schemas.microsoft.com/office/drawing/2014/main" id="{643931C7-ECC4-AEE1-67B7-A3683F76B287}"/>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17516479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F726D-9633-8DFA-7183-CE2453B1DEDC}"/>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FDA0937-1327-BCF1-2448-1118AC45789D}"/>
              </a:ext>
            </a:extLst>
          </p:cNvPr>
          <p:cNvSpPr>
            <a:spLocks noGrp="1"/>
          </p:cNvSpPr>
          <p:nvPr>
            <p:ph type="title"/>
          </p:nvPr>
        </p:nvSpPr>
        <p:spPr>
          <a:xfrm>
            <a:off x="-1" y="7745168"/>
            <a:ext cx="15840075" cy="352976"/>
          </a:xfrm>
          <a:solidFill>
            <a:srgbClr val="A1C1E6"/>
          </a:solidFill>
          <a:ln w="31750"/>
        </p:spPr>
        <p:style>
          <a:lnRef idx="2">
            <a:schemeClr val="accent1">
              <a:shade val="15000"/>
            </a:schemeClr>
          </a:lnRef>
          <a:fillRef idx="1">
            <a:schemeClr val="accent1"/>
          </a:fillRef>
          <a:effectRef idx="0">
            <a:schemeClr val="accent1"/>
          </a:effectRef>
          <a:fontRef idx="minor">
            <a:schemeClr val="lt1"/>
          </a:fontRef>
        </p:style>
        <p:txBody>
          <a:bodyPr vert="horz" rtlCol="0" anchor="ctr">
            <a:noAutofit/>
          </a:bodyPr>
          <a:lstStyle/>
          <a:p>
            <a:pPr defTabSz="457200"/>
            <a:r>
              <a:rPr lang="en-GB" sz="1800" b="1" noProof="0" dirty="0">
                <a:solidFill>
                  <a:schemeClr val="tx1"/>
                </a:solidFill>
                <a:latin typeface="+mn-lt"/>
                <a:ea typeface="+mn-ea"/>
                <a:cs typeface="+mn-cs"/>
              </a:rPr>
              <a:t>3. Data Integrity and Audit</a:t>
            </a:r>
          </a:p>
        </p:txBody>
      </p:sp>
      <p:graphicFrame>
        <p:nvGraphicFramePr>
          <p:cNvPr id="5" name="Table 4">
            <a:extLst>
              <a:ext uri="{FF2B5EF4-FFF2-40B4-BE49-F238E27FC236}">
                <a16:creationId xmlns:a16="http://schemas.microsoft.com/office/drawing/2014/main" id="{F51A16CE-B1A5-CCBB-9023-091CE1CCC543}"/>
              </a:ext>
            </a:extLst>
          </p:cNvPr>
          <p:cNvGraphicFramePr>
            <a:graphicFrameLocks noGrp="1"/>
          </p:cNvGraphicFramePr>
          <p:nvPr>
            <p:extLst>
              <p:ext uri="{D42A27DB-BD31-4B8C-83A1-F6EECF244321}">
                <p14:modId xmlns:p14="http://schemas.microsoft.com/office/powerpoint/2010/main" val="2953048623"/>
              </p:ext>
            </p:extLst>
          </p:nvPr>
        </p:nvGraphicFramePr>
        <p:xfrm>
          <a:off x="279919" y="261428"/>
          <a:ext cx="12316408" cy="6740118"/>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tx1"/>
                          </a:solidFill>
                        </a:rPr>
                        <a:t>Module</a:t>
                      </a:r>
                    </a:p>
                  </a:txBody>
                  <a:tcPr>
                    <a:solidFill>
                      <a:srgbClr val="A1C1E6"/>
                    </a:solidFill>
                  </a:tcPr>
                </a:tc>
                <a:tc>
                  <a:txBody>
                    <a:bodyPr/>
                    <a:lstStyle/>
                    <a:p>
                      <a:r>
                        <a:rPr lang="en-GB" sz="1600" b="1" noProof="0" dirty="0">
                          <a:solidFill>
                            <a:schemeClr val="tx1"/>
                          </a:solidFill>
                        </a:rPr>
                        <a:t>L3</a:t>
                      </a:r>
                      <a:r>
                        <a:rPr lang="en-GB" sz="1600" b="1" baseline="0" noProof="0" dirty="0">
                          <a:solidFill>
                            <a:schemeClr val="tx1"/>
                          </a:solidFill>
                        </a:rPr>
                        <a:t> Subsystems </a:t>
                      </a:r>
                      <a:endParaRPr lang="en-GB" sz="1600" b="1" noProof="0" dirty="0">
                        <a:solidFill>
                          <a:schemeClr val="tx1"/>
                        </a:solidFill>
                      </a:endParaRPr>
                    </a:p>
                  </a:txBody>
                  <a:tcPr>
                    <a:solidFill>
                      <a:srgbClr val="A1C1E6"/>
                    </a:solidFill>
                  </a:tcPr>
                </a:tc>
                <a:tc>
                  <a:txBody>
                    <a:bodyPr/>
                    <a:lstStyle/>
                    <a:p>
                      <a:r>
                        <a:rPr lang="en-GB" sz="1600" b="1" noProof="0" dirty="0">
                          <a:solidFill>
                            <a:schemeClr val="tx1"/>
                          </a:solidFill>
                        </a:rPr>
                        <a:t>L4 Instruments</a:t>
                      </a:r>
                    </a:p>
                  </a:txBody>
                  <a:tcPr>
                    <a:solidFill>
                      <a:srgbClr val="A1C1E6"/>
                    </a:solidFill>
                  </a:tcPr>
                </a:tc>
                <a:tc>
                  <a:txBody>
                    <a:bodyPr/>
                    <a:lstStyle/>
                    <a:p>
                      <a:r>
                        <a:rPr lang="en-GB" sz="1600" b="1" noProof="0" dirty="0">
                          <a:solidFill>
                            <a:schemeClr val="tx1"/>
                          </a:solidFill>
                        </a:rPr>
                        <a:t>L5 Interfaces</a:t>
                      </a:r>
                    </a:p>
                  </a:txBody>
                  <a:tcPr>
                    <a:solidFill>
                      <a:srgbClr val="A1C1E6"/>
                    </a:solidFill>
                  </a:tcPr>
                </a:tc>
                <a:extLst>
                  <a:ext uri="{0D108BD9-81ED-4DB2-BD59-A6C34878D82A}">
                    <a16:rowId xmlns:a16="http://schemas.microsoft.com/office/drawing/2014/main" val="3650292869"/>
                  </a:ext>
                </a:extLst>
              </a:tr>
              <a:tr h="1465029">
                <a:tc>
                  <a:txBody>
                    <a:bodyPr/>
                    <a:lstStyle/>
                    <a:p>
                      <a:r>
                        <a:rPr lang="en-GB" sz="1600" kern="1200" noProof="0" dirty="0">
                          <a:solidFill>
                            <a:schemeClr val="dk1"/>
                          </a:solidFill>
                          <a:effectLst/>
                          <a:latin typeface="+mn-lt"/>
                          <a:ea typeface="+mn-ea"/>
                          <a:cs typeface="+mn-cs"/>
                        </a:rPr>
                        <a:t>Data Infrastructure</a:t>
                      </a:r>
                      <a:endParaRPr lang="en-GB" sz="1600" noProof="0" dirty="0">
                        <a:latin typeface="+mn-lt"/>
                      </a:endParaRPr>
                    </a:p>
                  </a:txBody>
                  <a:tcPr>
                    <a:solidFill>
                      <a:srgbClr val="A1C1E6"/>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Data Ingestion Subsystem</a:t>
                      </a:r>
                    </a:p>
                    <a:p>
                      <a:pPr marL="0" algn="l" defTabSz="1079906" rtl="0" eaLnBrk="1" latinLnBrk="0" hangingPunct="1"/>
                      <a:r>
                        <a:rPr lang="en-GB" sz="1600" kern="1200" noProof="0" dirty="0">
                          <a:solidFill>
                            <a:schemeClr val="dk1"/>
                          </a:solidFill>
                          <a:effectLst/>
                          <a:latin typeface="+mn-lt"/>
                          <a:ea typeface="+mn-ea"/>
                          <a:cs typeface="+mn-cs"/>
                        </a:rPr>
                        <a:t>- Data Storage Engine</a:t>
                      </a:r>
                    </a:p>
                    <a:p>
                      <a:pPr marL="0" algn="l" defTabSz="1079906" rtl="0" eaLnBrk="1" latinLnBrk="0" hangingPunct="1"/>
                      <a:r>
                        <a:rPr lang="en-GB" sz="1600" kern="1200" noProof="0" dirty="0">
                          <a:solidFill>
                            <a:schemeClr val="dk1"/>
                          </a:solidFill>
                          <a:effectLst/>
                          <a:latin typeface="+mn-lt"/>
                          <a:ea typeface="+mn-ea"/>
                          <a:cs typeface="+mn-cs"/>
                        </a:rPr>
                        <a:t>- Data Pipeline Orchestrator</a:t>
                      </a:r>
                    </a:p>
                    <a:p>
                      <a:pPr marL="0" algn="l" defTabSz="1079906" rtl="0" eaLnBrk="1" latinLnBrk="0" hangingPunct="1"/>
                      <a:r>
                        <a:rPr lang="en-GB" sz="1600" kern="1200" noProof="0" dirty="0">
                          <a:solidFill>
                            <a:schemeClr val="dk1"/>
                          </a:solidFill>
                          <a:effectLst/>
                          <a:latin typeface="+mn-lt"/>
                          <a:ea typeface="+mn-ea"/>
                          <a:cs typeface="+mn-cs"/>
                        </a:rPr>
                        <a:t>- Metadata Registry</a:t>
                      </a:r>
                    </a:p>
                    <a:p>
                      <a:pPr marL="0" algn="l" defTabSz="1079906" rtl="0" eaLnBrk="1" latinLnBrk="0" hangingPunct="1"/>
                      <a:r>
                        <a:rPr lang="en-GB" sz="1600" kern="1200" noProof="0" dirty="0">
                          <a:solidFill>
                            <a:schemeClr val="dk1"/>
                          </a:solidFill>
                          <a:effectLst/>
                          <a:latin typeface="+mn-lt"/>
                          <a:ea typeface="+mn-ea"/>
                          <a:cs typeface="+mn-cs"/>
                        </a:rPr>
                        <a:t>- Access Control Subsystem</a:t>
                      </a:r>
                    </a:p>
                  </a:txBody>
                  <a:tcPr>
                    <a:solidFill>
                      <a:srgbClr val="A1C1E6"/>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ETL Toolkit</a:t>
                      </a:r>
                    </a:p>
                    <a:p>
                      <a:pPr marL="0" algn="l" defTabSz="1079906" rtl="0" eaLnBrk="1" latinLnBrk="0" hangingPunct="1"/>
                      <a:r>
                        <a:rPr lang="en-GB" sz="1600" kern="1200" noProof="0" dirty="0">
                          <a:solidFill>
                            <a:schemeClr val="dk1"/>
                          </a:solidFill>
                          <a:effectLst/>
                          <a:latin typeface="+mn-lt"/>
                          <a:ea typeface="+mn-ea"/>
                          <a:cs typeface="+mn-cs"/>
                        </a:rPr>
                        <a:t>- Metadata Tools</a:t>
                      </a:r>
                    </a:p>
                    <a:p>
                      <a:pPr marL="0" algn="l" defTabSz="1079906" rtl="0" eaLnBrk="1" latinLnBrk="0" hangingPunct="1"/>
                      <a:r>
                        <a:rPr lang="en-GB" sz="1600" kern="1200" noProof="0" dirty="0">
                          <a:solidFill>
                            <a:schemeClr val="dk1"/>
                          </a:solidFill>
                          <a:effectLst/>
                          <a:latin typeface="+mn-lt"/>
                          <a:ea typeface="+mn-ea"/>
                          <a:cs typeface="+mn-cs"/>
                        </a:rPr>
                        <a:t>- Access Control Toolkit</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A1C1E6"/>
                    </a:solidFill>
                  </a:tcPr>
                </a:tc>
                <a:tc rowSpan="4">
                  <a:txBody>
                    <a:bodyPr/>
                    <a:lstStyle/>
                    <a:p>
                      <a:pPr marL="0" algn="l" defTabSz="1079906" rtl="0" eaLnBrk="1" latinLnBrk="0" hangingPunct="1"/>
                      <a:r>
                        <a:rPr lang="en-GB" sz="1600" kern="1200" noProof="0" dirty="0">
                          <a:solidFill>
                            <a:schemeClr val="dk1"/>
                          </a:solidFill>
                          <a:effectLst/>
                          <a:latin typeface="+mn-lt"/>
                          <a:ea typeface="+mn-ea"/>
                          <a:cs typeface="+mn-cs"/>
                        </a:rPr>
                        <a:t>- Data → Governance (Decision inputs, mandate evidence)</a:t>
                      </a:r>
                    </a:p>
                    <a:p>
                      <a:pPr marL="0" algn="l" defTabSz="1079906" rtl="0" eaLnBrk="1" latinLnBrk="0" hangingPunct="1"/>
                      <a:r>
                        <a:rPr lang="en-GB" sz="1600" kern="1200" noProof="0" dirty="0">
                          <a:solidFill>
                            <a:schemeClr val="dk1"/>
                          </a:solidFill>
                          <a:effectLst/>
                          <a:latin typeface="+mn-lt"/>
                          <a:ea typeface="+mn-ea"/>
                          <a:cs typeface="+mn-cs"/>
                        </a:rPr>
                        <a:t>- Data → Risk (Hazard signals, integrity checks)</a:t>
                      </a:r>
                    </a:p>
                    <a:p>
                      <a:pPr marL="0" algn="l" defTabSz="1079906" rtl="0" eaLnBrk="1" latinLnBrk="0" hangingPunct="1"/>
                      <a:r>
                        <a:rPr lang="en-GB" sz="1600" kern="1200" noProof="0" dirty="0">
                          <a:solidFill>
                            <a:schemeClr val="dk1"/>
                          </a:solidFill>
                          <a:effectLst/>
                          <a:latin typeface="+mn-lt"/>
                          <a:ea typeface="+mn-ea"/>
                          <a:cs typeface="+mn-cs"/>
                        </a:rPr>
                        <a:t>- Data → Infrastructure (Operational telemetry)</a:t>
                      </a:r>
                    </a:p>
                    <a:p>
                      <a:pPr marL="0" algn="l" defTabSz="1079906" rtl="0" eaLnBrk="1" latinLnBrk="0" hangingPunct="1"/>
                      <a:r>
                        <a:rPr lang="en-GB" sz="1600" kern="1200" noProof="0" dirty="0">
                          <a:solidFill>
                            <a:schemeClr val="dk1"/>
                          </a:solidFill>
                          <a:effectLst/>
                          <a:latin typeface="+mn-lt"/>
                          <a:ea typeface="+mn-ea"/>
                          <a:cs typeface="+mn-cs"/>
                        </a:rPr>
                        <a:t>- Data → Incentives (Behavioural signal routing)</a:t>
                      </a:r>
                    </a:p>
                    <a:p>
                      <a:pPr marL="0" algn="l" defTabSz="1079906" rtl="0" eaLnBrk="1" latinLnBrk="0" hangingPunct="1"/>
                      <a:r>
                        <a:rPr lang="en-GB" sz="1600" kern="1200" noProof="0" dirty="0">
                          <a:solidFill>
                            <a:schemeClr val="dk1"/>
                          </a:solidFill>
                          <a:effectLst/>
                          <a:latin typeface="+mn-lt"/>
                          <a:ea typeface="+mn-ea"/>
                          <a:cs typeface="+mn-cs"/>
                        </a:rPr>
                        <a:t>- Data → Cultural Systems (Sentiment and narrative mapping)</a:t>
                      </a:r>
                    </a:p>
                    <a:p>
                      <a:pPr marL="0" algn="l" defTabSz="1079906" rtl="0" eaLnBrk="1" latinLnBrk="0" hangingPunct="1"/>
                      <a:r>
                        <a:rPr lang="en-GB" sz="1600" kern="1200" noProof="0" dirty="0">
                          <a:solidFill>
                            <a:schemeClr val="dk1"/>
                          </a:solidFill>
                          <a:effectLst/>
                          <a:latin typeface="+mn-lt"/>
                          <a:ea typeface="+mn-ea"/>
                          <a:cs typeface="+mn-cs"/>
                        </a:rPr>
                        <a:t>- Data → Ecological Systems (Environmental datasets)</a:t>
                      </a:r>
                    </a:p>
                    <a:p>
                      <a:pPr marL="0" algn="l" defTabSz="1079906" rtl="0" eaLnBrk="1" latinLnBrk="0" hangingPunct="1"/>
                      <a:r>
                        <a:rPr lang="en-GB" sz="1600" kern="1200" noProof="0" dirty="0">
                          <a:solidFill>
                            <a:schemeClr val="dk1"/>
                          </a:solidFill>
                          <a:effectLst/>
                          <a:latin typeface="+mn-lt"/>
                          <a:ea typeface="+mn-ea"/>
                          <a:cs typeface="+mn-cs"/>
                        </a:rPr>
                        <a:t>- Data → Meta‑Integration (Cross‑system data flows)</a:t>
                      </a:r>
                    </a:p>
                    <a:p>
                      <a:endParaRPr lang="en-GB" sz="1600" noProof="0" dirty="0">
                        <a:latin typeface="+mn-lt"/>
                      </a:endParaRPr>
                    </a:p>
                  </a:txBody>
                  <a:tcPr>
                    <a:solidFill>
                      <a:srgbClr val="A1C1E6"/>
                    </a:solidFill>
                  </a:tcPr>
                </a:tc>
                <a:extLst>
                  <a:ext uri="{0D108BD9-81ED-4DB2-BD59-A6C34878D82A}">
                    <a16:rowId xmlns:a16="http://schemas.microsoft.com/office/drawing/2014/main" val="3739774378"/>
                  </a:ext>
                </a:extLst>
              </a:tr>
              <a:tr h="1659231">
                <a:tc>
                  <a:txBody>
                    <a:bodyPr/>
                    <a:lstStyle/>
                    <a:p>
                      <a:r>
                        <a:rPr lang="en-GB" sz="1600" kern="1200" noProof="0" dirty="0">
                          <a:solidFill>
                            <a:schemeClr val="dk1"/>
                          </a:solidFill>
                          <a:effectLst/>
                          <a:latin typeface="+mn-lt"/>
                          <a:ea typeface="+mn-ea"/>
                          <a:cs typeface="+mn-cs"/>
                        </a:rPr>
                        <a:t>Data Integrity &amp; Quality</a:t>
                      </a:r>
                      <a:endParaRPr lang="en-GB" sz="1600" noProof="0" dirty="0">
                        <a:latin typeface="+mn-lt"/>
                      </a:endParaRPr>
                    </a:p>
                  </a:txBody>
                  <a:tcPr>
                    <a:solidFill>
                      <a:srgbClr val="A1C1E6"/>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Data Validation Engine</a:t>
                      </a:r>
                    </a:p>
                    <a:p>
                      <a:pPr marL="0" algn="l" defTabSz="1079906" rtl="0" eaLnBrk="1" latinLnBrk="0" hangingPunct="1"/>
                      <a:r>
                        <a:rPr lang="en-GB" sz="1600" kern="1200" noProof="0" dirty="0">
                          <a:solidFill>
                            <a:schemeClr val="dk1"/>
                          </a:solidFill>
                          <a:effectLst/>
                          <a:latin typeface="+mn-lt"/>
                          <a:ea typeface="+mn-ea"/>
                          <a:cs typeface="+mn-cs"/>
                        </a:rPr>
                        <a:t>- Provenance Tracking Subsystem</a:t>
                      </a:r>
                    </a:p>
                    <a:p>
                      <a:pPr marL="0" algn="l" defTabSz="1079906" rtl="0" eaLnBrk="1" latinLnBrk="0" hangingPunct="1"/>
                      <a:r>
                        <a:rPr lang="en-GB" sz="1600" kern="1200" noProof="0" dirty="0">
                          <a:solidFill>
                            <a:schemeClr val="dk1"/>
                          </a:solidFill>
                          <a:effectLst/>
                          <a:latin typeface="+mn-lt"/>
                          <a:ea typeface="+mn-ea"/>
                          <a:cs typeface="+mn-cs"/>
                        </a:rPr>
                        <a:t>- Error Detection Engine</a:t>
                      </a:r>
                    </a:p>
                    <a:p>
                      <a:pPr marL="0" algn="l" defTabSz="1079906" rtl="0" eaLnBrk="1" latinLnBrk="0" hangingPunct="1"/>
                      <a:r>
                        <a:rPr lang="en-GB" sz="1600" kern="1200" noProof="0" dirty="0">
                          <a:solidFill>
                            <a:schemeClr val="dk1"/>
                          </a:solidFill>
                          <a:effectLst/>
                          <a:latin typeface="+mn-lt"/>
                          <a:ea typeface="+mn-ea"/>
                          <a:cs typeface="+mn-cs"/>
                        </a:rPr>
                        <a:t>- Quality Scoring Subsystem</a:t>
                      </a:r>
                    </a:p>
                    <a:p>
                      <a:pPr marL="0" algn="l" defTabSz="1079906" rtl="0" eaLnBrk="1" latinLnBrk="0" hangingPunct="1"/>
                      <a:r>
                        <a:rPr lang="en-GB" sz="1600" kern="1200" noProof="0" dirty="0">
                          <a:solidFill>
                            <a:schemeClr val="dk1"/>
                          </a:solidFill>
                          <a:effectLst/>
                          <a:latin typeface="+mn-lt"/>
                          <a:ea typeface="+mn-ea"/>
                          <a:cs typeface="+mn-cs"/>
                        </a:rPr>
                        <a:t>- Source Reliability Monitor</a:t>
                      </a:r>
                    </a:p>
                  </a:txBody>
                  <a:tcPr>
                    <a:solidFill>
                      <a:srgbClr val="A1C1E6"/>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Data Quality Dashboard</a:t>
                      </a:r>
                    </a:p>
                    <a:p>
                      <a:pPr marL="0" algn="l" defTabSz="1079906" rtl="0" eaLnBrk="1" latinLnBrk="0" hangingPunct="1"/>
                      <a:r>
                        <a:rPr lang="en-GB" sz="1600" kern="1200" noProof="0" dirty="0">
                          <a:solidFill>
                            <a:schemeClr val="dk1"/>
                          </a:solidFill>
                          <a:effectLst/>
                          <a:latin typeface="+mn-lt"/>
                          <a:ea typeface="+mn-ea"/>
                          <a:cs typeface="+mn-cs"/>
                        </a:rPr>
                        <a:t>- Provenance Visualiser</a:t>
                      </a:r>
                    </a:p>
                    <a:p>
                      <a:pPr marL="0" algn="l" defTabSz="1079906" rtl="0" eaLnBrk="1" latinLnBrk="0" hangingPunct="1"/>
                      <a:r>
                        <a:rPr lang="en-GB" sz="1600" kern="1200" noProof="0" dirty="0">
                          <a:solidFill>
                            <a:schemeClr val="dk1"/>
                          </a:solidFill>
                          <a:effectLst/>
                          <a:latin typeface="+mn-lt"/>
                          <a:ea typeface="+mn-ea"/>
                          <a:cs typeface="+mn-cs"/>
                        </a:rPr>
                        <a:t>- Error Detection Tools</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A1C1E6"/>
                    </a:solidFill>
                  </a:tcPr>
                </a:tc>
                <a:tc vMerge="1">
                  <a:txBody>
                    <a:bodyPr/>
                    <a:lstStyle/>
                    <a:p>
                      <a:endParaRPr/>
                    </a:p>
                  </a:txBody>
                  <a:tcPr>
                    <a:solidFill>
                      <a:srgbClr val="E8A9A9"/>
                    </a:solidFill>
                  </a:tcPr>
                </a:tc>
                <a:extLst>
                  <a:ext uri="{0D108BD9-81ED-4DB2-BD59-A6C34878D82A}">
                    <a16:rowId xmlns:a16="http://schemas.microsoft.com/office/drawing/2014/main" val="4189637918"/>
                  </a:ext>
                </a:extLst>
              </a:tr>
              <a:tr h="1434251">
                <a:tc>
                  <a:txBody>
                    <a:bodyPr/>
                    <a:lstStyle/>
                    <a:p>
                      <a:r>
                        <a:rPr lang="en-GB" sz="1600" kern="1200" noProof="0" dirty="0">
                          <a:solidFill>
                            <a:schemeClr val="dk1"/>
                          </a:solidFill>
                          <a:effectLst/>
                          <a:latin typeface="+mn-lt"/>
                          <a:ea typeface="+mn-ea"/>
                          <a:cs typeface="+mn-cs"/>
                        </a:rPr>
                        <a:t>Analytics &amp; Modelling</a:t>
                      </a:r>
                      <a:endParaRPr lang="en-GB" sz="1600" noProof="0" dirty="0">
                        <a:latin typeface="+mn-lt"/>
                      </a:endParaRPr>
                    </a:p>
                  </a:txBody>
                  <a:tcPr>
                    <a:solidFill>
                      <a:srgbClr val="A1C1E6"/>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Statistical Modelling Engine</a:t>
                      </a:r>
                    </a:p>
                    <a:p>
                      <a:pPr marL="0" algn="l" defTabSz="1079906" rtl="0" eaLnBrk="1" latinLnBrk="0" hangingPunct="1"/>
                      <a:r>
                        <a:rPr lang="en-GB" sz="1600" kern="1200" noProof="0" dirty="0">
                          <a:solidFill>
                            <a:schemeClr val="dk1"/>
                          </a:solidFill>
                          <a:effectLst/>
                          <a:latin typeface="+mn-lt"/>
                          <a:ea typeface="+mn-ea"/>
                          <a:cs typeface="+mn-cs"/>
                        </a:rPr>
                        <a:t>- Predictive Analytics Subsystem</a:t>
                      </a:r>
                    </a:p>
                    <a:p>
                      <a:pPr marL="0" algn="l" defTabSz="1079906" rtl="0" eaLnBrk="1" latinLnBrk="0" hangingPunct="1"/>
                      <a:r>
                        <a:rPr lang="en-GB" sz="1600" kern="1200" noProof="0" dirty="0">
                          <a:solidFill>
                            <a:schemeClr val="dk1"/>
                          </a:solidFill>
                          <a:effectLst/>
                          <a:latin typeface="+mn-lt"/>
                          <a:ea typeface="+mn-ea"/>
                          <a:cs typeface="+mn-cs"/>
                        </a:rPr>
                        <a:t>- Simulation Engine</a:t>
                      </a:r>
                    </a:p>
                    <a:p>
                      <a:pPr marL="0" algn="l" defTabSz="1079906" rtl="0" eaLnBrk="1" latinLnBrk="0" hangingPunct="1"/>
                      <a:r>
                        <a:rPr lang="en-GB" sz="1600" kern="1200" noProof="0" dirty="0">
                          <a:solidFill>
                            <a:schemeClr val="dk1"/>
                          </a:solidFill>
                          <a:effectLst/>
                          <a:latin typeface="+mn-lt"/>
                          <a:ea typeface="+mn-ea"/>
                          <a:cs typeface="+mn-cs"/>
                        </a:rPr>
                        <a:t>- Pattern Recognition Subsystem</a:t>
                      </a:r>
                    </a:p>
                    <a:p>
                      <a:pPr marL="0" algn="l" defTabSz="1079906" rtl="0" eaLnBrk="1" latinLnBrk="0" hangingPunct="1"/>
                      <a:r>
                        <a:rPr lang="en-GB" sz="1600" kern="1200" noProof="0" dirty="0">
                          <a:solidFill>
                            <a:schemeClr val="dk1"/>
                          </a:solidFill>
                          <a:effectLst/>
                          <a:latin typeface="+mn-lt"/>
                          <a:ea typeface="+mn-ea"/>
                          <a:cs typeface="+mn-cs"/>
                        </a:rPr>
                        <a:t>- Scenario Modelling Engine</a:t>
                      </a:r>
                    </a:p>
                  </a:txBody>
                  <a:tcPr>
                    <a:solidFill>
                      <a:srgbClr val="A1C1E6"/>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Modelling Toolkit</a:t>
                      </a:r>
                    </a:p>
                    <a:p>
                      <a:pPr marL="0" algn="l" defTabSz="1079906" rtl="0" eaLnBrk="1" latinLnBrk="0" hangingPunct="1"/>
                      <a:r>
                        <a:rPr lang="en-GB" sz="1600" kern="1200" noProof="0" dirty="0">
                          <a:solidFill>
                            <a:schemeClr val="dk1"/>
                          </a:solidFill>
                          <a:effectLst/>
                          <a:latin typeface="+mn-lt"/>
                          <a:ea typeface="+mn-ea"/>
                          <a:cs typeface="+mn-cs"/>
                        </a:rPr>
                        <a:t>- Simulation Tools</a:t>
                      </a:r>
                    </a:p>
                    <a:p>
                      <a:pPr marL="0" algn="l" defTabSz="1079906" rtl="0" eaLnBrk="1" latinLnBrk="0" hangingPunct="1"/>
                      <a:r>
                        <a:rPr lang="en-GB" sz="1600" kern="1200" noProof="0" dirty="0">
                          <a:solidFill>
                            <a:schemeClr val="dk1"/>
                          </a:solidFill>
                          <a:effectLst/>
                          <a:latin typeface="+mn-lt"/>
                          <a:ea typeface="+mn-ea"/>
                          <a:cs typeface="+mn-cs"/>
                        </a:rPr>
                        <a:t>- Pattern Analysis Toolkit</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A1C1E6"/>
                    </a:solidFill>
                  </a:tcPr>
                </a:tc>
                <a:tc vMerge="1">
                  <a:txBody>
                    <a:bodyPr/>
                    <a:lstStyle/>
                    <a:p>
                      <a:endParaRPr/>
                    </a:p>
                  </a:txBody>
                  <a:tcPr>
                    <a:solidFill>
                      <a:srgbClr val="E8A9A9"/>
                    </a:solidFill>
                  </a:tcPr>
                </a:tc>
                <a:extLst>
                  <a:ext uri="{0D108BD9-81ED-4DB2-BD59-A6C34878D82A}">
                    <a16:rowId xmlns:a16="http://schemas.microsoft.com/office/drawing/2014/main" val="3847293035"/>
                  </a:ext>
                </a:extLst>
              </a:tr>
              <a:tr h="0">
                <a:tc>
                  <a:txBody>
                    <a:bodyPr/>
                    <a:lstStyle/>
                    <a:p>
                      <a:r>
                        <a:rPr lang="en-GB" sz="1600" kern="1200" noProof="0" dirty="0">
                          <a:solidFill>
                            <a:schemeClr val="dk1"/>
                          </a:solidFill>
                          <a:effectLst/>
                          <a:latin typeface="+mn-lt"/>
                          <a:ea typeface="+mn-ea"/>
                          <a:cs typeface="+mn-cs"/>
                        </a:rPr>
                        <a:t>Knowledge Systems</a:t>
                      </a:r>
                    </a:p>
                  </a:txBody>
                  <a:tcPr>
                    <a:solidFill>
                      <a:srgbClr val="A1C1E6"/>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Knowledge Graph Engine</a:t>
                      </a:r>
                    </a:p>
                    <a:p>
                      <a:pPr marL="0" algn="l" defTabSz="1079906" rtl="0" eaLnBrk="1" latinLnBrk="0" hangingPunct="1"/>
                      <a:r>
                        <a:rPr lang="en-GB" sz="1600" kern="1200" noProof="0" dirty="0">
                          <a:solidFill>
                            <a:schemeClr val="dk1"/>
                          </a:solidFill>
                          <a:effectLst/>
                          <a:latin typeface="+mn-lt"/>
                          <a:ea typeface="+mn-ea"/>
                          <a:cs typeface="+mn-cs"/>
                        </a:rPr>
                        <a:t>- Ontology Manager</a:t>
                      </a:r>
                    </a:p>
                    <a:p>
                      <a:pPr marL="0" algn="l" defTabSz="1079906" rtl="0" eaLnBrk="1" latinLnBrk="0" hangingPunct="1"/>
                      <a:r>
                        <a:rPr lang="en-GB" sz="1600" kern="1200" noProof="0" dirty="0">
                          <a:solidFill>
                            <a:schemeClr val="dk1"/>
                          </a:solidFill>
                          <a:effectLst/>
                          <a:latin typeface="+mn-lt"/>
                          <a:ea typeface="+mn-ea"/>
                          <a:cs typeface="+mn-cs"/>
                        </a:rPr>
                        <a:t>- Semantic Linking Subsystem</a:t>
                      </a:r>
                    </a:p>
                    <a:p>
                      <a:pPr marL="0" algn="l" defTabSz="1079906" rtl="0" eaLnBrk="1" latinLnBrk="0" hangingPunct="1"/>
                      <a:r>
                        <a:rPr lang="en-GB" sz="1600" kern="1200" noProof="0" dirty="0">
                          <a:solidFill>
                            <a:schemeClr val="dk1"/>
                          </a:solidFill>
                          <a:effectLst/>
                          <a:latin typeface="+mn-lt"/>
                          <a:ea typeface="+mn-ea"/>
                          <a:cs typeface="+mn-cs"/>
                        </a:rPr>
                        <a:t>- Insight Extraction Engine</a:t>
                      </a:r>
                    </a:p>
                    <a:p>
                      <a:pPr marL="0" algn="l" defTabSz="1079906" rtl="0" eaLnBrk="1" latinLnBrk="0" hangingPunct="1"/>
                      <a:r>
                        <a:rPr lang="en-GB" sz="1600" kern="1200" noProof="0" dirty="0">
                          <a:solidFill>
                            <a:schemeClr val="dk1"/>
                          </a:solidFill>
                          <a:effectLst/>
                          <a:latin typeface="+mn-lt"/>
                          <a:ea typeface="+mn-ea"/>
                          <a:cs typeface="+mn-cs"/>
                        </a:rPr>
                        <a:t>- Knowledge Retrieval Subsystem</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A1C1E6"/>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Knowledge Graph Tools</a:t>
                      </a:r>
                    </a:p>
                    <a:p>
                      <a:pPr marL="0" algn="l" defTabSz="1079906" rtl="0" eaLnBrk="1" latinLnBrk="0" hangingPunct="1"/>
                      <a:r>
                        <a:rPr lang="en-GB" sz="1600" kern="1200" noProof="0" dirty="0">
                          <a:solidFill>
                            <a:schemeClr val="dk1"/>
                          </a:solidFill>
                          <a:effectLst/>
                          <a:latin typeface="+mn-lt"/>
                          <a:ea typeface="+mn-ea"/>
                          <a:cs typeface="+mn-cs"/>
                        </a:rPr>
                        <a:t>- Ontology Editor</a:t>
                      </a:r>
                    </a:p>
                    <a:p>
                      <a:pPr marL="0" algn="l" defTabSz="1079906" rtl="0" eaLnBrk="1" latinLnBrk="0" hangingPunct="1"/>
                      <a:r>
                        <a:rPr lang="en-GB" sz="1600" kern="1200" noProof="0" dirty="0">
                          <a:solidFill>
                            <a:schemeClr val="dk1"/>
                          </a:solidFill>
                          <a:effectLst/>
                          <a:latin typeface="+mn-lt"/>
                          <a:ea typeface="+mn-ea"/>
                          <a:cs typeface="+mn-cs"/>
                        </a:rPr>
                        <a:t>- Semantic Search Tools</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A1C1E6"/>
                    </a:solidFill>
                  </a:tcPr>
                </a:tc>
                <a:tc vMerge="1">
                  <a:txBody>
                    <a:bodyPr/>
                    <a:lstStyle/>
                    <a:p>
                      <a:endParaRPr lang="en-GB" sz="1600" dirty="0">
                        <a:latin typeface="+mn-lt"/>
                      </a:endParaRPr>
                    </a:p>
                  </a:txBody>
                  <a:tcPr>
                    <a:solidFill>
                      <a:srgbClr val="E8A9A9"/>
                    </a:solidFill>
                  </a:tcPr>
                </a:tc>
                <a:extLst>
                  <a:ext uri="{0D108BD9-81ED-4DB2-BD59-A6C34878D82A}">
                    <a16:rowId xmlns:a16="http://schemas.microsoft.com/office/drawing/2014/main" val="3825252355"/>
                  </a:ext>
                </a:extLst>
              </a:tr>
            </a:tbl>
          </a:graphicData>
        </a:graphic>
      </p:graphicFrame>
      <p:sp>
        <p:nvSpPr>
          <p:cNvPr id="6" name="TextBox 5">
            <a:extLst>
              <a:ext uri="{FF2B5EF4-FFF2-40B4-BE49-F238E27FC236}">
                <a16:creationId xmlns:a16="http://schemas.microsoft.com/office/drawing/2014/main" id="{467EE569-E8DA-B491-F302-9C713DC3843C}"/>
              </a:ext>
            </a:extLst>
          </p:cNvPr>
          <p:cNvSpPr txBox="1"/>
          <p:nvPr/>
        </p:nvSpPr>
        <p:spPr>
          <a:xfrm>
            <a:off x="12745615" y="261428"/>
            <a:ext cx="2982065" cy="6247864"/>
          </a:xfrm>
          <a:prstGeom prst="rect">
            <a:avLst/>
          </a:prstGeom>
          <a:noFill/>
        </p:spPr>
        <p:txBody>
          <a:bodyPr wrap="square" rtlCol="0">
            <a:spAutoFit/>
          </a:bodyPr>
          <a:lstStyle/>
          <a:p>
            <a:r>
              <a:rPr lang="en-GB" sz="1600" b="1" noProof="0" dirty="0"/>
              <a:t>6. Notes / Design Intent</a:t>
            </a:r>
            <a:br>
              <a:rPr lang="en-GB" sz="1600" noProof="0" dirty="0"/>
            </a:br>
            <a:r>
              <a:rPr lang="en-GB" sz="1600" noProof="0" dirty="0"/>
              <a:t>Cross‑cutting:</a:t>
            </a:r>
          </a:p>
          <a:p>
            <a:r>
              <a:rPr lang="en-GB" sz="1600" noProof="0" dirty="0"/>
              <a:t>- Data quality underpins every Family.</a:t>
            </a:r>
          </a:p>
          <a:p>
            <a:r>
              <a:rPr lang="en-GB" sz="1600" noProof="0" dirty="0"/>
              <a:t>- Knowledge Systems provide semantic coherence across </a:t>
            </a:r>
            <a:r>
              <a:rPr lang="en-GB" sz="1600" noProof="0" dirty="0" err="1"/>
              <a:t>CivOS</a:t>
            </a:r>
            <a:r>
              <a:rPr lang="en-GB" sz="1600" noProof="0" dirty="0"/>
              <a:t>.</a:t>
            </a:r>
          </a:p>
          <a:p>
            <a:r>
              <a:rPr lang="en-GB" sz="1600" noProof="0" dirty="0"/>
              <a:t>- Analytics &amp; Modelling feed both short‑term decisions and long‑term planning.</a:t>
            </a:r>
          </a:p>
          <a:p>
            <a:endParaRPr lang="en-GB" sz="1600" noProof="0" dirty="0"/>
          </a:p>
          <a:p>
            <a:r>
              <a:rPr lang="en-GB" sz="1600" noProof="0" dirty="0"/>
              <a:t>Design intent:</a:t>
            </a:r>
          </a:p>
          <a:p>
            <a:r>
              <a:rPr lang="en-GB" sz="1600" noProof="0" dirty="0"/>
              <a:t>- Family 3 is the “information substrate” of </a:t>
            </a:r>
            <a:r>
              <a:rPr lang="en-GB" sz="1600" noProof="0" dirty="0" err="1"/>
              <a:t>CivOS</a:t>
            </a:r>
            <a:r>
              <a:rPr lang="en-GB" sz="1600" noProof="0" dirty="0"/>
              <a:t>.</a:t>
            </a:r>
          </a:p>
          <a:p>
            <a:r>
              <a:rPr lang="en-GB" sz="1600" noProof="0" dirty="0"/>
              <a:t>- Subsystems handle ingestion, validation, modelling, and knowledge structuring.</a:t>
            </a:r>
          </a:p>
          <a:p>
            <a:r>
              <a:rPr lang="en-GB" sz="1600" noProof="0" dirty="0"/>
              <a:t>- Instruments provide the tools for analysis, simulation, and semantic linking.</a:t>
            </a:r>
          </a:p>
          <a:p>
            <a:r>
              <a:rPr lang="en-GB" sz="1600" noProof="0" dirty="0"/>
              <a:t>- Interfaces ensure data flows cleanly into governance, risk, infrastructure, incentives, and ecology.</a:t>
            </a:r>
          </a:p>
          <a:p>
            <a:endParaRPr lang="en-GB" sz="1600" noProof="0" dirty="0"/>
          </a:p>
        </p:txBody>
      </p:sp>
      <p:pic>
        <p:nvPicPr>
          <p:cNvPr id="8" name="Picture 7">
            <a:hlinkClick r:id="rId3" action="ppaction://hlinksldjump"/>
            <a:extLst>
              <a:ext uri="{FF2B5EF4-FFF2-40B4-BE49-F238E27FC236}">
                <a16:creationId xmlns:a16="http://schemas.microsoft.com/office/drawing/2014/main" id="{674784DE-54DB-D2F4-3A38-C1324352A70D}"/>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569585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293FD-1BD1-74DD-4255-616EACB9E08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A8129D0-1B36-F7B6-093F-8D72D03EED1A}"/>
              </a:ext>
            </a:extLst>
          </p:cNvPr>
          <p:cNvSpPr>
            <a:spLocks noGrp="1"/>
          </p:cNvSpPr>
          <p:nvPr>
            <p:ph type="title"/>
          </p:nvPr>
        </p:nvSpPr>
        <p:spPr>
          <a:xfrm>
            <a:off x="-1" y="7745168"/>
            <a:ext cx="15840075" cy="352976"/>
          </a:xfrm>
          <a:solidFill>
            <a:srgbClr val="99D0CA"/>
          </a:solidFill>
          <a:ln w="31750"/>
        </p:spPr>
        <p:style>
          <a:lnRef idx="2">
            <a:schemeClr val="accent1">
              <a:shade val="15000"/>
            </a:schemeClr>
          </a:lnRef>
          <a:fillRef idx="1">
            <a:schemeClr val="accent1"/>
          </a:fillRef>
          <a:effectRef idx="0">
            <a:schemeClr val="accent1"/>
          </a:effectRef>
          <a:fontRef idx="minor">
            <a:schemeClr val="lt1"/>
          </a:fontRef>
        </p:style>
        <p:txBody>
          <a:bodyPr vert="horz" rtlCol="0" anchor="ctr">
            <a:noAutofit/>
          </a:bodyPr>
          <a:lstStyle/>
          <a:p>
            <a:pPr defTabSz="457200"/>
            <a:r>
              <a:rPr lang="en-GB" sz="1800" b="1" noProof="0" dirty="0">
                <a:solidFill>
                  <a:schemeClr val="tx1"/>
                </a:solidFill>
              </a:rPr>
              <a:t>4</a:t>
            </a:r>
            <a:r>
              <a:rPr lang="en-GB" sz="1800" b="1" noProof="0" dirty="0">
                <a:solidFill>
                  <a:schemeClr val="tx1"/>
                </a:solidFill>
                <a:latin typeface="+mn-lt"/>
                <a:ea typeface="+mn-ea"/>
                <a:cs typeface="+mn-cs"/>
              </a:rPr>
              <a:t>. </a:t>
            </a:r>
            <a:r>
              <a:rPr lang="en-GB" sz="1800" b="1" noProof="0" dirty="0">
                <a:solidFill>
                  <a:schemeClr val="tx1"/>
                </a:solidFill>
              </a:rPr>
              <a:t>Civic Feedback &amp; Cultural </a:t>
            </a:r>
            <a:endParaRPr lang="en-GB" sz="1800" b="1" noProof="0" dirty="0">
              <a:solidFill>
                <a:schemeClr val="tx1"/>
              </a:solidFill>
              <a:latin typeface="+mn-lt"/>
              <a:ea typeface="+mn-ea"/>
              <a:cs typeface="+mn-cs"/>
            </a:endParaRPr>
          </a:p>
        </p:txBody>
      </p:sp>
      <p:graphicFrame>
        <p:nvGraphicFramePr>
          <p:cNvPr id="5" name="Table 4">
            <a:extLst>
              <a:ext uri="{FF2B5EF4-FFF2-40B4-BE49-F238E27FC236}">
                <a16:creationId xmlns:a16="http://schemas.microsoft.com/office/drawing/2014/main" id="{1A632209-918A-53A5-6F5A-3F633FF18E5B}"/>
              </a:ext>
            </a:extLst>
          </p:cNvPr>
          <p:cNvGraphicFramePr>
            <a:graphicFrameLocks noGrp="1"/>
          </p:cNvGraphicFramePr>
          <p:nvPr>
            <p:extLst>
              <p:ext uri="{D42A27DB-BD31-4B8C-83A1-F6EECF244321}">
                <p14:modId xmlns:p14="http://schemas.microsoft.com/office/powerpoint/2010/main" val="622655628"/>
              </p:ext>
            </p:extLst>
          </p:nvPr>
        </p:nvGraphicFramePr>
        <p:xfrm>
          <a:off x="279919" y="261428"/>
          <a:ext cx="12316408" cy="6860347"/>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tx1"/>
                          </a:solidFill>
                        </a:rPr>
                        <a:t>Module</a:t>
                      </a:r>
                    </a:p>
                  </a:txBody>
                  <a:tcPr>
                    <a:solidFill>
                      <a:srgbClr val="99D0CA"/>
                    </a:solidFill>
                  </a:tcPr>
                </a:tc>
                <a:tc>
                  <a:txBody>
                    <a:bodyPr/>
                    <a:lstStyle/>
                    <a:p>
                      <a:r>
                        <a:rPr lang="en-GB" sz="1600" b="1" noProof="0" dirty="0">
                          <a:solidFill>
                            <a:schemeClr val="tx1"/>
                          </a:solidFill>
                        </a:rPr>
                        <a:t>L3</a:t>
                      </a:r>
                      <a:r>
                        <a:rPr lang="en-GB" sz="1600" b="1" baseline="0" noProof="0" dirty="0">
                          <a:solidFill>
                            <a:schemeClr val="tx1"/>
                          </a:solidFill>
                        </a:rPr>
                        <a:t> Subsystems </a:t>
                      </a:r>
                      <a:endParaRPr lang="en-GB" sz="1600" b="1" noProof="0" dirty="0">
                        <a:solidFill>
                          <a:schemeClr val="tx1"/>
                        </a:solidFill>
                      </a:endParaRPr>
                    </a:p>
                  </a:txBody>
                  <a:tcPr>
                    <a:solidFill>
                      <a:srgbClr val="99D0CA"/>
                    </a:solidFill>
                  </a:tcPr>
                </a:tc>
                <a:tc>
                  <a:txBody>
                    <a:bodyPr/>
                    <a:lstStyle/>
                    <a:p>
                      <a:r>
                        <a:rPr lang="en-GB" sz="1600" b="1" noProof="0" dirty="0">
                          <a:solidFill>
                            <a:schemeClr val="tx1"/>
                          </a:solidFill>
                        </a:rPr>
                        <a:t>L4 Instruments</a:t>
                      </a:r>
                    </a:p>
                  </a:txBody>
                  <a:tcPr>
                    <a:solidFill>
                      <a:srgbClr val="99D0CA"/>
                    </a:solidFill>
                  </a:tcPr>
                </a:tc>
                <a:tc>
                  <a:txBody>
                    <a:bodyPr/>
                    <a:lstStyle/>
                    <a:p>
                      <a:r>
                        <a:rPr lang="en-GB" sz="1600" b="1" noProof="0" dirty="0">
                          <a:solidFill>
                            <a:schemeClr val="tx1"/>
                          </a:solidFill>
                        </a:rPr>
                        <a:t>L5 Interfaces</a:t>
                      </a:r>
                    </a:p>
                  </a:txBody>
                  <a:tcPr>
                    <a:solidFill>
                      <a:srgbClr val="99D0CA"/>
                    </a:solidFill>
                  </a:tcPr>
                </a:tc>
                <a:extLst>
                  <a:ext uri="{0D108BD9-81ED-4DB2-BD59-A6C34878D82A}">
                    <a16:rowId xmlns:a16="http://schemas.microsoft.com/office/drawing/2014/main" val="3650292869"/>
                  </a:ext>
                </a:extLst>
              </a:tr>
              <a:tr h="1465029">
                <a:tc>
                  <a:txBody>
                    <a:bodyPr/>
                    <a:lstStyle/>
                    <a:p>
                      <a:r>
                        <a:rPr lang="en-GB" sz="1600" noProof="0" dirty="0">
                          <a:latin typeface="+mn-lt"/>
                        </a:rPr>
                        <a:t>Values &amp; Norms</a:t>
                      </a:r>
                    </a:p>
                  </a:txBody>
                  <a:tcPr>
                    <a:solidFill>
                      <a:srgbClr val="99D0CA"/>
                    </a:solidFill>
                  </a:tcPr>
                </a:tc>
                <a:tc>
                  <a:txBody>
                    <a:bodyPr/>
                    <a:lstStyle/>
                    <a:p>
                      <a:pPr marL="0" algn="l" defTabSz="1079906" rtl="0" eaLnBrk="1" latinLnBrk="0" hangingPunct="1"/>
                      <a:r>
                        <a:rPr lang="en-GB" sz="1600" kern="1200" noProof="0" dirty="0">
                          <a:solidFill>
                            <a:schemeClr val="dk1"/>
                          </a:solidFill>
                          <a:latin typeface="+mn-lt"/>
                          <a:ea typeface="+mn-ea"/>
                          <a:cs typeface="+mn-cs"/>
                        </a:rPr>
                        <a:t>- Cultural Norms Registry</a:t>
                      </a:r>
                    </a:p>
                    <a:p>
                      <a:pPr marL="0" algn="l" defTabSz="1079906" rtl="0" eaLnBrk="1" latinLnBrk="0" hangingPunct="1"/>
                      <a:r>
                        <a:rPr lang="en-GB" sz="1600" kern="1200" noProof="0" dirty="0">
                          <a:solidFill>
                            <a:schemeClr val="dk1"/>
                          </a:solidFill>
                          <a:latin typeface="+mn-lt"/>
                          <a:ea typeface="+mn-ea"/>
                          <a:cs typeface="+mn-cs"/>
                        </a:rPr>
                        <a:t>- Value Drift Monitor</a:t>
                      </a:r>
                    </a:p>
                    <a:p>
                      <a:pPr marL="0" algn="l" defTabSz="1079906" rtl="0" eaLnBrk="1" latinLnBrk="0" hangingPunct="1"/>
                      <a:r>
                        <a:rPr lang="en-GB" sz="1600" kern="1200" noProof="0" dirty="0">
                          <a:solidFill>
                            <a:schemeClr val="dk1"/>
                          </a:solidFill>
                          <a:latin typeface="+mn-lt"/>
                          <a:ea typeface="+mn-ea"/>
                          <a:cs typeface="+mn-cs"/>
                        </a:rPr>
                        <a:t>- Normative Alignment Engine</a:t>
                      </a:r>
                    </a:p>
                    <a:p>
                      <a:pPr marL="0" algn="l" defTabSz="1079906" rtl="0" eaLnBrk="1" latinLnBrk="0" hangingPunct="1"/>
                      <a:r>
                        <a:rPr lang="en-GB" sz="1600" kern="1200" noProof="0" dirty="0">
                          <a:solidFill>
                            <a:schemeClr val="dk1"/>
                          </a:solidFill>
                          <a:latin typeface="+mn-lt"/>
                          <a:ea typeface="+mn-ea"/>
                          <a:cs typeface="+mn-cs"/>
                        </a:rPr>
                        <a:t>- Ethical Signal Scanner</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a:txBody>
                    <a:bodyPr/>
                    <a:lstStyle/>
                    <a:p>
                      <a:pPr marL="0" algn="l" defTabSz="1079906" rtl="0" eaLnBrk="1" latinLnBrk="0" hangingPunct="1"/>
                      <a:r>
                        <a:rPr lang="en-GB" sz="1600" kern="1200" noProof="0" dirty="0">
                          <a:solidFill>
                            <a:schemeClr val="dk1"/>
                          </a:solidFill>
                          <a:latin typeface="+mn-lt"/>
                          <a:ea typeface="+mn-ea"/>
                          <a:cs typeface="+mn-cs"/>
                        </a:rPr>
                        <a:t>- Norms Visualiser</a:t>
                      </a:r>
                    </a:p>
                    <a:p>
                      <a:pPr marL="0" algn="l" defTabSz="1079906" rtl="0" eaLnBrk="1" latinLnBrk="0" hangingPunct="1"/>
                      <a:r>
                        <a:rPr lang="en-GB" sz="1600" kern="1200" noProof="0" dirty="0">
                          <a:solidFill>
                            <a:schemeClr val="dk1"/>
                          </a:solidFill>
                          <a:latin typeface="+mn-lt"/>
                          <a:ea typeface="+mn-ea"/>
                          <a:cs typeface="+mn-cs"/>
                        </a:rPr>
                        <a:t>- Value Alignment Toolkit</a:t>
                      </a:r>
                    </a:p>
                    <a:p>
                      <a:pPr marL="0" algn="l" defTabSz="1079906" rtl="0" eaLnBrk="1" latinLnBrk="0" hangingPunct="1"/>
                      <a:r>
                        <a:rPr lang="en-GB" sz="1600" kern="1200" noProof="0" dirty="0">
                          <a:solidFill>
                            <a:schemeClr val="dk1"/>
                          </a:solidFill>
                          <a:latin typeface="+mn-lt"/>
                          <a:ea typeface="+mn-ea"/>
                          <a:cs typeface="+mn-cs"/>
                        </a:rPr>
                        <a:t>- Ethical Signal Dashboard</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rowSpan="4">
                  <a:txBody>
                    <a:bodyPr/>
                    <a:lstStyle/>
                    <a:p>
                      <a:pPr marL="0" algn="l" defTabSz="1079906" rtl="0" eaLnBrk="1" latinLnBrk="0" hangingPunct="1"/>
                      <a:r>
                        <a:rPr lang="en-GB" sz="1600" kern="1200" noProof="0" dirty="0">
                          <a:solidFill>
                            <a:schemeClr val="dk1"/>
                          </a:solidFill>
                          <a:latin typeface="+mn-lt"/>
                          <a:ea typeface="+mn-ea"/>
                          <a:cs typeface="+mn-cs"/>
                        </a:rPr>
                        <a:t>- Civic → Governance (legitimacy, mandate signals)</a:t>
                      </a:r>
                    </a:p>
                    <a:p>
                      <a:pPr marL="0" algn="l" defTabSz="1079906" rtl="0" eaLnBrk="1" latinLnBrk="0" hangingPunct="1"/>
                      <a:r>
                        <a:rPr lang="en-GB" sz="1600" kern="1200" noProof="0" dirty="0">
                          <a:solidFill>
                            <a:schemeClr val="dk1"/>
                          </a:solidFill>
                          <a:latin typeface="+mn-lt"/>
                          <a:ea typeface="+mn-ea"/>
                          <a:cs typeface="+mn-cs"/>
                        </a:rPr>
                        <a:t>- Civic → Incentives (behavioural alignment)</a:t>
                      </a:r>
                    </a:p>
                    <a:p>
                      <a:pPr marL="0" algn="l" defTabSz="1079906" rtl="0" eaLnBrk="1" latinLnBrk="0" hangingPunct="1"/>
                      <a:r>
                        <a:rPr lang="en-GB" sz="1600" kern="1200" noProof="0" dirty="0">
                          <a:solidFill>
                            <a:schemeClr val="dk1"/>
                          </a:solidFill>
                          <a:latin typeface="+mn-lt"/>
                          <a:ea typeface="+mn-ea"/>
                          <a:cs typeface="+mn-cs"/>
                        </a:rPr>
                        <a:t>- Civic → Risk (cohesion stress indicators)</a:t>
                      </a:r>
                    </a:p>
                    <a:p>
                      <a:pPr marL="0" algn="l" defTabSz="1079906" rtl="0" eaLnBrk="1" latinLnBrk="0" hangingPunct="1"/>
                      <a:r>
                        <a:rPr lang="en-GB" sz="1600" kern="1200" noProof="0" dirty="0">
                          <a:solidFill>
                            <a:schemeClr val="dk1"/>
                          </a:solidFill>
                          <a:latin typeface="+mn-lt"/>
                          <a:ea typeface="+mn-ea"/>
                          <a:cs typeface="+mn-cs"/>
                        </a:rPr>
                        <a:t>- Civic → Data (sentiment, narrative, participation data)</a:t>
                      </a:r>
                    </a:p>
                    <a:p>
                      <a:pPr marL="0" algn="l" defTabSz="1079906" rtl="0" eaLnBrk="1" latinLnBrk="0" hangingPunct="1"/>
                      <a:r>
                        <a:rPr lang="en-GB" sz="1600" kern="1200" noProof="0" dirty="0">
                          <a:solidFill>
                            <a:schemeClr val="dk1"/>
                          </a:solidFill>
                          <a:latin typeface="+mn-lt"/>
                          <a:ea typeface="+mn-ea"/>
                          <a:cs typeface="+mn-cs"/>
                        </a:rPr>
                        <a:t>- Civic → Meta‑Integration (cultural dependencies)</a:t>
                      </a:r>
                    </a:p>
                    <a:p>
                      <a:pPr marL="0" algn="l" defTabSz="1079906" rtl="0" eaLnBrk="1" latinLnBrk="0" hangingPunct="1"/>
                      <a:r>
                        <a:rPr lang="en-GB" sz="1600" kern="1200" noProof="0" dirty="0">
                          <a:solidFill>
                            <a:schemeClr val="dk1"/>
                          </a:solidFill>
                          <a:latin typeface="+mn-lt"/>
                          <a:ea typeface="+mn-ea"/>
                          <a:cs typeface="+mn-cs"/>
                        </a:rPr>
                        <a:t>- Civic → Standards (norms, transparency expectations)</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extLst>
                  <a:ext uri="{0D108BD9-81ED-4DB2-BD59-A6C34878D82A}">
                    <a16:rowId xmlns:a16="http://schemas.microsoft.com/office/drawing/2014/main" val="3739774378"/>
                  </a:ext>
                </a:extLst>
              </a:tr>
              <a:tr h="1659231">
                <a:tc>
                  <a:txBody>
                    <a:bodyPr/>
                    <a:lstStyle/>
                    <a:p>
                      <a:r>
                        <a:rPr lang="en-GB" sz="1600" noProof="0" dirty="0">
                          <a:latin typeface="+mn-lt"/>
                        </a:rPr>
                        <a:t>Identity &amp; Cohesion</a:t>
                      </a:r>
                    </a:p>
                    <a:p>
                      <a:endParaRPr lang="en-GB" sz="1600" noProof="0" dirty="0">
                        <a:latin typeface="+mn-lt"/>
                      </a:endParaRPr>
                    </a:p>
                  </a:txBody>
                  <a:tcPr>
                    <a:solidFill>
                      <a:srgbClr val="99D0CA"/>
                    </a:solidFill>
                  </a:tcPr>
                </a:tc>
                <a:tc>
                  <a:txBody>
                    <a:bodyPr/>
                    <a:lstStyle/>
                    <a:p>
                      <a:pPr marL="0" algn="l" defTabSz="1079906" rtl="0" eaLnBrk="1" latinLnBrk="0" hangingPunct="1"/>
                      <a:r>
                        <a:rPr lang="en-GB" sz="1600" kern="1200" noProof="0" dirty="0">
                          <a:solidFill>
                            <a:schemeClr val="dk1"/>
                          </a:solidFill>
                          <a:latin typeface="+mn-lt"/>
                          <a:ea typeface="+mn-ea"/>
                          <a:cs typeface="+mn-cs"/>
                        </a:rPr>
                        <a:t>- Social Cohesion Scanner</a:t>
                      </a:r>
                    </a:p>
                    <a:p>
                      <a:pPr marL="0" algn="l" defTabSz="1079906" rtl="0" eaLnBrk="1" latinLnBrk="0" hangingPunct="1"/>
                      <a:r>
                        <a:rPr lang="en-GB" sz="1600" kern="1200" noProof="0" dirty="0">
                          <a:solidFill>
                            <a:schemeClr val="dk1"/>
                          </a:solidFill>
                          <a:latin typeface="+mn-lt"/>
                          <a:ea typeface="+mn-ea"/>
                          <a:cs typeface="+mn-cs"/>
                        </a:rPr>
                        <a:t>- Group Identity Mapping Subsystem</a:t>
                      </a:r>
                    </a:p>
                    <a:p>
                      <a:pPr marL="0" algn="l" defTabSz="1079906" rtl="0" eaLnBrk="1" latinLnBrk="0" hangingPunct="1"/>
                      <a:r>
                        <a:rPr lang="en-GB" sz="1600" kern="1200" noProof="0" dirty="0">
                          <a:solidFill>
                            <a:schemeClr val="dk1"/>
                          </a:solidFill>
                          <a:latin typeface="+mn-lt"/>
                          <a:ea typeface="+mn-ea"/>
                          <a:cs typeface="+mn-cs"/>
                        </a:rPr>
                        <a:t>- Cohesion Stress Monitor</a:t>
                      </a:r>
                    </a:p>
                    <a:p>
                      <a:pPr marL="0" algn="l" defTabSz="1079906" rtl="0" eaLnBrk="1" latinLnBrk="0" hangingPunct="1"/>
                      <a:r>
                        <a:rPr lang="en-GB" sz="1600" kern="1200" noProof="0" dirty="0">
                          <a:solidFill>
                            <a:schemeClr val="dk1"/>
                          </a:solidFill>
                          <a:latin typeface="+mn-lt"/>
                          <a:ea typeface="+mn-ea"/>
                          <a:cs typeface="+mn-cs"/>
                        </a:rPr>
                        <a:t>- Community Boundary Mapper</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a:txBody>
                    <a:bodyPr/>
                    <a:lstStyle/>
                    <a:p>
                      <a:pPr marL="0" algn="l" defTabSz="1079906" rtl="0" eaLnBrk="1" latinLnBrk="0" hangingPunct="1"/>
                      <a:r>
                        <a:rPr lang="en-GB" sz="1600" kern="1200" noProof="0" dirty="0">
                          <a:solidFill>
                            <a:schemeClr val="dk1"/>
                          </a:solidFill>
                          <a:latin typeface="+mn-lt"/>
                          <a:ea typeface="+mn-ea"/>
                          <a:cs typeface="+mn-cs"/>
                        </a:rPr>
                        <a:t>- Cohesion Heatmap Tools</a:t>
                      </a:r>
                    </a:p>
                    <a:p>
                      <a:pPr marL="0" algn="l" defTabSz="1079906" rtl="0" eaLnBrk="1" latinLnBrk="0" hangingPunct="1"/>
                      <a:r>
                        <a:rPr lang="en-GB" sz="1600" kern="1200" noProof="0" dirty="0">
                          <a:solidFill>
                            <a:schemeClr val="dk1"/>
                          </a:solidFill>
                          <a:latin typeface="+mn-lt"/>
                          <a:ea typeface="+mn-ea"/>
                          <a:cs typeface="+mn-cs"/>
                        </a:rPr>
                        <a:t>- Identity Mapping Toolkit</a:t>
                      </a:r>
                    </a:p>
                    <a:p>
                      <a:pPr marL="0" algn="l" defTabSz="1079906" rtl="0" eaLnBrk="1" latinLnBrk="0" hangingPunct="1"/>
                      <a:r>
                        <a:rPr lang="en-GB" sz="1600" kern="1200" noProof="0" dirty="0">
                          <a:solidFill>
                            <a:schemeClr val="dk1"/>
                          </a:solidFill>
                          <a:latin typeface="+mn-lt"/>
                          <a:ea typeface="+mn-ea"/>
                          <a:cs typeface="+mn-cs"/>
                        </a:rPr>
                        <a:t>- Stress Indicator Dashboard</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vMerge="1">
                  <a:txBody>
                    <a:bodyPr/>
                    <a:lstStyle/>
                    <a:p>
                      <a:endParaRPr/>
                    </a:p>
                  </a:txBody>
                  <a:tcPr>
                    <a:solidFill>
                      <a:srgbClr val="E8A9A9"/>
                    </a:solidFill>
                  </a:tcPr>
                </a:tc>
                <a:extLst>
                  <a:ext uri="{0D108BD9-81ED-4DB2-BD59-A6C34878D82A}">
                    <a16:rowId xmlns:a16="http://schemas.microsoft.com/office/drawing/2014/main" val="4189637918"/>
                  </a:ext>
                </a:extLst>
              </a:tr>
              <a:tr h="1434251">
                <a:tc>
                  <a:txBody>
                    <a:bodyPr/>
                    <a:lstStyle/>
                    <a:p>
                      <a:pPr marL="0" algn="l" defTabSz="1079906" rtl="0" eaLnBrk="1" latinLnBrk="0" hangingPunct="1"/>
                      <a:r>
                        <a:rPr lang="en-GB" sz="1600" kern="1200" noProof="0" dirty="0">
                          <a:solidFill>
                            <a:schemeClr val="dk1"/>
                          </a:solidFill>
                          <a:latin typeface="+mn-lt"/>
                          <a:ea typeface="+mn-ea"/>
                          <a:cs typeface="+mn-cs"/>
                        </a:rPr>
                        <a:t>Narratives &amp; Meaning</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a:txBody>
                    <a:bodyPr/>
                    <a:lstStyle/>
                    <a:p>
                      <a:pPr marL="0" algn="l" defTabSz="1079906" rtl="0" eaLnBrk="1" latinLnBrk="0" hangingPunct="1"/>
                      <a:r>
                        <a:rPr lang="en-GB" sz="1600" kern="1200" noProof="0" dirty="0">
                          <a:solidFill>
                            <a:schemeClr val="dk1"/>
                          </a:solidFill>
                          <a:latin typeface="+mn-lt"/>
                          <a:ea typeface="+mn-ea"/>
                          <a:cs typeface="+mn-cs"/>
                        </a:rPr>
                        <a:t>- Narrative Mapping Engine</a:t>
                      </a:r>
                    </a:p>
                    <a:p>
                      <a:pPr marL="0" algn="l" defTabSz="1079906" rtl="0" eaLnBrk="1" latinLnBrk="0" hangingPunct="1"/>
                      <a:r>
                        <a:rPr lang="en-GB" sz="1600" kern="1200" noProof="0" dirty="0">
                          <a:solidFill>
                            <a:schemeClr val="dk1"/>
                          </a:solidFill>
                          <a:latin typeface="+mn-lt"/>
                          <a:ea typeface="+mn-ea"/>
                          <a:cs typeface="+mn-cs"/>
                        </a:rPr>
                        <a:t>- Cultural Drift Monitor</a:t>
                      </a:r>
                    </a:p>
                    <a:p>
                      <a:pPr marL="0" algn="l" defTabSz="1079906" rtl="0" eaLnBrk="1" latinLnBrk="0" hangingPunct="1"/>
                      <a:r>
                        <a:rPr lang="en-GB" sz="1600" kern="1200" noProof="0" dirty="0">
                          <a:solidFill>
                            <a:schemeClr val="dk1"/>
                          </a:solidFill>
                          <a:latin typeface="+mn-lt"/>
                          <a:ea typeface="+mn-ea"/>
                          <a:cs typeface="+mn-cs"/>
                        </a:rPr>
                        <a:t>- Sentiment &amp; Meaning Extraction Subsystem</a:t>
                      </a:r>
                    </a:p>
                    <a:p>
                      <a:pPr marL="0" algn="l" defTabSz="1079906" rtl="0" eaLnBrk="1" latinLnBrk="0" hangingPunct="1"/>
                      <a:r>
                        <a:rPr lang="en-GB" sz="1600" kern="1200" noProof="0" dirty="0">
                          <a:solidFill>
                            <a:schemeClr val="dk1"/>
                          </a:solidFill>
                          <a:latin typeface="+mn-lt"/>
                          <a:ea typeface="+mn-ea"/>
                          <a:cs typeface="+mn-cs"/>
                        </a:rPr>
                        <a:t>- Narrative Dynamics Tracker</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a:txBody>
                    <a:bodyPr/>
                    <a:lstStyle/>
                    <a:p>
                      <a:pPr marL="0" algn="l" defTabSz="1079906" rtl="0" eaLnBrk="1" latinLnBrk="0" hangingPunct="1"/>
                      <a:r>
                        <a:rPr lang="en-GB" sz="1600" kern="1200" noProof="0" dirty="0">
                          <a:solidFill>
                            <a:schemeClr val="dk1"/>
                          </a:solidFill>
                          <a:latin typeface="+mn-lt"/>
                          <a:ea typeface="+mn-ea"/>
                          <a:cs typeface="+mn-cs"/>
                        </a:rPr>
                        <a:t>- Narrative Visualiser</a:t>
                      </a:r>
                    </a:p>
                    <a:p>
                      <a:pPr marL="0" algn="l" defTabSz="1079906" rtl="0" eaLnBrk="1" latinLnBrk="0" hangingPunct="1"/>
                      <a:r>
                        <a:rPr lang="en-GB" sz="1600" kern="1200" noProof="0" dirty="0">
                          <a:solidFill>
                            <a:schemeClr val="dk1"/>
                          </a:solidFill>
                          <a:latin typeface="+mn-lt"/>
                          <a:ea typeface="+mn-ea"/>
                          <a:cs typeface="+mn-cs"/>
                        </a:rPr>
                        <a:t>- Cultural Drift Analysis Toolkit</a:t>
                      </a:r>
                    </a:p>
                    <a:p>
                      <a:pPr marL="0" algn="l" defTabSz="1079906" rtl="0" eaLnBrk="1" latinLnBrk="0" hangingPunct="1"/>
                      <a:r>
                        <a:rPr lang="en-GB" sz="1600" kern="1200" noProof="0" dirty="0">
                          <a:solidFill>
                            <a:schemeClr val="dk1"/>
                          </a:solidFill>
                          <a:latin typeface="+mn-lt"/>
                          <a:ea typeface="+mn-ea"/>
                          <a:cs typeface="+mn-cs"/>
                        </a:rPr>
                        <a:t>- Meaning Extraction Tools</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vMerge="1">
                  <a:txBody>
                    <a:bodyPr/>
                    <a:lstStyle/>
                    <a:p>
                      <a:endParaRPr/>
                    </a:p>
                  </a:txBody>
                  <a:tcPr>
                    <a:solidFill>
                      <a:srgbClr val="E8A9A9"/>
                    </a:solidFill>
                  </a:tcPr>
                </a:tc>
                <a:extLst>
                  <a:ext uri="{0D108BD9-81ED-4DB2-BD59-A6C34878D82A}">
                    <a16:rowId xmlns:a16="http://schemas.microsoft.com/office/drawing/2014/main" val="3847293035"/>
                  </a:ext>
                </a:extLst>
              </a:tr>
              <a:tr h="0">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600" kern="1200" noProof="0" dirty="0">
                          <a:solidFill>
                            <a:schemeClr val="dk1"/>
                          </a:solidFill>
                          <a:latin typeface="+mn-lt"/>
                          <a:ea typeface="+mn-ea"/>
                          <a:cs typeface="+mn-cs"/>
                        </a:rPr>
                        <a:t>Civic Feedback Channels</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a:txBody>
                    <a:bodyPr/>
                    <a:lstStyle/>
                    <a:p>
                      <a:pPr marL="0" algn="l" defTabSz="1079906" rtl="0" eaLnBrk="1" latinLnBrk="0" hangingPunct="1"/>
                      <a:r>
                        <a:rPr lang="en-GB" sz="1600" kern="1200" noProof="0" dirty="0">
                          <a:solidFill>
                            <a:schemeClr val="dk1"/>
                          </a:solidFill>
                          <a:latin typeface="+mn-lt"/>
                          <a:ea typeface="+mn-ea"/>
                          <a:cs typeface="+mn-cs"/>
                        </a:rPr>
                        <a:t>- Civic Feedback Loop (CFL)</a:t>
                      </a:r>
                    </a:p>
                    <a:p>
                      <a:pPr marL="0" algn="l" defTabSz="1079906" rtl="0" eaLnBrk="1" latinLnBrk="0" hangingPunct="1"/>
                      <a:r>
                        <a:rPr lang="en-GB" sz="1600" kern="1200" noProof="0" dirty="0">
                          <a:solidFill>
                            <a:schemeClr val="dk1"/>
                          </a:solidFill>
                          <a:latin typeface="+mn-lt"/>
                          <a:ea typeface="+mn-ea"/>
                          <a:cs typeface="+mn-cs"/>
                        </a:rPr>
                        <a:t>- Cohesion Signal Layer (CSL)</a:t>
                      </a:r>
                    </a:p>
                    <a:p>
                      <a:pPr marL="0" algn="l" defTabSz="1079906" rtl="0" eaLnBrk="1" latinLnBrk="0" hangingPunct="1"/>
                      <a:r>
                        <a:rPr lang="en-GB" sz="1600" kern="1200" noProof="0" dirty="0">
                          <a:solidFill>
                            <a:schemeClr val="dk1"/>
                          </a:solidFill>
                          <a:latin typeface="+mn-lt"/>
                          <a:ea typeface="+mn-ea"/>
                          <a:cs typeface="+mn-cs"/>
                        </a:rPr>
                        <a:t>- Participation Tracking &amp; Reporting (PTR)</a:t>
                      </a:r>
                    </a:p>
                    <a:p>
                      <a:pPr marL="0" algn="l" defTabSz="1079906" rtl="0" eaLnBrk="1" latinLnBrk="0" hangingPunct="1"/>
                      <a:r>
                        <a:rPr lang="en-GB" sz="1600" kern="1200" noProof="0" dirty="0">
                          <a:solidFill>
                            <a:schemeClr val="dk1"/>
                          </a:solidFill>
                          <a:latin typeface="+mn-lt"/>
                          <a:ea typeface="+mn-ea"/>
                          <a:cs typeface="+mn-cs"/>
                        </a:rPr>
                        <a:t>- Issue Escalation Router</a:t>
                      </a:r>
                    </a:p>
                    <a:p>
                      <a:pPr marL="0" algn="l" defTabSz="1079906" rtl="0" eaLnBrk="1" latinLnBrk="0" hangingPunct="1"/>
                      <a:r>
                        <a:rPr lang="en-GB" sz="1600" kern="1200" noProof="0" dirty="0">
                          <a:solidFill>
                            <a:schemeClr val="dk1"/>
                          </a:solidFill>
                          <a:latin typeface="+mn-lt"/>
                          <a:ea typeface="+mn-ea"/>
                          <a:cs typeface="+mn-cs"/>
                        </a:rPr>
                        <a:t>- Deliberation Intake Subsystem</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99D0CA"/>
                    </a:solidFill>
                  </a:tcPr>
                </a:tc>
                <a:tc>
                  <a:txBody>
                    <a:bodyPr/>
                    <a:lstStyle/>
                    <a:p>
                      <a:pPr marL="0" algn="l" defTabSz="1079906" rtl="0" eaLnBrk="1" latinLnBrk="0" hangingPunct="1"/>
                      <a:r>
                        <a:rPr lang="en-GB" sz="1600" kern="1200" noProof="0" dirty="0">
                          <a:solidFill>
                            <a:schemeClr val="dk1"/>
                          </a:solidFill>
                          <a:latin typeface="+mn-lt"/>
                          <a:ea typeface="+mn-ea"/>
                          <a:cs typeface="+mn-cs"/>
                        </a:rPr>
                        <a:t>- Feedback Dashboard</a:t>
                      </a:r>
                    </a:p>
                    <a:p>
                      <a:pPr marL="0" algn="l" defTabSz="1079906" rtl="0" eaLnBrk="1" latinLnBrk="0" hangingPunct="1"/>
                      <a:r>
                        <a:rPr lang="en-GB" sz="1600" kern="1200" noProof="0" dirty="0">
                          <a:solidFill>
                            <a:schemeClr val="dk1"/>
                          </a:solidFill>
                          <a:latin typeface="+mn-lt"/>
                          <a:ea typeface="+mn-ea"/>
                          <a:cs typeface="+mn-cs"/>
                        </a:rPr>
                        <a:t>- Participation Analytics Tools</a:t>
                      </a:r>
                    </a:p>
                    <a:p>
                      <a:pPr marL="0" algn="l" defTabSz="1079906" rtl="0" eaLnBrk="1" latinLnBrk="0" hangingPunct="1"/>
                      <a:r>
                        <a:rPr lang="en-GB" sz="1600" kern="1200" noProof="0" dirty="0">
                          <a:solidFill>
                            <a:schemeClr val="dk1"/>
                          </a:solidFill>
                          <a:latin typeface="+mn-lt"/>
                          <a:ea typeface="+mn-ea"/>
                          <a:cs typeface="+mn-cs"/>
                        </a:rPr>
                        <a:t>- Cohesion Scoring Toolkit</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99D0CA"/>
                    </a:solidFill>
                  </a:tcPr>
                </a:tc>
                <a:tc vMerge="1">
                  <a:txBody>
                    <a:bodyPr/>
                    <a:lstStyle/>
                    <a:p>
                      <a:endParaRPr lang="en-GB" sz="1600" dirty="0">
                        <a:latin typeface="+mn-lt"/>
                      </a:endParaRPr>
                    </a:p>
                  </a:txBody>
                  <a:tcPr>
                    <a:solidFill>
                      <a:srgbClr val="E8A9A9"/>
                    </a:solidFill>
                  </a:tcPr>
                </a:tc>
                <a:extLst>
                  <a:ext uri="{0D108BD9-81ED-4DB2-BD59-A6C34878D82A}">
                    <a16:rowId xmlns:a16="http://schemas.microsoft.com/office/drawing/2014/main" val="3825252355"/>
                  </a:ext>
                </a:extLst>
              </a:tr>
            </a:tbl>
          </a:graphicData>
        </a:graphic>
      </p:graphicFrame>
      <p:sp>
        <p:nvSpPr>
          <p:cNvPr id="6" name="TextBox 5">
            <a:extLst>
              <a:ext uri="{FF2B5EF4-FFF2-40B4-BE49-F238E27FC236}">
                <a16:creationId xmlns:a16="http://schemas.microsoft.com/office/drawing/2014/main" id="{8574818F-F401-50BC-090C-5BD9217121DB}"/>
              </a:ext>
            </a:extLst>
          </p:cNvPr>
          <p:cNvSpPr txBox="1"/>
          <p:nvPr/>
        </p:nvSpPr>
        <p:spPr>
          <a:xfrm>
            <a:off x="12745615" y="261428"/>
            <a:ext cx="2982065" cy="6678751"/>
          </a:xfrm>
          <a:prstGeom prst="rect">
            <a:avLst/>
          </a:prstGeom>
          <a:noFill/>
        </p:spPr>
        <p:txBody>
          <a:bodyPr wrap="square" rtlCol="0">
            <a:spAutoFit/>
          </a:bodyPr>
          <a:lstStyle/>
          <a:p>
            <a:r>
              <a:rPr lang="en-GB" sz="1600" b="1" noProof="0" dirty="0"/>
              <a:t>6. Notes / Design Intent</a:t>
            </a:r>
            <a:br>
              <a:rPr lang="en-GB" sz="1600" noProof="0" dirty="0"/>
            </a:br>
            <a:r>
              <a:rPr lang="en-GB" noProof="0" dirty="0"/>
              <a:t>Cross‑cutting:</a:t>
            </a:r>
          </a:p>
          <a:p>
            <a:r>
              <a:rPr lang="en-GB" noProof="0" dirty="0"/>
              <a:t>- This Family measures cohesion, identity, values, narratives, and civic sentiment.</a:t>
            </a:r>
          </a:p>
          <a:p>
            <a:r>
              <a:rPr lang="en-GB" noProof="0" dirty="0"/>
              <a:t>- It provides early warning for legitimacy crises, polarisation, and cultural drift.</a:t>
            </a:r>
          </a:p>
          <a:p>
            <a:endParaRPr lang="en-GB" noProof="0" dirty="0"/>
          </a:p>
          <a:p>
            <a:r>
              <a:rPr lang="en-GB" noProof="0" dirty="0"/>
              <a:t>Design intent:</a:t>
            </a:r>
          </a:p>
          <a:p>
            <a:r>
              <a:rPr lang="en-GB" noProof="0" dirty="0"/>
              <a:t>- Values &amp; Norms = cultural baselines.</a:t>
            </a:r>
          </a:p>
          <a:p>
            <a:r>
              <a:rPr lang="en-GB" noProof="0" dirty="0"/>
              <a:t>- Identity &amp; Cohesion = group dynamics and social stability.</a:t>
            </a:r>
          </a:p>
          <a:p>
            <a:r>
              <a:rPr lang="en-GB" noProof="0" dirty="0"/>
              <a:t>- Narratives &amp; Meaning = how society interprets events.</a:t>
            </a:r>
          </a:p>
          <a:p>
            <a:r>
              <a:rPr lang="en-GB" noProof="0" dirty="0"/>
              <a:t>- Civic Feedback Channels = structured civic input (CFL, CSL, PTR).</a:t>
            </a:r>
          </a:p>
          <a:p>
            <a:endParaRPr lang="en-GB" sz="1600" noProof="0" dirty="0"/>
          </a:p>
        </p:txBody>
      </p:sp>
      <p:pic>
        <p:nvPicPr>
          <p:cNvPr id="8" name="Picture 7">
            <a:hlinkClick r:id="rId3" action="ppaction://hlinksldjump"/>
            <a:extLst>
              <a:ext uri="{FF2B5EF4-FFF2-40B4-BE49-F238E27FC236}">
                <a16:creationId xmlns:a16="http://schemas.microsoft.com/office/drawing/2014/main" id="{2960AC27-50FC-63B3-95C8-E848B7E96AA6}"/>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3566340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72B12-7805-A9EA-04DE-71905944AEA9}"/>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7E5402B-9A14-F0B4-7C7D-B67D320B27AC}"/>
              </a:ext>
            </a:extLst>
          </p:cNvPr>
          <p:cNvSpPr>
            <a:spLocks noGrp="1"/>
          </p:cNvSpPr>
          <p:nvPr>
            <p:ph type="title"/>
          </p:nvPr>
        </p:nvSpPr>
        <p:spPr>
          <a:xfrm>
            <a:off x="-1" y="7745168"/>
            <a:ext cx="15840075" cy="352976"/>
          </a:xfrm>
          <a:solidFill>
            <a:srgbClr val="F9A825">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horz" rtlCol="0" anchor="ctr">
            <a:normAutofit/>
          </a:bodyPr>
          <a:lstStyle/>
          <a:p>
            <a:pPr defTabSz="457200"/>
            <a:r>
              <a:rPr lang="en-GB" sz="1800" b="1" noProof="0" dirty="0">
                <a:solidFill>
                  <a:schemeClr val="tx1"/>
                </a:solidFill>
              </a:rPr>
              <a:t>5. Incentive &amp; Behavioural</a:t>
            </a:r>
          </a:p>
        </p:txBody>
      </p:sp>
      <p:graphicFrame>
        <p:nvGraphicFramePr>
          <p:cNvPr id="5" name="Table 4">
            <a:extLst>
              <a:ext uri="{FF2B5EF4-FFF2-40B4-BE49-F238E27FC236}">
                <a16:creationId xmlns:a16="http://schemas.microsoft.com/office/drawing/2014/main" id="{12DA7B23-B614-0B50-9D21-B3D12EF44CCC}"/>
              </a:ext>
            </a:extLst>
          </p:cNvPr>
          <p:cNvGraphicFramePr>
            <a:graphicFrameLocks noGrp="1"/>
          </p:cNvGraphicFramePr>
          <p:nvPr>
            <p:extLst>
              <p:ext uri="{D42A27DB-BD31-4B8C-83A1-F6EECF244321}">
                <p14:modId xmlns:p14="http://schemas.microsoft.com/office/powerpoint/2010/main" val="2084784854"/>
              </p:ext>
            </p:extLst>
          </p:nvPr>
        </p:nvGraphicFramePr>
        <p:xfrm>
          <a:off x="279919" y="261428"/>
          <a:ext cx="12316408" cy="6949798"/>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tx1"/>
                          </a:solidFill>
                        </a:rPr>
                        <a:t>Module</a:t>
                      </a:r>
                    </a:p>
                  </a:txBody>
                  <a:tcPr>
                    <a:solidFill>
                      <a:srgbClr val="FDDCA8"/>
                    </a:solidFill>
                  </a:tcPr>
                </a:tc>
                <a:tc>
                  <a:txBody>
                    <a:bodyPr/>
                    <a:lstStyle/>
                    <a:p>
                      <a:r>
                        <a:rPr lang="en-GB" sz="1600" b="1" noProof="0" dirty="0">
                          <a:solidFill>
                            <a:schemeClr val="tx1"/>
                          </a:solidFill>
                        </a:rPr>
                        <a:t>L3</a:t>
                      </a:r>
                      <a:r>
                        <a:rPr lang="en-GB" sz="1600" b="1" baseline="0" noProof="0" dirty="0">
                          <a:solidFill>
                            <a:schemeClr val="tx1"/>
                          </a:solidFill>
                        </a:rPr>
                        <a:t> Subsystems </a:t>
                      </a:r>
                      <a:endParaRPr lang="en-GB" sz="1600" b="1" noProof="0" dirty="0">
                        <a:solidFill>
                          <a:schemeClr val="tx1"/>
                        </a:solidFill>
                      </a:endParaRPr>
                    </a:p>
                  </a:txBody>
                  <a:tcPr>
                    <a:solidFill>
                      <a:srgbClr val="FDDCA8"/>
                    </a:solidFill>
                  </a:tcPr>
                </a:tc>
                <a:tc>
                  <a:txBody>
                    <a:bodyPr/>
                    <a:lstStyle/>
                    <a:p>
                      <a:r>
                        <a:rPr lang="en-GB" sz="1600" b="1" noProof="0" dirty="0">
                          <a:solidFill>
                            <a:schemeClr val="tx1"/>
                          </a:solidFill>
                        </a:rPr>
                        <a:t>L4 Instruments</a:t>
                      </a:r>
                    </a:p>
                  </a:txBody>
                  <a:tcPr>
                    <a:solidFill>
                      <a:srgbClr val="FDDCA8"/>
                    </a:solidFill>
                  </a:tcPr>
                </a:tc>
                <a:tc>
                  <a:txBody>
                    <a:bodyPr/>
                    <a:lstStyle/>
                    <a:p>
                      <a:r>
                        <a:rPr lang="en-GB" sz="1600" b="1" noProof="0" dirty="0">
                          <a:solidFill>
                            <a:schemeClr val="tx1"/>
                          </a:solidFill>
                        </a:rPr>
                        <a:t>L5 Interfaces</a:t>
                      </a:r>
                    </a:p>
                  </a:txBody>
                  <a:tcPr>
                    <a:solidFill>
                      <a:srgbClr val="FDDCA8"/>
                    </a:solidFill>
                  </a:tcPr>
                </a:tc>
                <a:extLst>
                  <a:ext uri="{0D108BD9-81ED-4DB2-BD59-A6C34878D82A}">
                    <a16:rowId xmlns:a16="http://schemas.microsoft.com/office/drawing/2014/main" val="3650292869"/>
                  </a:ext>
                </a:extLst>
              </a:tr>
              <a:tr h="1465029">
                <a:tc>
                  <a:txBody>
                    <a:bodyPr/>
                    <a:lstStyle/>
                    <a:p>
                      <a:r>
                        <a:rPr lang="en-GB" sz="1600" kern="1200" noProof="0" dirty="0">
                          <a:solidFill>
                            <a:schemeClr val="dk1"/>
                          </a:solidFill>
                          <a:effectLst/>
                          <a:latin typeface="+mn-lt"/>
                          <a:ea typeface="+mn-ea"/>
                          <a:cs typeface="+mn-cs"/>
                        </a:rPr>
                        <a:t>Behavioural Dynamics</a:t>
                      </a:r>
                    </a:p>
                    <a:p>
                      <a:endParaRPr lang="en-GB" sz="1600" noProof="0" dirty="0">
                        <a:latin typeface="+mn-lt"/>
                      </a:endParaRPr>
                    </a:p>
                  </a:txBody>
                  <a:tcPr>
                    <a:solidFill>
                      <a:srgbClr val="FDDCA8"/>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Behavioural Modelling Engine</a:t>
                      </a:r>
                    </a:p>
                    <a:p>
                      <a:pPr marL="0" algn="l" defTabSz="1079906" rtl="0" eaLnBrk="1" latinLnBrk="0" hangingPunct="1"/>
                      <a:r>
                        <a:rPr lang="en-GB" sz="1600" kern="1200" noProof="0" dirty="0">
                          <a:solidFill>
                            <a:schemeClr val="dk1"/>
                          </a:solidFill>
                          <a:effectLst/>
                          <a:latin typeface="+mn-lt"/>
                          <a:ea typeface="+mn-ea"/>
                          <a:cs typeface="+mn-cs"/>
                        </a:rPr>
                        <a:t>- Choice Architecture Subsystem</a:t>
                      </a:r>
                    </a:p>
                    <a:p>
                      <a:pPr marL="0" algn="l" defTabSz="1079906" rtl="0" eaLnBrk="1" latinLnBrk="0" hangingPunct="1"/>
                      <a:r>
                        <a:rPr lang="en-GB" sz="1600" kern="1200" noProof="0" dirty="0">
                          <a:solidFill>
                            <a:schemeClr val="dk1"/>
                          </a:solidFill>
                          <a:effectLst/>
                          <a:latin typeface="+mn-lt"/>
                          <a:ea typeface="+mn-ea"/>
                          <a:cs typeface="+mn-cs"/>
                        </a:rPr>
                        <a:t>- Behavioural Risk Monitor</a:t>
                      </a:r>
                    </a:p>
                    <a:p>
                      <a:pPr marL="0" algn="l" defTabSz="1079906" rtl="0" eaLnBrk="1" latinLnBrk="0" hangingPunct="1"/>
                      <a:r>
                        <a:rPr lang="en-GB" sz="1600" kern="1200" noProof="0" dirty="0">
                          <a:solidFill>
                            <a:schemeClr val="dk1"/>
                          </a:solidFill>
                          <a:effectLst/>
                          <a:latin typeface="+mn-lt"/>
                          <a:ea typeface="+mn-ea"/>
                          <a:cs typeface="+mn-cs"/>
                        </a:rPr>
                        <a:t>- Habit &amp; Pattern Analysis Subsystem</a:t>
                      </a:r>
                    </a:p>
                    <a:p>
                      <a:pPr marL="0" algn="l" defTabSz="1079906" rtl="0" eaLnBrk="1" latinLnBrk="0" hangingPunct="1"/>
                      <a:r>
                        <a:rPr lang="en-GB" sz="1600" kern="1200" noProof="0" dirty="0">
                          <a:solidFill>
                            <a:schemeClr val="dk1"/>
                          </a:solidFill>
                          <a:effectLst/>
                          <a:latin typeface="+mn-lt"/>
                          <a:ea typeface="+mn-ea"/>
                          <a:cs typeface="+mn-cs"/>
                        </a:rPr>
                        <a:t>- Behavioural Response Simulator</a:t>
                      </a:r>
                    </a:p>
                  </a:txBody>
                  <a:tcPr>
                    <a:solidFill>
                      <a:srgbClr val="FDDCA8"/>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Behavioural Modelling Toolkit</a:t>
                      </a:r>
                    </a:p>
                    <a:p>
                      <a:pPr marL="0" algn="l" defTabSz="1079906" rtl="0" eaLnBrk="1" latinLnBrk="0" hangingPunct="1"/>
                      <a:r>
                        <a:rPr lang="en-GB" sz="1600" kern="1200" noProof="0" dirty="0">
                          <a:solidFill>
                            <a:schemeClr val="dk1"/>
                          </a:solidFill>
                          <a:effectLst/>
                          <a:latin typeface="+mn-lt"/>
                          <a:ea typeface="+mn-ea"/>
                          <a:cs typeface="+mn-cs"/>
                        </a:rPr>
                        <a:t>- Choice Architecture Tools</a:t>
                      </a:r>
                    </a:p>
                    <a:p>
                      <a:pPr marL="0" algn="l" defTabSz="1079906" rtl="0" eaLnBrk="1" latinLnBrk="0" hangingPunct="1"/>
                      <a:r>
                        <a:rPr lang="en-GB" sz="1600" kern="1200" noProof="0" dirty="0">
                          <a:solidFill>
                            <a:schemeClr val="dk1"/>
                          </a:solidFill>
                          <a:effectLst/>
                          <a:latin typeface="+mn-lt"/>
                          <a:ea typeface="+mn-ea"/>
                          <a:cs typeface="+mn-cs"/>
                        </a:rPr>
                        <a:t>- Behavioural Simulation Tools</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FDDCA8"/>
                    </a:solidFill>
                  </a:tcPr>
                </a:tc>
                <a:tc rowSpan="4">
                  <a:txBody>
                    <a:bodyPr/>
                    <a:lstStyle/>
                    <a:p>
                      <a:pPr marL="0" algn="l" defTabSz="1079906" rtl="0" eaLnBrk="1" latinLnBrk="0" hangingPunct="1"/>
                      <a:r>
                        <a:rPr lang="en-GB" sz="1600" kern="1200" noProof="0" dirty="0">
                          <a:solidFill>
                            <a:schemeClr val="dk1"/>
                          </a:solidFill>
                          <a:effectLst/>
                          <a:latin typeface="+mn-lt"/>
                          <a:ea typeface="+mn-ea"/>
                          <a:cs typeface="+mn-cs"/>
                        </a:rPr>
                        <a:t>- Incentive &amp; Behavioural → Governance (mandate shaping, compliance signals)</a:t>
                      </a:r>
                    </a:p>
                    <a:p>
                      <a:pPr marL="0" algn="l" defTabSz="1079906" rtl="0" eaLnBrk="1" latinLnBrk="0" hangingPunct="1"/>
                      <a:r>
                        <a:rPr lang="en-GB" sz="1600" kern="1200" noProof="0" dirty="0">
                          <a:solidFill>
                            <a:schemeClr val="dk1"/>
                          </a:solidFill>
                          <a:effectLst/>
                          <a:latin typeface="+mn-lt"/>
                          <a:ea typeface="+mn-ea"/>
                          <a:cs typeface="+mn-cs"/>
                        </a:rPr>
                        <a:t>- Incentive &amp; Behavioural → Risk (behavioural risk mitigation)</a:t>
                      </a:r>
                    </a:p>
                    <a:p>
                      <a:pPr marL="0" algn="l" defTabSz="1079906" rtl="0" eaLnBrk="1" latinLnBrk="0" hangingPunct="1"/>
                      <a:r>
                        <a:rPr lang="en-GB" sz="1600" kern="1200" noProof="0" dirty="0">
                          <a:solidFill>
                            <a:schemeClr val="dk1"/>
                          </a:solidFill>
                          <a:effectLst/>
                          <a:latin typeface="+mn-lt"/>
                          <a:ea typeface="+mn-ea"/>
                          <a:cs typeface="+mn-cs"/>
                        </a:rPr>
                        <a:t>- Incentive &amp; Behavioural → Data (behavioural telemetry, signal routing)</a:t>
                      </a:r>
                    </a:p>
                    <a:p>
                      <a:pPr marL="0" algn="l" defTabSz="1079906" rtl="0" eaLnBrk="1" latinLnBrk="0" hangingPunct="1"/>
                      <a:r>
                        <a:rPr lang="en-GB" sz="1600" kern="1200" noProof="0" dirty="0">
                          <a:solidFill>
                            <a:schemeClr val="dk1"/>
                          </a:solidFill>
                          <a:effectLst/>
                          <a:latin typeface="+mn-lt"/>
                          <a:ea typeface="+mn-ea"/>
                          <a:cs typeface="+mn-cs"/>
                        </a:rPr>
                        <a:t>- Incentive &amp; Behavioural → Civic Feedback (public response patterns)</a:t>
                      </a:r>
                    </a:p>
                    <a:p>
                      <a:pPr marL="0" algn="l" defTabSz="1079906" rtl="0" eaLnBrk="1" latinLnBrk="0" hangingPunct="1"/>
                      <a:r>
                        <a:rPr lang="en-GB" sz="1600" kern="1200" noProof="0" dirty="0">
                          <a:solidFill>
                            <a:schemeClr val="dk1"/>
                          </a:solidFill>
                          <a:effectLst/>
                          <a:latin typeface="+mn-lt"/>
                          <a:ea typeface="+mn-ea"/>
                          <a:cs typeface="+mn-cs"/>
                        </a:rPr>
                        <a:t>- Incentive &amp; Behavioural → Infrastructure (demand shaping, load balancing)</a:t>
                      </a:r>
                    </a:p>
                    <a:p>
                      <a:pPr marL="0" algn="l" defTabSz="1079906" rtl="0" eaLnBrk="1" latinLnBrk="0" hangingPunct="1"/>
                      <a:r>
                        <a:rPr lang="en-GB" sz="1600" kern="1200" noProof="0" dirty="0">
                          <a:solidFill>
                            <a:schemeClr val="dk1"/>
                          </a:solidFill>
                          <a:effectLst/>
                          <a:latin typeface="+mn-lt"/>
                          <a:ea typeface="+mn-ea"/>
                          <a:cs typeface="+mn-cs"/>
                        </a:rPr>
                        <a:t>- Incentive &amp; Behavioural → Ecological Systems (resource use incentives)</a:t>
                      </a:r>
                    </a:p>
                    <a:p>
                      <a:pPr marL="0" algn="l" defTabSz="1079906" rtl="0" eaLnBrk="1" latinLnBrk="0" hangingPunct="1"/>
                      <a:r>
                        <a:rPr lang="en-GB" sz="1600" kern="1200" noProof="0" dirty="0">
                          <a:solidFill>
                            <a:schemeClr val="dk1"/>
                          </a:solidFill>
                          <a:effectLst/>
                          <a:latin typeface="+mn-lt"/>
                          <a:ea typeface="+mn-ea"/>
                          <a:cs typeface="+mn-cs"/>
                        </a:rPr>
                        <a:t>- Incentive &amp; Behavioural → Meta‑Integration (cross‑system behavioural dependencies)</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FDDCA8"/>
                    </a:solidFill>
                  </a:tcPr>
                </a:tc>
                <a:extLst>
                  <a:ext uri="{0D108BD9-81ED-4DB2-BD59-A6C34878D82A}">
                    <a16:rowId xmlns:a16="http://schemas.microsoft.com/office/drawing/2014/main" val="3739774378"/>
                  </a:ext>
                </a:extLst>
              </a:tr>
              <a:tr h="1659231">
                <a:tc>
                  <a:txBody>
                    <a:bodyPr/>
                    <a:lstStyle/>
                    <a:p>
                      <a:r>
                        <a:rPr lang="en-GB" sz="1600" kern="1200" noProof="0" dirty="0">
                          <a:solidFill>
                            <a:schemeClr val="dk1"/>
                          </a:solidFill>
                          <a:effectLst/>
                          <a:latin typeface="+mn-lt"/>
                          <a:ea typeface="+mn-ea"/>
                          <a:cs typeface="+mn-cs"/>
                        </a:rPr>
                        <a:t>Incentive Structures</a:t>
                      </a:r>
                    </a:p>
                    <a:p>
                      <a:endParaRPr lang="en-GB" sz="1600" noProof="0" dirty="0">
                        <a:latin typeface="+mn-lt"/>
                      </a:endParaRPr>
                    </a:p>
                  </a:txBody>
                  <a:tcPr>
                    <a:solidFill>
                      <a:srgbClr val="FDDCA8"/>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Incentive Design Engine</a:t>
                      </a:r>
                    </a:p>
                    <a:p>
                      <a:pPr marL="0" algn="l" defTabSz="1079906" rtl="0" eaLnBrk="1" latinLnBrk="0" hangingPunct="1"/>
                      <a:r>
                        <a:rPr lang="en-GB" sz="1600" kern="1200" noProof="0" dirty="0">
                          <a:solidFill>
                            <a:schemeClr val="dk1"/>
                          </a:solidFill>
                          <a:effectLst/>
                          <a:latin typeface="+mn-lt"/>
                          <a:ea typeface="+mn-ea"/>
                          <a:cs typeface="+mn-cs"/>
                        </a:rPr>
                        <a:t>- Externality Pricing Subsystem</a:t>
                      </a:r>
                    </a:p>
                    <a:p>
                      <a:pPr marL="0" algn="l" defTabSz="1079906" rtl="0" eaLnBrk="1" latinLnBrk="0" hangingPunct="1"/>
                      <a:r>
                        <a:rPr lang="en-GB" sz="1600" kern="1200" noProof="0" dirty="0">
                          <a:solidFill>
                            <a:schemeClr val="dk1"/>
                          </a:solidFill>
                          <a:effectLst/>
                          <a:latin typeface="+mn-lt"/>
                          <a:ea typeface="+mn-ea"/>
                          <a:cs typeface="+mn-cs"/>
                        </a:rPr>
                        <a:t>- Positive‑Sum Reward Generator</a:t>
                      </a:r>
                    </a:p>
                    <a:p>
                      <a:pPr marL="0" algn="l" defTabSz="1079906" rtl="0" eaLnBrk="1" latinLnBrk="0" hangingPunct="1"/>
                      <a:r>
                        <a:rPr lang="en-GB" sz="1600" kern="1200" noProof="0" dirty="0">
                          <a:solidFill>
                            <a:schemeClr val="dk1"/>
                          </a:solidFill>
                          <a:effectLst/>
                          <a:latin typeface="+mn-lt"/>
                          <a:ea typeface="+mn-ea"/>
                          <a:cs typeface="+mn-cs"/>
                        </a:rPr>
                        <a:t>- Risk‑Adjusted Premiums Engine</a:t>
                      </a:r>
                    </a:p>
                    <a:p>
                      <a:pPr marL="0" algn="l" defTabSz="1079906" rtl="0" eaLnBrk="1" latinLnBrk="0" hangingPunct="1"/>
                      <a:r>
                        <a:rPr lang="en-GB" sz="1600" kern="1200" noProof="0" dirty="0">
                          <a:solidFill>
                            <a:schemeClr val="dk1"/>
                          </a:solidFill>
                          <a:effectLst/>
                          <a:latin typeface="+mn-lt"/>
                          <a:ea typeface="+mn-ea"/>
                          <a:cs typeface="+mn-cs"/>
                        </a:rPr>
                        <a:t>- Incentive Routing Subsystem</a:t>
                      </a:r>
                    </a:p>
                  </a:txBody>
                  <a:tcPr>
                    <a:solidFill>
                      <a:srgbClr val="FDDCA8"/>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Incentive Design Toolkit</a:t>
                      </a:r>
                    </a:p>
                    <a:p>
                      <a:pPr marL="0" algn="l" defTabSz="1079906" rtl="0" eaLnBrk="1" latinLnBrk="0" hangingPunct="1"/>
                      <a:r>
                        <a:rPr lang="en-GB" sz="1600" kern="1200" noProof="0" dirty="0">
                          <a:solidFill>
                            <a:schemeClr val="dk1"/>
                          </a:solidFill>
                          <a:effectLst/>
                          <a:latin typeface="+mn-lt"/>
                          <a:ea typeface="+mn-ea"/>
                          <a:cs typeface="+mn-cs"/>
                        </a:rPr>
                        <a:t>- Externality Pricing Tools</a:t>
                      </a:r>
                    </a:p>
                    <a:p>
                      <a:pPr marL="0" algn="l" defTabSz="1079906" rtl="0" eaLnBrk="1" latinLnBrk="0" hangingPunct="1"/>
                      <a:r>
                        <a:rPr lang="en-GB" sz="1600" kern="1200" noProof="0" dirty="0">
                          <a:solidFill>
                            <a:schemeClr val="dk1"/>
                          </a:solidFill>
                          <a:effectLst/>
                          <a:latin typeface="+mn-lt"/>
                          <a:ea typeface="+mn-ea"/>
                          <a:cs typeface="+mn-cs"/>
                        </a:rPr>
                        <a:t>- Reward Calibration Toolkit</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FDDCA8"/>
                    </a:solidFill>
                  </a:tcPr>
                </a:tc>
                <a:tc vMerge="1">
                  <a:txBody>
                    <a:bodyPr/>
                    <a:lstStyle/>
                    <a:p>
                      <a:endParaRPr/>
                    </a:p>
                  </a:txBody>
                  <a:tcPr>
                    <a:solidFill>
                      <a:srgbClr val="E8A9A9"/>
                    </a:solidFill>
                  </a:tcPr>
                </a:tc>
                <a:extLst>
                  <a:ext uri="{0D108BD9-81ED-4DB2-BD59-A6C34878D82A}">
                    <a16:rowId xmlns:a16="http://schemas.microsoft.com/office/drawing/2014/main" val="4189637918"/>
                  </a:ext>
                </a:extLst>
              </a:tr>
              <a:tr h="1434251">
                <a:tc>
                  <a:txBody>
                    <a:bodyPr/>
                    <a:lstStyle/>
                    <a:p>
                      <a:r>
                        <a:rPr lang="en-GB" sz="1600" kern="1200" noProof="0" dirty="0">
                          <a:solidFill>
                            <a:schemeClr val="dk1"/>
                          </a:solidFill>
                          <a:effectLst/>
                          <a:latin typeface="+mn-lt"/>
                          <a:ea typeface="+mn-ea"/>
                          <a:cs typeface="+mn-cs"/>
                        </a:rPr>
                        <a:t>Social Influence &amp; Signals</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FDDCA8"/>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Social Signal Mapping Engine</a:t>
                      </a:r>
                    </a:p>
                    <a:p>
                      <a:pPr marL="0" algn="l" defTabSz="1079906" rtl="0" eaLnBrk="1" latinLnBrk="0" hangingPunct="1"/>
                      <a:r>
                        <a:rPr lang="en-GB" sz="1600" kern="1200" noProof="0" dirty="0">
                          <a:solidFill>
                            <a:schemeClr val="dk1"/>
                          </a:solidFill>
                          <a:effectLst/>
                          <a:latin typeface="+mn-lt"/>
                          <a:ea typeface="+mn-ea"/>
                          <a:cs typeface="+mn-cs"/>
                        </a:rPr>
                        <a:t>- Influence Dynamics Monitor</a:t>
                      </a:r>
                    </a:p>
                    <a:p>
                      <a:pPr marL="0" algn="l" defTabSz="1079906" rtl="0" eaLnBrk="1" latinLnBrk="0" hangingPunct="1"/>
                      <a:r>
                        <a:rPr lang="en-GB" sz="1600" kern="1200" noProof="0" dirty="0">
                          <a:solidFill>
                            <a:schemeClr val="dk1"/>
                          </a:solidFill>
                          <a:effectLst/>
                          <a:latin typeface="+mn-lt"/>
                          <a:ea typeface="+mn-ea"/>
                          <a:cs typeface="+mn-cs"/>
                        </a:rPr>
                        <a:t>- Network Behaviour Scanner</a:t>
                      </a:r>
                    </a:p>
                    <a:p>
                      <a:pPr marL="0" algn="l" defTabSz="1079906" rtl="0" eaLnBrk="1" latinLnBrk="0" hangingPunct="1"/>
                      <a:r>
                        <a:rPr lang="en-GB" sz="1600" kern="1200" noProof="0" dirty="0">
                          <a:solidFill>
                            <a:schemeClr val="dk1"/>
                          </a:solidFill>
                          <a:effectLst/>
                          <a:latin typeface="+mn-lt"/>
                          <a:ea typeface="+mn-ea"/>
                          <a:cs typeface="+mn-cs"/>
                        </a:rPr>
                        <a:t>- Signal Propagation Subsystem</a:t>
                      </a:r>
                    </a:p>
                    <a:p>
                      <a:pPr marL="0" algn="l" defTabSz="1079906" rtl="0" eaLnBrk="1" latinLnBrk="0" hangingPunct="1"/>
                      <a:r>
                        <a:rPr lang="en-GB" sz="1600" kern="1200" noProof="0" dirty="0">
                          <a:solidFill>
                            <a:schemeClr val="dk1"/>
                          </a:solidFill>
                          <a:effectLst/>
                          <a:latin typeface="+mn-lt"/>
                          <a:ea typeface="+mn-ea"/>
                          <a:cs typeface="+mn-cs"/>
                        </a:rPr>
                        <a:t>- Behaviour‑Outcome Correlation Engine</a:t>
                      </a:r>
                    </a:p>
                  </a:txBody>
                  <a:tcPr>
                    <a:solidFill>
                      <a:srgbClr val="FDDCA8"/>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Signal Visualiser</a:t>
                      </a:r>
                    </a:p>
                    <a:p>
                      <a:pPr marL="0" algn="l" defTabSz="1079906" rtl="0" eaLnBrk="1" latinLnBrk="0" hangingPunct="1"/>
                      <a:r>
                        <a:rPr lang="en-GB" sz="1600" kern="1200" noProof="0" dirty="0">
                          <a:solidFill>
                            <a:schemeClr val="dk1"/>
                          </a:solidFill>
                          <a:effectLst/>
                          <a:latin typeface="+mn-lt"/>
                          <a:ea typeface="+mn-ea"/>
                          <a:cs typeface="+mn-cs"/>
                        </a:rPr>
                        <a:t>- Influence Mapping Toolkit</a:t>
                      </a:r>
                    </a:p>
                    <a:p>
                      <a:pPr marL="0" algn="l" defTabSz="1079906" rtl="0" eaLnBrk="1" latinLnBrk="0" hangingPunct="1"/>
                      <a:r>
                        <a:rPr lang="en-GB" sz="1600" kern="1200" noProof="0" dirty="0">
                          <a:solidFill>
                            <a:schemeClr val="dk1"/>
                          </a:solidFill>
                          <a:effectLst/>
                          <a:latin typeface="+mn-lt"/>
                          <a:ea typeface="+mn-ea"/>
                          <a:cs typeface="+mn-cs"/>
                        </a:rPr>
                        <a:t>- Social Signal Analysis Tools</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FDDCA8"/>
                    </a:solidFill>
                  </a:tcPr>
                </a:tc>
                <a:tc vMerge="1">
                  <a:txBody>
                    <a:bodyPr/>
                    <a:lstStyle/>
                    <a:p>
                      <a:endParaRPr/>
                    </a:p>
                  </a:txBody>
                  <a:tcPr>
                    <a:solidFill>
                      <a:srgbClr val="E8A9A9"/>
                    </a:solidFill>
                  </a:tcPr>
                </a:tc>
                <a:extLst>
                  <a:ext uri="{0D108BD9-81ED-4DB2-BD59-A6C34878D82A}">
                    <a16:rowId xmlns:a16="http://schemas.microsoft.com/office/drawing/2014/main" val="3847293035"/>
                  </a:ext>
                </a:extLst>
              </a:tr>
              <a:tr h="0">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600" kern="1200" noProof="0" dirty="0">
                          <a:solidFill>
                            <a:schemeClr val="dk1"/>
                          </a:solidFill>
                          <a:effectLst/>
                          <a:latin typeface="+mn-lt"/>
                          <a:ea typeface="+mn-ea"/>
                          <a:cs typeface="+mn-cs"/>
                        </a:rPr>
                        <a:t>Behavioural Feedback Loops</a:t>
                      </a:r>
                    </a:p>
                    <a:p>
                      <a:pPr marL="0" algn="l" defTabSz="1079906" rtl="0" eaLnBrk="1" latinLnBrk="0" hangingPunct="1"/>
                      <a:endParaRPr lang="en-GB" sz="1600" kern="1200" noProof="0" dirty="0">
                        <a:solidFill>
                          <a:schemeClr val="dk1"/>
                        </a:solidFill>
                        <a:latin typeface="+mn-lt"/>
                        <a:ea typeface="+mn-ea"/>
                        <a:cs typeface="+mn-cs"/>
                      </a:endParaRPr>
                    </a:p>
                  </a:txBody>
                  <a:tcPr>
                    <a:solidFill>
                      <a:srgbClr val="FDDCA8"/>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Incentive Signal Router</a:t>
                      </a:r>
                    </a:p>
                    <a:p>
                      <a:pPr marL="0" algn="l" defTabSz="1079906" rtl="0" eaLnBrk="1" latinLnBrk="0" hangingPunct="1"/>
                      <a:r>
                        <a:rPr lang="en-GB" sz="1600" kern="1200" noProof="0" dirty="0">
                          <a:solidFill>
                            <a:schemeClr val="dk1"/>
                          </a:solidFill>
                          <a:effectLst/>
                          <a:latin typeface="+mn-lt"/>
                          <a:ea typeface="+mn-ea"/>
                          <a:cs typeface="+mn-cs"/>
                        </a:rPr>
                        <a:t>- Behavioural Feedback Loop Engine</a:t>
                      </a:r>
                    </a:p>
                    <a:p>
                      <a:pPr marL="0" algn="l" defTabSz="1079906" rtl="0" eaLnBrk="1" latinLnBrk="0" hangingPunct="1"/>
                      <a:r>
                        <a:rPr lang="en-GB" sz="1600" kern="1200" noProof="0" dirty="0">
                          <a:solidFill>
                            <a:schemeClr val="dk1"/>
                          </a:solidFill>
                          <a:effectLst/>
                          <a:latin typeface="+mn-lt"/>
                          <a:ea typeface="+mn-ea"/>
                          <a:cs typeface="+mn-cs"/>
                        </a:rPr>
                        <a:t>- Real‑Time Signal Monitor</a:t>
                      </a:r>
                    </a:p>
                    <a:p>
                      <a:pPr marL="0" algn="l" defTabSz="1079906" rtl="0" eaLnBrk="1" latinLnBrk="0" hangingPunct="1"/>
                      <a:r>
                        <a:rPr lang="en-GB" sz="1600" kern="1200" noProof="0" dirty="0">
                          <a:solidFill>
                            <a:schemeClr val="dk1"/>
                          </a:solidFill>
                          <a:effectLst/>
                          <a:latin typeface="+mn-lt"/>
                          <a:ea typeface="+mn-ea"/>
                          <a:cs typeface="+mn-cs"/>
                        </a:rPr>
                        <a:t>- Adaptive Feedback Generator</a:t>
                      </a:r>
                    </a:p>
                    <a:p>
                      <a:pPr marL="0" algn="l" defTabSz="1079906" rtl="0" eaLnBrk="1" latinLnBrk="0" hangingPunct="1"/>
                      <a:r>
                        <a:rPr lang="en-GB" sz="1600" kern="1200" noProof="0" dirty="0">
                          <a:solidFill>
                            <a:schemeClr val="dk1"/>
                          </a:solidFill>
                          <a:effectLst/>
                          <a:latin typeface="+mn-lt"/>
                          <a:ea typeface="+mn-ea"/>
                          <a:cs typeface="+mn-cs"/>
                        </a:rPr>
                        <a:t>- Alignment Drift Detector</a:t>
                      </a:r>
                    </a:p>
                  </a:txBody>
                  <a:tcPr>
                    <a:solidFill>
                      <a:srgbClr val="FDDCA8"/>
                    </a:solidFill>
                  </a:tcPr>
                </a:tc>
                <a:tc>
                  <a:txBody>
                    <a:bodyPr/>
                    <a:lstStyle/>
                    <a:p>
                      <a:pPr marL="0" algn="l" defTabSz="1079906" rtl="0" eaLnBrk="1" latinLnBrk="0" hangingPunct="1"/>
                      <a:r>
                        <a:rPr lang="en-GB" sz="1600" kern="1200" noProof="0" dirty="0">
                          <a:solidFill>
                            <a:schemeClr val="dk1"/>
                          </a:solidFill>
                          <a:effectLst/>
                          <a:latin typeface="+mn-lt"/>
                          <a:ea typeface="+mn-ea"/>
                          <a:cs typeface="+mn-cs"/>
                        </a:rPr>
                        <a:t>- Feedback Loop Dashboard</a:t>
                      </a:r>
                    </a:p>
                    <a:p>
                      <a:pPr marL="0" algn="l" defTabSz="1079906" rtl="0" eaLnBrk="1" latinLnBrk="0" hangingPunct="1"/>
                      <a:r>
                        <a:rPr lang="en-GB" sz="1600" kern="1200" noProof="0" dirty="0">
                          <a:solidFill>
                            <a:schemeClr val="dk1"/>
                          </a:solidFill>
                          <a:effectLst/>
                          <a:latin typeface="+mn-lt"/>
                          <a:ea typeface="+mn-ea"/>
                          <a:cs typeface="+mn-cs"/>
                        </a:rPr>
                        <a:t>- Behavioural Signal Analysis Toolkit</a:t>
                      </a:r>
                    </a:p>
                    <a:p>
                      <a:pPr marL="0" algn="l" defTabSz="1079906" rtl="0" eaLnBrk="1" latinLnBrk="0" hangingPunct="1"/>
                      <a:r>
                        <a:rPr lang="en-GB" sz="1600" kern="1200" noProof="0" dirty="0">
                          <a:solidFill>
                            <a:schemeClr val="dk1"/>
                          </a:solidFill>
                          <a:effectLst/>
                          <a:latin typeface="+mn-lt"/>
                          <a:ea typeface="+mn-ea"/>
                          <a:cs typeface="+mn-cs"/>
                        </a:rPr>
                        <a:t>- Alignment Drift Tools</a:t>
                      </a:r>
                    </a:p>
                    <a:p>
                      <a:pPr marL="0" algn="l" defTabSz="1079906" rtl="0" eaLnBrk="1" latinLnBrk="0" hangingPunct="1"/>
                      <a:endParaRPr lang="en-GB" sz="1600" kern="1200" noProof="0" dirty="0">
                        <a:solidFill>
                          <a:schemeClr val="dk1"/>
                        </a:solidFill>
                        <a:effectLst/>
                        <a:latin typeface="+mn-lt"/>
                        <a:ea typeface="+mn-ea"/>
                        <a:cs typeface="+mn-cs"/>
                      </a:endParaRPr>
                    </a:p>
                  </a:txBody>
                  <a:tcPr>
                    <a:solidFill>
                      <a:srgbClr val="FDDCA8"/>
                    </a:solidFill>
                  </a:tcPr>
                </a:tc>
                <a:tc vMerge="1">
                  <a:txBody>
                    <a:bodyPr/>
                    <a:lstStyle/>
                    <a:p>
                      <a:endParaRPr lang="en-GB" sz="1600" dirty="0">
                        <a:latin typeface="+mn-lt"/>
                      </a:endParaRPr>
                    </a:p>
                  </a:txBody>
                  <a:tcPr>
                    <a:solidFill>
                      <a:srgbClr val="E8A9A9"/>
                    </a:solidFill>
                  </a:tcPr>
                </a:tc>
                <a:extLst>
                  <a:ext uri="{0D108BD9-81ED-4DB2-BD59-A6C34878D82A}">
                    <a16:rowId xmlns:a16="http://schemas.microsoft.com/office/drawing/2014/main" val="3825252355"/>
                  </a:ext>
                </a:extLst>
              </a:tr>
            </a:tbl>
          </a:graphicData>
        </a:graphic>
      </p:graphicFrame>
      <p:sp>
        <p:nvSpPr>
          <p:cNvPr id="6" name="TextBox 5">
            <a:extLst>
              <a:ext uri="{FF2B5EF4-FFF2-40B4-BE49-F238E27FC236}">
                <a16:creationId xmlns:a16="http://schemas.microsoft.com/office/drawing/2014/main" id="{02123A3D-8006-F0C6-00BE-EFD2A31B35C5}"/>
              </a:ext>
            </a:extLst>
          </p:cNvPr>
          <p:cNvSpPr txBox="1"/>
          <p:nvPr/>
        </p:nvSpPr>
        <p:spPr>
          <a:xfrm>
            <a:off x="12745615" y="261428"/>
            <a:ext cx="2982065" cy="7509748"/>
          </a:xfrm>
          <a:prstGeom prst="rect">
            <a:avLst/>
          </a:prstGeom>
          <a:noFill/>
        </p:spPr>
        <p:txBody>
          <a:bodyPr wrap="square" rtlCol="0">
            <a:spAutoFit/>
          </a:bodyPr>
          <a:lstStyle/>
          <a:p>
            <a:r>
              <a:rPr lang="en-GB" sz="1600" b="1" noProof="0" dirty="0"/>
              <a:t>6. Notes / Design Intent</a:t>
            </a:r>
            <a:br>
              <a:rPr lang="en-GB" sz="1600" noProof="0" dirty="0"/>
            </a:br>
            <a:r>
              <a:rPr lang="en-GB" noProof="0" dirty="0"/>
              <a:t>Cross‑cutting:</a:t>
            </a:r>
          </a:p>
          <a:p>
            <a:r>
              <a:rPr lang="en-GB" noProof="0" dirty="0"/>
              <a:t>- Incentives and behavioural signals shape actions across all Families.</a:t>
            </a:r>
          </a:p>
          <a:p>
            <a:r>
              <a:rPr lang="en-GB" noProof="0" dirty="0"/>
              <a:t>- Behavioural telemetry feeds into governance, risk, infrastructure, and cultural systems.</a:t>
            </a:r>
          </a:p>
          <a:p>
            <a:r>
              <a:rPr lang="en-GB" noProof="0" dirty="0"/>
              <a:t>- Feedback loops ensure incentives remain aligned with system stability.</a:t>
            </a:r>
          </a:p>
          <a:p>
            <a:endParaRPr lang="en-GB" noProof="0" dirty="0"/>
          </a:p>
          <a:p>
            <a:r>
              <a:rPr lang="en-GB" noProof="0" dirty="0"/>
              <a:t>Design intent:</a:t>
            </a:r>
          </a:p>
          <a:p>
            <a:r>
              <a:rPr lang="en-GB" noProof="0" dirty="0"/>
              <a:t>- Behavioural Dynamics models how people actually behave.</a:t>
            </a:r>
          </a:p>
          <a:p>
            <a:r>
              <a:rPr lang="en-GB" noProof="0" dirty="0"/>
              <a:t>- Incentive Structures define the “rules of the game”.</a:t>
            </a:r>
          </a:p>
          <a:p>
            <a:r>
              <a:rPr lang="en-GB" noProof="0" dirty="0"/>
              <a:t>- Social Influence &amp; Signals maps how behaviour spreads through networks.</a:t>
            </a:r>
          </a:p>
          <a:p>
            <a:r>
              <a:rPr lang="en-GB" noProof="0" dirty="0"/>
              <a:t>- Behavioural Feedback Loops provide real‑time incentive-outcome coherence</a:t>
            </a:r>
          </a:p>
          <a:p>
            <a:endParaRPr lang="en-GB" sz="1600" noProof="0" dirty="0"/>
          </a:p>
        </p:txBody>
      </p:sp>
      <p:pic>
        <p:nvPicPr>
          <p:cNvPr id="8" name="Picture 7">
            <a:hlinkClick r:id="rId3" action="ppaction://hlinksldjump"/>
            <a:extLst>
              <a:ext uri="{FF2B5EF4-FFF2-40B4-BE49-F238E27FC236}">
                <a16:creationId xmlns:a16="http://schemas.microsoft.com/office/drawing/2014/main" id="{68A7BD4C-8F8A-4784-FFFF-D4E0ABC74EBA}"/>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3274064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0A8F8-9EFD-64A2-894B-B3BA84A8AC6A}"/>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CBD87D3-D1C3-8657-D144-27B1F65654D6}"/>
              </a:ext>
            </a:extLst>
          </p:cNvPr>
          <p:cNvSpPr>
            <a:spLocks noGrp="1"/>
          </p:cNvSpPr>
          <p:nvPr>
            <p:ph type="title"/>
          </p:nvPr>
        </p:nvSpPr>
        <p:spPr>
          <a:xfrm>
            <a:off x="-1" y="7745168"/>
            <a:ext cx="15840075" cy="352976"/>
          </a:xfrm>
          <a:solidFill>
            <a:srgbClr val="C5B7B3"/>
          </a:solidFill>
          <a:ln w="31750"/>
        </p:spPr>
        <p:style>
          <a:lnRef idx="2">
            <a:schemeClr val="accent1">
              <a:shade val="15000"/>
            </a:schemeClr>
          </a:lnRef>
          <a:fillRef idx="1">
            <a:schemeClr val="accent1"/>
          </a:fillRef>
          <a:effectRef idx="0">
            <a:schemeClr val="accent1"/>
          </a:effectRef>
          <a:fontRef idx="minor">
            <a:schemeClr val="lt1"/>
          </a:fontRef>
        </p:style>
        <p:txBody>
          <a:bodyPr vert="horz" rtlCol="0" anchor="ctr">
            <a:normAutofit/>
          </a:bodyPr>
          <a:lstStyle/>
          <a:p>
            <a:pPr defTabSz="457200"/>
            <a:r>
              <a:rPr lang="en-GB" sz="1800" b="1" noProof="0" dirty="0">
                <a:solidFill>
                  <a:schemeClr val="tx1"/>
                </a:solidFill>
              </a:rPr>
              <a:t>6. Resource &amp; Infrastructure</a:t>
            </a:r>
          </a:p>
        </p:txBody>
      </p:sp>
      <p:graphicFrame>
        <p:nvGraphicFramePr>
          <p:cNvPr id="5" name="Table 4">
            <a:extLst>
              <a:ext uri="{FF2B5EF4-FFF2-40B4-BE49-F238E27FC236}">
                <a16:creationId xmlns:a16="http://schemas.microsoft.com/office/drawing/2014/main" id="{4ABEAAD6-0BEA-159D-0C3C-F0B2463F9BE9}"/>
              </a:ext>
            </a:extLst>
          </p:cNvPr>
          <p:cNvGraphicFramePr>
            <a:graphicFrameLocks noGrp="1"/>
          </p:cNvGraphicFramePr>
          <p:nvPr>
            <p:extLst>
              <p:ext uri="{D42A27DB-BD31-4B8C-83A1-F6EECF244321}">
                <p14:modId xmlns:p14="http://schemas.microsoft.com/office/powerpoint/2010/main" val="1470047912"/>
              </p:ext>
            </p:extLst>
          </p:nvPr>
        </p:nvGraphicFramePr>
        <p:xfrm>
          <a:off x="279919" y="261428"/>
          <a:ext cx="12316408" cy="6496866"/>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tx1"/>
                          </a:solidFill>
                        </a:rPr>
                        <a:t>Module</a:t>
                      </a:r>
                    </a:p>
                  </a:txBody>
                  <a:tcPr>
                    <a:solidFill>
                      <a:srgbClr val="C5B7B3"/>
                    </a:solidFill>
                  </a:tcPr>
                </a:tc>
                <a:tc>
                  <a:txBody>
                    <a:bodyPr/>
                    <a:lstStyle/>
                    <a:p>
                      <a:r>
                        <a:rPr lang="en-GB" sz="1600" b="1" noProof="0" dirty="0">
                          <a:solidFill>
                            <a:schemeClr val="tx1"/>
                          </a:solidFill>
                        </a:rPr>
                        <a:t>L3</a:t>
                      </a:r>
                      <a:r>
                        <a:rPr lang="en-GB" sz="1600" b="1" baseline="0" noProof="0" dirty="0">
                          <a:solidFill>
                            <a:schemeClr val="tx1"/>
                          </a:solidFill>
                        </a:rPr>
                        <a:t> Subsystems </a:t>
                      </a:r>
                      <a:endParaRPr lang="en-GB" sz="1600" b="1" noProof="0" dirty="0">
                        <a:solidFill>
                          <a:schemeClr val="tx1"/>
                        </a:solidFill>
                      </a:endParaRPr>
                    </a:p>
                  </a:txBody>
                  <a:tcPr>
                    <a:solidFill>
                      <a:srgbClr val="C5B7B3"/>
                    </a:solidFill>
                  </a:tcPr>
                </a:tc>
                <a:tc>
                  <a:txBody>
                    <a:bodyPr/>
                    <a:lstStyle/>
                    <a:p>
                      <a:r>
                        <a:rPr lang="en-GB" sz="1600" b="1" noProof="0" dirty="0">
                          <a:solidFill>
                            <a:schemeClr val="tx1"/>
                          </a:solidFill>
                        </a:rPr>
                        <a:t>L4 Instruments</a:t>
                      </a:r>
                    </a:p>
                  </a:txBody>
                  <a:tcPr>
                    <a:solidFill>
                      <a:srgbClr val="C5B7B3"/>
                    </a:solidFill>
                  </a:tcPr>
                </a:tc>
                <a:tc>
                  <a:txBody>
                    <a:bodyPr/>
                    <a:lstStyle/>
                    <a:p>
                      <a:r>
                        <a:rPr lang="en-GB" sz="1600" b="1" noProof="0" dirty="0">
                          <a:solidFill>
                            <a:schemeClr val="tx1"/>
                          </a:solidFill>
                        </a:rPr>
                        <a:t>L5 Interfaces</a:t>
                      </a:r>
                    </a:p>
                  </a:txBody>
                  <a:tcPr>
                    <a:solidFill>
                      <a:srgbClr val="C5B7B3"/>
                    </a:solidFill>
                  </a:tcPr>
                </a:tc>
                <a:extLst>
                  <a:ext uri="{0D108BD9-81ED-4DB2-BD59-A6C34878D82A}">
                    <a16:rowId xmlns:a16="http://schemas.microsoft.com/office/drawing/2014/main" val="3650292869"/>
                  </a:ext>
                </a:extLst>
              </a:tr>
              <a:tr h="1001205">
                <a:tc>
                  <a:txBody>
                    <a:bodyPr/>
                    <a:lstStyle/>
                    <a:p>
                      <a:pPr marL="0" algn="l" defTabSz="1079906" rtl="0" eaLnBrk="1" latinLnBrk="0" hangingPunct="1"/>
                      <a:r>
                        <a:rPr lang="en-GB" sz="1200" kern="1200" noProof="0" dirty="0">
                          <a:solidFill>
                            <a:schemeClr val="dk1"/>
                          </a:solidFill>
                          <a:effectLst/>
                          <a:latin typeface="+mn-lt"/>
                          <a:ea typeface="+mn-ea"/>
                          <a:cs typeface="+mn-cs"/>
                        </a:rPr>
                        <a:t>Energy Systems</a:t>
                      </a:r>
                    </a:p>
                    <a:p>
                      <a:endParaRPr lang="en-GB" sz="1200" noProof="0" dirty="0">
                        <a:latin typeface="+mn-lt"/>
                      </a:endParaRP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Generation &amp; Storage Engine</a:t>
                      </a:r>
                    </a:p>
                    <a:p>
                      <a:pPr marL="0" algn="l" defTabSz="1079906" rtl="0" eaLnBrk="1" latinLnBrk="0" hangingPunct="1"/>
                      <a:r>
                        <a:rPr lang="en-GB" sz="1200" kern="1200" noProof="0" dirty="0">
                          <a:solidFill>
                            <a:schemeClr val="dk1"/>
                          </a:solidFill>
                          <a:effectLst/>
                          <a:latin typeface="+mn-lt"/>
                          <a:ea typeface="+mn-ea"/>
                          <a:cs typeface="+mn-cs"/>
                        </a:rPr>
                        <a:t>- Grid Management Subsystem</a:t>
                      </a:r>
                    </a:p>
                    <a:p>
                      <a:pPr marL="0" algn="l" defTabSz="1079906" rtl="0" eaLnBrk="1" latinLnBrk="0" hangingPunct="1"/>
                      <a:r>
                        <a:rPr lang="en-GB" sz="1200" kern="1200" noProof="0" dirty="0">
                          <a:solidFill>
                            <a:schemeClr val="dk1"/>
                          </a:solidFill>
                          <a:effectLst/>
                          <a:latin typeface="+mn-lt"/>
                          <a:ea typeface="+mn-ea"/>
                          <a:cs typeface="+mn-cs"/>
                        </a:rPr>
                        <a:t>- Energy Flow Optimiser</a:t>
                      </a:r>
                    </a:p>
                    <a:p>
                      <a:pPr marL="0" algn="l" defTabSz="1079906" rtl="0" eaLnBrk="1" latinLnBrk="0" hangingPunct="1"/>
                      <a:r>
                        <a:rPr lang="en-GB" sz="1200" kern="1200" noProof="0" dirty="0">
                          <a:solidFill>
                            <a:schemeClr val="dk1"/>
                          </a:solidFill>
                          <a:effectLst/>
                          <a:latin typeface="+mn-lt"/>
                          <a:ea typeface="+mn-ea"/>
                          <a:cs typeface="+mn-cs"/>
                        </a:rPr>
                        <a:t>- Demand &amp; Load Monitor</a:t>
                      </a:r>
                    </a:p>
                    <a:p>
                      <a:pPr marL="0" algn="l" defTabSz="1079906" rtl="0" eaLnBrk="1" latinLnBrk="0" hangingPunct="1"/>
                      <a:r>
                        <a:rPr lang="en-GB" sz="1200" kern="1200" noProof="0" dirty="0">
                          <a:solidFill>
                            <a:schemeClr val="dk1"/>
                          </a:solidFill>
                          <a:effectLst/>
                          <a:latin typeface="+mn-lt"/>
                          <a:ea typeface="+mn-ea"/>
                          <a:cs typeface="+mn-cs"/>
                        </a:rPr>
                        <a:t>- Resilience &amp; Redundancy Subsystem</a:t>
                      </a: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Grid Visualiser</a:t>
                      </a:r>
                    </a:p>
                    <a:p>
                      <a:pPr marL="0" algn="l" defTabSz="1079906" rtl="0" eaLnBrk="1" latinLnBrk="0" hangingPunct="1"/>
                      <a:r>
                        <a:rPr lang="en-GB" sz="1200" kern="1200" noProof="0" dirty="0">
                          <a:solidFill>
                            <a:schemeClr val="dk1"/>
                          </a:solidFill>
                          <a:effectLst/>
                          <a:latin typeface="+mn-lt"/>
                          <a:ea typeface="+mn-ea"/>
                          <a:cs typeface="+mn-cs"/>
                        </a:rPr>
                        <a:t>- Load Balancing Toolkit</a:t>
                      </a:r>
                    </a:p>
                    <a:p>
                      <a:pPr marL="0" algn="l" defTabSz="1079906" rtl="0" eaLnBrk="1" latinLnBrk="0" hangingPunct="1"/>
                      <a:r>
                        <a:rPr lang="en-GB" sz="1200" kern="1200" noProof="0" dirty="0">
                          <a:solidFill>
                            <a:schemeClr val="dk1"/>
                          </a:solidFill>
                          <a:effectLst/>
                          <a:latin typeface="+mn-lt"/>
                          <a:ea typeface="+mn-ea"/>
                          <a:cs typeface="+mn-cs"/>
                        </a:rPr>
                        <a:t>- Energy Resilience Tools</a:t>
                      </a:r>
                    </a:p>
                    <a:p>
                      <a:pPr marL="0" algn="l" defTabSz="1079906" rtl="0" eaLnBrk="1" latinLnBrk="0" hangingPunct="1"/>
                      <a:endParaRPr lang="en-GB" sz="1200" kern="1200" noProof="0" dirty="0">
                        <a:solidFill>
                          <a:schemeClr val="dk1"/>
                        </a:solidFill>
                        <a:effectLst/>
                        <a:latin typeface="+mn-lt"/>
                        <a:ea typeface="+mn-ea"/>
                        <a:cs typeface="+mn-cs"/>
                      </a:endParaRPr>
                    </a:p>
                  </a:txBody>
                  <a:tcPr>
                    <a:solidFill>
                      <a:srgbClr val="C5B7B3"/>
                    </a:solidFill>
                  </a:tcPr>
                </a:tc>
                <a:tc rowSpan="6">
                  <a:txBody>
                    <a:bodyPr/>
                    <a:lstStyle/>
                    <a:p>
                      <a:pPr marL="0" algn="l" defTabSz="1079906" rtl="0" eaLnBrk="1" latinLnBrk="0" hangingPunct="1"/>
                      <a:r>
                        <a:rPr lang="en-GB" sz="1200" kern="1200" noProof="0" dirty="0">
                          <a:solidFill>
                            <a:schemeClr val="dk1"/>
                          </a:solidFill>
                          <a:effectLst/>
                          <a:latin typeface="+mn-lt"/>
                          <a:ea typeface="+mn-ea"/>
                          <a:cs typeface="+mn-cs"/>
                        </a:rPr>
                        <a:t>- Resource &amp; Infrastructure → Governance (capacity, constraints, feasibility)</a:t>
                      </a:r>
                    </a:p>
                    <a:p>
                      <a:pPr marL="0" algn="l" defTabSz="1079906" rtl="0" eaLnBrk="1" latinLnBrk="0" hangingPunct="1"/>
                      <a:r>
                        <a:rPr lang="en-GB" sz="1200" kern="1200" noProof="0" dirty="0">
                          <a:solidFill>
                            <a:schemeClr val="dk1"/>
                          </a:solidFill>
                          <a:effectLst/>
                          <a:latin typeface="+mn-lt"/>
                          <a:ea typeface="+mn-ea"/>
                          <a:cs typeface="+mn-cs"/>
                        </a:rPr>
                        <a:t>- Resource &amp; Infrastructure → Risk (critical infrastructure vulnerabilities)</a:t>
                      </a:r>
                    </a:p>
                    <a:p>
                      <a:pPr marL="0" algn="l" defTabSz="1079906" rtl="0" eaLnBrk="1" latinLnBrk="0" hangingPunct="1"/>
                      <a:r>
                        <a:rPr lang="en-GB" sz="1200" kern="1200" noProof="0" dirty="0">
                          <a:solidFill>
                            <a:schemeClr val="dk1"/>
                          </a:solidFill>
                          <a:effectLst/>
                          <a:latin typeface="+mn-lt"/>
                          <a:ea typeface="+mn-ea"/>
                          <a:cs typeface="+mn-cs"/>
                        </a:rPr>
                        <a:t>- Resource &amp; Infrastructure → Data (operational telemetry, sensor feeds)</a:t>
                      </a:r>
                    </a:p>
                    <a:p>
                      <a:pPr marL="0" algn="l" defTabSz="1079906" rtl="0" eaLnBrk="1" latinLnBrk="0" hangingPunct="1"/>
                      <a:r>
                        <a:rPr lang="en-GB" sz="1200" kern="1200" noProof="0" dirty="0">
                          <a:solidFill>
                            <a:schemeClr val="dk1"/>
                          </a:solidFill>
                          <a:effectLst/>
                          <a:latin typeface="+mn-lt"/>
                          <a:ea typeface="+mn-ea"/>
                          <a:cs typeface="+mn-cs"/>
                        </a:rPr>
                        <a:t>- Resource &amp; Infrastructure → Incentives (demand shaping, load balancing)</a:t>
                      </a:r>
                    </a:p>
                    <a:p>
                      <a:pPr marL="0" algn="l" defTabSz="1079906" rtl="0" eaLnBrk="1" latinLnBrk="0" hangingPunct="1"/>
                      <a:r>
                        <a:rPr lang="en-GB" sz="1200" kern="1200" noProof="0" dirty="0">
                          <a:solidFill>
                            <a:schemeClr val="dk1"/>
                          </a:solidFill>
                          <a:effectLst/>
                          <a:latin typeface="+mn-lt"/>
                          <a:ea typeface="+mn-ea"/>
                          <a:cs typeface="+mn-cs"/>
                        </a:rPr>
                        <a:t>- Resource &amp; Infrastructure → Civic Feedback (mobility patterns, service satisfaction)</a:t>
                      </a:r>
                    </a:p>
                    <a:p>
                      <a:pPr marL="0" algn="l" defTabSz="1079906" rtl="0" eaLnBrk="1" latinLnBrk="0" hangingPunct="1"/>
                      <a:r>
                        <a:rPr lang="en-GB" sz="1200" kern="1200" noProof="0" dirty="0">
                          <a:solidFill>
                            <a:schemeClr val="dk1"/>
                          </a:solidFill>
                          <a:effectLst/>
                          <a:latin typeface="+mn-lt"/>
                          <a:ea typeface="+mn-ea"/>
                          <a:cs typeface="+mn-cs"/>
                        </a:rPr>
                        <a:t>- Resource &amp; Infrastructure → Ecological Systems (resource extraction, emissions)</a:t>
                      </a:r>
                    </a:p>
                    <a:p>
                      <a:pPr marL="0" algn="l" defTabSz="1079906" rtl="0" eaLnBrk="1" latinLnBrk="0" hangingPunct="1"/>
                      <a:r>
                        <a:rPr lang="en-GB" sz="1200" kern="1200" noProof="0" dirty="0">
                          <a:solidFill>
                            <a:schemeClr val="dk1"/>
                          </a:solidFill>
                          <a:effectLst/>
                          <a:latin typeface="+mn-lt"/>
                          <a:ea typeface="+mn-ea"/>
                          <a:cs typeface="+mn-cs"/>
                        </a:rPr>
                        <a:t>- Resource &amp; Infrastructure → Meta‑Integration (dependency chains, continuity mapping)</a:t>
                      </a:r>
                    </a:p>
                    <a:p>
                      <a:pPr marL="0" algn="l" defTabSz="1079906" rtl="0" eaLnBrk="1" latinLnBrk="0" hangingPunct="1"/>
                      <a:endParaRPr lang="en-GB" sz="1200" kern="1200" noProof="0" dirty="0">
                        <a:solidFill>
                          <a:schemeClr val="dk1"/>
                        </a:solidFill>
                        <a:effectLst/>
                        <a:latin typeface="+mn-lt"/>
                        <a:ea typeface="+mn-ea"/>
                        <a:cs typeface="+mn-cs"/>
                      </a:endParaRPr>
                    </a:p>
                  </a:txBody>
                  <a:tcPr>
                    <a:solidFill>
                      <a:srgbClr val="C5B7B3"/>
                    </a:solidFill>
                  </a:tcPr>
                </a:tc>
                <a:extLst>
                  <a:ext uri="{0D108BD9-81ED-4DB2-BD59-A6C34878D82A}">
                    <a16:rowId xmlns:a16="http://schemas.microsoft.com/office/drawing/2014/main" val="3739774378"/>
                  </a:ext>
                </a:extLst>
              </a:tr>
              <a:tr h="985148">
                <a:tc>
                  <a:txBody>
                    <a:bodyPr/>
                    <a:lstStyle/>
                    <a:p>
                      <a:r>
                        <a:rPr lang="en-GB" sz="1200" kern="1200" noProof="0" dirty="0">
                          <a:solidFill>
                            <a:schemeClr val="dk1"/>
                          </a:solidFill>
                          <a:effectLst/>
                          <a:latin typeface="+mn-lt"/>
                          <a:ea typeface="+mn-ea"/>
                          <a:cs typeface="+mn-cs"/>
                        </a:rPr>
                        <a:t>Water Systems</a:t>
                      </a:r>
                    </a:p>
                    <a:p>
                      <a:endParaRPr lang="en-GB" sz="1200" noProof="0" dirty="0">
                        <a:latin typeface="+mn-lt"/>
                      </a:endParaRP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Water Distribution Subsystem</a:t>
                      </a:r>
                    </a:p>
                    <a:p>
                      <a:pPr marL="0" algn="l" defTabSz="1079906" rtl="0" eaLnBrk="1" latinLnBrk="0" hangingPunct="1"/>
                      <a:r>
                        <a:rPr lang="en-GB" sz="1200" kern="1200" noProof="0" dirty="0">
                          <a:solidFill>
                            <a:schemeClr val="dk1"/>
                          </a:solidFill>
                          <a:effectLst/>
                          <a:latin typeface="+mn-lt"/>
                          <a:ea typeface="+mn-ea"/>
                          <a:cs typeface="+mn-cs"/>
                        </a:rPr>
                        <a:t>- Wastewater Management Engine</a:t>
                      </a:r>
                    </a:p>
                    <a:p>
                      <a:pPr marL="0" algn="l" defTabSz="1079906" rtl="0" eaLnBrk="1" latinLnBrk="0" hangingPunct="1"/>
                      <a:r>
                        <a:rPr lang="en-GB" sz="1200" kern="1200" noProof="0" dirty="0">
                          <a:solidFill>
                            <a:schemeClr val="dk1"/>
                          </a:solidFill>
                          <a:effectLst/>
                          <a:latin typeface="+mn-lt"/>
                          <a:ea typeface="+mn-ea"/>
                          <a:cs typeface="+mn-cs"/>
                        </a:rPr>
                        <a:t>- Water Quality Monitoring Subsystem</a:t>
                      </a:r>
                    </a:p>
                    <a:p>
                      <a:pPr marL="0" algn="l" defTabSz="1079906" rtl="0" eaLnBrk="1" latinLnBrk="0" hangingPunct="1"/>
                      <a:r>
                        <a:rPr lang="en-GB" sz="1200" kern="1200" noProof="0" dirty="0">
                          <a:solidFill>
                            <a:schemeClr val="dk1"/>
                          </a:solidFill>
                          <a:effectLst/>
                          <a:latin typeface="+mn-lt"/>
                          <a:ea typeface="+mn-ea"/>
                          <a:cs typeface="+mn-cs"/>
                        </a:rPr>
                        <a:t>- Demand &amp; Usage Tracker</a:t>
                      </a:r>
                    </a:p>
                    <a:p>
                      <a:pPr marL="0" algn="l" defTabSz="1079906" rtl="0" eaLnBrk="1" latinLnBrk="0" hangingPunct="1"/>
                      <a:r>
                        <a:rPr lang="en-GB" sz="1200" kern="1200" noProof="0" dirty="0">
                          <a:solidFill>
                            <a:schemeClr val="dk1"/>
                          </a:solidFill>
                          <a:effectLst/>
                          <a:latin typeface="+mn-lt"/>
                          <a:ea typeface="+mn-ea"/>
                          <a:cs typeface="+mn-cs"/>
                        </a:rPr>
                        <a:t>- Sanitation Safety Monitor</a:t>
                      </a: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Water Quality Dashboard</a:t>
                      </a:r>
                    </a:p>
                    <a:p>
                      <a:pPr marL="0" algn="l" defTabSz="1079906" rtl="0" eaLnBrk="1" latinLnBrk="0" hangingPunct="1"/>
                      <a:r>
                        <a:rPr lang="en-GB" sz="1200" kern="1200" noProof="0" dirty="0">
                          <a:solidFill>
                            <a:schemeClr val="dk1"/>
                          </a:solidFill>
                          <a:effectLst/>
                          <a:latin typeface="+mn-lt"/>
                          <a:ea typeface="+mn-ea"/>
                          <a:cs typeface="+mn-cs"/>
                        </a:rPr>
                        <a:t>- Flow Analysis Toolkit</a:t>
                      </a:r>
                    </a:p>
                    <a:p>
                      <a:pPr marL="0" algn="l" defTabSz="1079906" rtl="0" eaLnBrk="1" latinLnBrk="0" hangingPunct="1"/>
                      <a:r>
                        <a:rPr lang="en-GB" sz="1200" kern="1200" noProof="0" dirty="0">
                          <a:solidFill>
                            <a:schemeClr val="dk1"/>
                          </a:solidFill>
                          <a:effectLst/>
                          <a:latin typeface="+mn-lt"/>
                          <a:ea typeface="+mn-ea"/>
                          <a:cs typeface="+mn-cs"/>
                        </a:rPr>
                        <a:t>- Sanitation Risk Tools</a:t>
                      </a:r>
                    </a:p>
                    <a:p>
                      <a:pPr marL="0" algn="l" defTabSz="1079906" rtl="0" eaLnBrk="1" latinLnBrk="0" hangingPunct="1"/>
                      <a:endParaRPr lang="en-GB" sz="1200" kern="1200" noProof="0" dirty="0">
                        <a:solidFill>
                          <a:schemeClr val="dk1"/>
                        </a:solidFill>
                        <a:effectLst/>
                        <a:latin typeface="+mn-lt"/>
                        <a:ea typeface="+mn-ea"/>
                        <a:cs typeface="+mn-cs"/>
                      </a:endParaRPr>
                    </a:p>
                  </a:txBody>
                  <a:tcPr>
                    <a:solidFill>
                      <a:srgbClr val="C5B7B3"/>
                    </a:solidFill>
                  </a:tcPr>
                </a:tc>
                <a:tc vMerge="1">
                  <a:txBody>
                    <a:bodyPr/>
                    <a:lstStyle/>
                    <a:p>
                      <a:endParaRPr/>
                    </a:p>
                  </a:txBody>
                  <a:tcPr>
                    <a:solidFill>
                      <a:srgbClr val="E8A9A9"/>
                    </a:solidFill>
                  </a:tcPr>
                </a:tc>
                <a:extLst>
                  <a:ext uri="{0D108BD9-81ED-4DB2-BD59-A6C34878D82A}">
                    <a16:rowId xmlns:a16="http://schemas.microsoft.com/office/drawing/2014/main" val="4189637918"/>
                  </a:ext>
                </a:extLst>
              </a:tr>
              <a:tr h="1084379">
                <a:tc>
                  <a:txBody>
                    <a:bodyPr/>
                    <a:lstStyle/>
                    <a:p>
                      <a:r>
                        <a:rPr lang="en-GB" sz="1200" kern="1200" noProof="0" dirty="0">
                          <a:solidFill>
                            <a:schemeClr val="dk1"/>
                          </a:solidFill>
                          <a:effectLst/>
                          <a:latin typeface="+mn-lt"/>
                          <a:ea typeface="+mn-ea"/>
                          <a:cs typeface="+mn-cs"/>
                        </a:rPr>
                        <a:t>Material Systems</a:t>
                      </a:r>
                    </a:p>
                    <a:p>
                      <a:pPr marL="0" algn="l" defTabSz="1079906" rtl="0" eaLnBrk="1" latinLnBrk="0" hangingPunct="1"/>
                      <a:endParaRPr lang="en-GB" sz="1200" kern="1200" noProof="0" dirty="0">
                        <a:solidFill>
                          <a:schemeClr val="dk1"/>
                        </a:solidFill>
                        <a:latin typeface="+mn-lt"/>
                        <a:ea typeface="+mn-ea"/>
                        <a:cs typeface="+mn-cs"/>
                      </a:endParaRP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Material Flow Engine</a:t>
                      </a:r>
                    </a:p>
                    <a:p>
                      <a:pPr marL="0" algn="l" defTabSz="1079906" rtl="0" eaLnBrk="1" latinLnBrk="0" hangingPunct="1"/>
                      <a:r>
                        <a:rPr lang="en-GB" sz="1200" kern="1200" noProof="0" dirty="0">
                          <a:solidFill>
                            <a:schemeClr val="dk1"/>
                          </a:solidFill>
                          <a:effectLst/>
                          <a:latin typeface="+mn-lt"/>
                          <a:ea typeface="+mn-ea"/>
                          <a:cs typeface="+mn-cs"/>
                        </a:rPr>
                        <a:t>- Resource Extraction Monitor</a:t>
                      </a:r>
                    </a:p>
                    <a:p>
                      <a:pPr marL="0" algn="l" defTabSz="1079906" rtl="0" eaLnBrk="1" latinLnBrk="0" hangingPunct="1"/>
                      <a:r>
                        <a:rPr lang="en-GB" sz="1200" kern="1200" noProof="0" dirty="0">
                          <a:solidFill>
                            <a:schemeClr val="dk1"/>
                          </a:solidFill>
                          <a:effectLst/>
                          <a:latin typeface="+mn-lt"/>
                          <a:ea typeface="+mn-ea"/>
                          <a:cs typeface="+mn-cs"/>
                        </a:rPr>
                        <a:t>- Recycling &amp; Circularity Subsystem</a:t>
                      </a:r>
                    </a:p>
                    <a:p>
                      <a:pPr marL="0" algn="l" defTabSz="1079906" rtl="0" eaLnBrk="1" latinLnBrk="0" hangingPunct="1"/>
                      <a:r>
                        <a:rPr lang="en-GB" sz="1200" kern="1200" noProof="0" dirty="0">
                          <a:solidFill>
                            <a:schemeClr val="dk1"/>
                          </a:solidFill>
                          <a:effectLst/>
                          <a:latin typeface="+mn-lt"/>
                          <a:ea typeface="+mn-ea"/>
                          <a:cs typeface="+mn-cs"/>
                        </a:rPr>
                        <a:t>- Stock &amp; Inventory Tracker</a:t>
                      </a:r>
                    </a:p>
                    <a:p>
                      <a:pPr marL="0" algn="l" defTabSz="1079906" rtl="0" eaLnBrk="1" latinLnBrk="0" hangingPunct="1"/>
                      <a:r>
                        <a:rPr lang="en-GB" sz="1200" kern="1200" noProof="0" dirty="0">
                          <a:solidFill>
                            <a:schemeClr val="dk1"/>
                          </a:solidFill>
                          <a:effectLst/>
                          <a:latin typeface="+mn-lt"/>
                          <a:ea typeface="+mn-ea"/>
                          <a:cs typeface="+mn-cs"/>
                        </a:rPr>
                        <a:t>- Material Risk Scanner</a:t>
                      </a: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Material Flow Visualiser</a:t>
                      </a:r>
                    </a:p>
                    <a:p>
                      <a:pPr marL="0" algn="l" defTabSz="1079906" rtl="0" eaLnBrk="1" latinLnBrk="0" hangingPunct="1"/>
                      <a:r>
                        <a:rPr lang="en-GB" sz="1200" kern="1200" noProof="0" dirty="0">
                          <a:solidFill>
                            <a:schemeClr val="dk1"/>
                          </a:solidFill>
                          <a:effectLst/>
                          <a:latin typeface="+mn-lt"/>
                          <a:ea typeface="+mn-ea"/>
                          <a:cs typeface="+mn-cs"/>
                        </a:rPr>
                        <a:t>- Circularity Analysis Toolkit</a:t>
                      </a:r>
                    </a:p>
                    <a:p>
                      <a:pPr marL="0" algn="l" defTabSz="1079906" rtl="0" eaLnBrk="1" latinLnBrk="0" hangingPunct="1"/>
                      <a:r>
                        <a:rPr lang="en-GB" sz="1200" kern="1200" noProof="0" dirty="0">
                          <a:solidFill>
                            <a:schemeClr val="dk1"/>
                          </a:solidFill>
                          <a:effectLst/>
                          <a:latin typeface="+mn-lt"/>
                          <a:ea typeface="+mn-ea"/>
                          <a:cs typeface="+mn-cs"/>
                        </a:rPr>
                        <a:t>- Resource Risk Tools</a:t>
                      </a:r>
                    </a:p>
                    <a:p>
                      <a:pPr marL="0" algn="l" defTabSz="1079906" rtl="0" eaLnBrk="1" latinLnBrk="0" hangingPunct="1"/>
                      <a:endParaRPr lang="en-GB" sz="1200" kern="1200" noProof="0" dirty="0">
                        <a:solidFill>
                          <a:schemeClr val="dk1"/>
                        </a:solidFill>
                        <a:effectLst/>
                        <a:latin typeface="+mn-lt"/>
                        <a:ea typeface="+mn-ea"/>
                        <a:cs typeface="+mn-cs"/>
                      </a:endParaRPr>
                    </a:p>
                  </a:txBody>
                  <a:tcPr>
                    <a:solidFill>
                      <a:srgbClr val="C5B7B3"/>
                    </a:solidFill>
                  </a:tcPr>
                </a:tc>
                <a:tc vMerge="1">
                  <a:txBody>
                    <a:bodyPr/>
                    <a:lstStyle/>
                    <a:p>
                      <a:endParaRPr/>
                    </a:p>
                  </a:txBody>
                  <a:tcPr>
                    <a:solidFill>
                      <a:srgbClr val="E8A9A9"/>
                    </a:solidFill>
                  </a:tcPr>
                </a:tc>
                <a:extLst>
                  <a:ext uri="{0D108BD9-81ED-4DB2-BD59-A6C34878D82A}">
                    <a16:rowId xmlns:a16="http://schemas.microsoft.com/office/drawing/2014/main" val="3847293035"/>
                  </a:ext>
                </a:extLst>
              </a:tr>
              <a:tr h="0">
                <a:tc>
                  <a:txBody>
                    <a:bodyPr/>
                    <a:lstStyle/>
                    <a:p>
                      <a:r>
                        <a:rPr lang="en-GB" sz="1200" kern="1200" noProof="0" dirty="0">
                          <a:solidFill>
                            <a:schemeClr val="dk1"/>
                          </a:solidFill>
                          <a:effectLst/>
                          <a:latin typeface="+mn-lt"/>
                          <a:ea typeface="+mn-ea"/>
                          <a:cs typeface="+mn-cs"/>
                        </a:rPr>
                        <a:t>Transport &amp; Logistics</a:t>
                      </a:r>
                    </a:p>
                    <a:p>
                      <a:pPr marL="0" algn="l" defTabSz="1079906" rtl="0" eaLnBrk="1" latinLnBrk="0" hangingPunct="1"/>
                      <a:endParaRPr lang="en-GB" sz="1200" kern="1200" noProof="0" dirty="0">
                        <a:solidFill>
                          <a:schemeClr val="dk1"/>
                        </a:solidFill>
                        <a:latin typeface="+mn-lt"/>
                        <a:ea typeface="+mn-ea"/>
                        <a:cs typeface="+mn-cs"/>
                      </a:endParaRP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Network Routing Subsystem</a:t>
                      </a:r>
                    </a:p>
                    <a:p>
                      <a:pPr marL="0" algn="l" defTabSz="1079906" rtl="0" eaLnBrk="1" latinLnBrk="0" hangingPunct="1"/>
                      <a:r>
                        <a:rPr lang="en-GB" sz="1200" kern="1200" noProof="0" dirty="0">
                          <a:solidFill>
                            <a:schemeClr val="dk1"/>
                          </a:solidFill>
                          <a:effectLst/>
                          <a:latin typeface="+mn-lt"/>
                          <a:ea typeface="+mn-ea"/>
                          <a:cs typeface="+mn-cs"/>
                        </a:rPr>
                        <a:t>- Traffic Flow Engine</a:t>
                      </a:r>
                    </a:p>
                    <a:p>
                      <a:pPr marL="0" algn="l" defTabSz="1079906" rtl="0" eaLnBrk="1" latinLnBrk="0" hangingPunct="1"/>
                      <a:r>
                        <a:rPr lang="en-GB" sz="1200" kern="1200" noProof="0" dirty="0">
                          <a:solidFill>
                            <a:schemeClr val="dk1"/>
                          </a:solidFill>
                          <a:effectLst/>
                          <a:latin typeface="+mn-lt"/>
                          <a:ea typeface="+mn-ea"/>
                          <a:cs typeface="+mn-cs"/>
                        </a:rPr>
                        <a:t>- Public Transport Coordination Hub</a:t>
                      </a:r>
                    </a:p>
                    <a:p>
                      <a:pPr marL="0" algn="l" defTabSz="1079906" rtl="0" eaLnBrk="1" latinLnBrk="0" hangingPunct="1"/>
                      <a:r>
                        <a:rPr lang="en-GB" sz="1200" kern="1200" noProof="0" dirty="0">
                          <a:solidFill>
                            <a:schemeClr val="dk1"/>
                          </a:solidFill>
                          <a:effectLst/>
                          <a:latin typeface="+mn-lt"/>
                          <a:ea typeface="+mn-ea"/>
                          <a:cs typeface="+mn-cs"/>
                        </a:rPr>
                        <a:t>- Logistics Routing Engine</a:t>
                      </a:r>
                    </a:p>
                    <a:p>
                      <a:pPr marL="0" algn="l" defTabSz="1079906" rtl="0" eaLnBrk="1" latinLnBrk="0" hangingPunct="1"/>
                      <a:r>
                        <a:rPr lang="en-GB" sz="1200" kern="1200" noProof="0" dirty="0">
                          <a:solidFill>
                            <a:schemeClr val="dk1"/>
                          </a:solidFill>
                          <a:effectLst/>
                          <a:latin typeface="+mn-lt"/>
                          <a:ea typeface="+mn-ea"/>
                          <a:cs typeface="+mn-cs"/>
                        </a:rPr>
                        <a:t>- Infrastructure Condition Scanner</a:t>
                      </a: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Traffic Simulation Tools</a:t>
                      </a:r>
                    </a:p>
                    <a:p>
                      <a:pPr marL="0" algn="l" defTabSz="1079906" rtl="0" eaLnBrk="1" latinLnBrk="0" hangingPunct="1"/>
                      <a:r>
                        <a:rPr lang="en-GB" sz="1200" kern="1200" noProof="0" dirty="0">
                          <a:solidFill>
                            <a:schemeClr val="dk1"/>
                          </a:solidFill>
                          <a:effectLst/>
                          <a:latin typeface="+mn-lt"/>
                          <a:ea typeface="+mn-ea"/>
                          <a:cs typeface="+mn-cs"/>
                        </a:rPr>
                        <a:t>- Routing Optimisation Toolkit</a:t>
                      </a:r>
                    </a:p>
                    <a:p>
                      <a:pPr marL="0" algn="l" defTabSz="1079906" rtl="0" eaLnBrk="1" latinLnBrk="0" hangingPunct="1"/>
                      <a:r>
                        <a:rPr lang="en-GB" sz="1200" kern="1200" noProof="0" dirty="0">
                          <a:solidFill>
                            <a:schemeClr val="dk1"/>
                          </a:solidFill>
                          <a:effectLst/>
                          <a:latin typeface="+mn-lt"/>
                          <a:ea typeface="+mn-ea"/>
                          <a:cs typeface="+mn-cs"/>
                        </a:rPr>
                        <a:t>- Mobility Analytics Dashboard</a:t>
                      </a:r>
                    </a:p>
                    <a:p>
                      <a:pPr marL="0" algn="l" defTabSz="1079906" rtl="0" eaLnBrk="1" latinLnBrk="0" hangingPunct="1"/>
                      <a:endParaRPr lang="en-GB" sz="1200" kern="1200" noProof="0" dirty="0">
                        <a:solidFill>
                          <a:schemeClr val="dk1"/>
                        </a:solidFill>
                        <a:effectLst/>
                        <a:latin typeface="+mn-lt"/>
                        <a:ea typeface="+mn-ea"/>
                        <a:cs typeface="+mn-cs"/>
                      </a:endParaRPr>
                    </a:p>
                  </a:txBody>
                  <a:tcPr>
                    <a:solidFill>
                      <a:srgbClr val="C5B7B3"/>
                    </a:solidFill>
                  </a:tcPr>
                </a:tc>
                <a:tc vMerge="1">
                  <a:txBody>
                    <a:bodyPr/>
                    <a:lstStyle/>
                    <a:p>
                      <a:endParaRPr lang="en-GB" sz="1600" dirty="0">
                        <a:latin typeface="+mn-lt"/>
                      </a:endParaRPr>
                    </a:p>
                  </a:txBody>
                  <a:tcPr>
                    <a:solidFill>
                      <a:srgbClr val="E8A9A9"/>
                    </a:solidFill>
                  </a:tcPr>
                </a:tc>
                <a:extLst>
                  <a:ext uri="{0D108BD9-81ED-4DB2-BD59-A6C34878D82A}">
                    <a16:rowId xmlns:a16="http://schemas.microsoft.com/office/drawing/2014/main" val="3825252355"/>
                  </a:ext>
                </a:extLst>
              </a:tr>
              <a:tr h="0">
                <a:tc>
                  <a:txBody>
                    <a:bodyPr/>
                    <a:lstStyle/>
                    <a:p>
                      <a:r>
                        <a:rPr lang="en-GB" sz="1200" kern="1200" noProof="0" dirty="0">
                          <a:solidFill>
                            <a:schemeClr val="dk1"/>
                          </a:solidFill>
                          <a:effectLst/>
                          <a:latin typeface="+mn-lt"/>
                          <a:ea typeface="+mn-ea"/>
                          <a:cs typeface="+mn-cs"/>
                        </a:rPr>
                        <a:t>Digital Networks</a:t>
                      </a:r>
                    </a:p>
                    <a:p>
                      <a:pPr marL="0" algn="l" defTabSz="1079906" rtl="0" eaLnBrk="1" latinLnBrk="0" hangingPunct="1"/>
                      <a:endParaRPr lang="en-GB" sz="1200" kern="1200" noProof="0" dirty="0">
                        <a:solidFill>
                          <a:schemeClr val="dk1"/>
                        </a:solidFill>
                        <a:latin typeface="+mn-lt"/>
                        <a:ea typeface="+mn-ea"/>
                        <a:cs typeface="+mn-cs"/>
                      </a:endParaRP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Network Operations Subsystem</a:t>
                      </a:r>
                    </a:p>
                    <a:p>
                      <a:pPr marL="0" algn="l" defTabSz="1079906" rtl="0" eaLnBrk="1" latinLnBrk="0" hangingPunct="1"/>
                      <a:r>
                        <a:rPr lang="en-GB" sz="1200" kern="1200" noProof="0" dirty="0">
                          <a:solidFill>
                            <a:schemeClr val="dk1"/>
                          </a:solidFill>
                          <a:effectLst/>
                          <a:latin typeface="+mn-lt"/>
                          <a:ea typeface="+mn-ea"/>
                          <a:cs typeface="+mn-cs"/>
                        </a:rPr>
                        <a:t>- Compute &amp; Storage Engine</a:t>
                      </a:r>
                    </a:p>
                    <a:p>
                      <a:pPr marL="0" algn="l" defTabSz="1079906" rtl="0" eaLnBrk="1" latinLnBrk="0" hangingPunct="1"/>
                      <a:r>
                        <a:rPr lang="en-GB" sz="1200" kern="1200" noProof="0" dirty="0">
                          <a:solidFill>
                            <a:schemeClr val="dk1"/>
                          </a:solidFill>
                          <a:effectLst/>
                          <a:latin typeface="+mn-lt"/>
                          <a:ea typeface="+mn-ea"/>
                          <a:cs typeface="+mn-cs"/>
                        </a:rPr>
                        <a:t>- Cybersecurity Monitoring Subsystem</a:t>
                      </a:r>
                    </a:p>
                    <a:p>
                      <a:pPr marL="0" algn="l" defTabSz="1079906" rtl="0" eaLnBrk="1" latinLnBrk="0" hangingPunct="1"/>
                      <a:r>
                        <a:rPr lang="en-GB" sz="1200" kern="1200" noProof="0" dirty="0">
                          <a:solidFill>
                            <a:schemeClr val="dk1"/>
                          </a:solidFill>
                          <a:effectLst/>
                          <a:latin typeface="+mn-lt"/>
                          <a:ea typeface="+mn-ea"/>
                          <a:cs typeface="+mn-cs"/>
                        </a:rPr>
                        <a:t>- API Gateway Manager</a:t>
                      </a:r>
                    </a:p>
                    <a:p>
                      <a:pPr marL="0" algn="l" defTabSz="1079906" rtl="0" eaLnBrk="1" latinLnBrk="0" hangingPunct="1"/>
                      <a:r>
                        <a:rPr lang="en-GB" sz="1200" kern="1200" noProof="0" dirty="0">
                          <a:solidFill>
                            <a:schemeClr val="dk1"/>
                          </a:solidFill>
                          <a:effectLst/>
                          <a:latin typeface="+mn-lt"/>
                          <a:ea typeface="+mn-ea"/>
                          <a:cs typeface="+mn-cs"/>
                        </a:rPr>
                        <a:t>- Digital Service Continuity Engine</a:t>
                      </a: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Network Monitoring Tools</a:t>
                      </a:r>
                    </a:p>
                    <a:p>
                      <a:pPr marL="0" algn="l" defTabSz="1079906" rtl="0" eaLnBrk="1" latinLnBrk="0" hangingPunct="1"/>
                      <a:r>
                        <a:rPr lang="en-GB" sz="1200" kern="1200" noProof="0" dirty="0">
                          <a:solidFill>
                            <a:schemeClr val="dk1"/>
                          </a:solidFill>
                          <a:effectLst/>
                          <a:latin typeface="+mn-lt"/>
                          <a:ea typeface="+mn-ea"/>
                          <a:cs typeface="+mn-cs"/>
                        </a:rPr>
                        <a:t>- Cybersecurity Toolkit</a:t>
                      </a:r>
                    </a:p>
                    <a:p>
                      <a:pPr marL="0" algn="l" defTabSz="1079906" rtl="0" eaLnBrk="1" latinLnBrk="0" hangingPunct="1"/>
                      <a:r>
                        <a:rPr lang="en-GB" sz="1200" kern="1200" noProof="0" dirty="0">
                          <a:solidFill>
                            <a:schemeClr val="dk1"/>
                          </a:solidFill>
                          <a:effectLst/>
                          <a:latin typeface="+mn-lt"/>
                          <a:ea typeface="+mn-ea"/>
                          <a:cs typeface="+mn-cs"/>
                        </a:rPr>
                        <a:t>- API Management Tools</a:t>
                      </a:r>
                    </a:p>
                    <a:p>
                      <a:pPr marL="0" algn="l" defTabSz="1079906" rtl="0" eaLnBrk="1" latinLnBrk="0" hangingPunct="1"/>
                      <a:endParaRPr lang="en-GB" sz="1200" kern="1200" noProof="0" dirty="0">
                        <a:solidFill>
                          <a:schemeClr val="dk1"/>
                        </a:solidFill>
                        <a:effectLst/>
                        <a:latin typeface="+mn-lt"/>
                        <a:ea typeface="+mn-ea"/>
                        <a:cs typeface="+mn-cs"/>
                      </a:endParaRPr>
                    </a:p>
                  </a:txBody>
                  <a:tcPr>
                    <a:solidFill>
                      <a:srgbClr val="C5B7B3"/>
                    </a:solidFill>
                  </a:tcPr>
                </a:tc>
                <a:tc vMerge="1">
                  <a:txBody>
                    <a:bodyPr/>
                    <a:lstStyle/>
                    <a:p>
                      <a:pPr marL="0" algn="l" defTabSz="1079906" rtl="0" eaLnBrk="1" latinLnBrk="0" hangingPunct="1"/>
                      <a:endParaRPr lang="en-GB" sz="1600" kern="1200" dirty="0">
                        <a:solidFill>
                          <a:schemeClr val="dk1"/>
                        </a:solidFill>
                        <a:effectLst/>
                        <a:latin typeface="+mn-lt"/>
                        <a:ea typeface="+mn-ea"/>
                        <a:cs typeface="+mn-cs"/>
                      </a:endParaRPr>
                    </a:p>
                  </a:txBody>
                  <a:tcPr>
                    <a:solidFill>
                      <a:srgbClr val="C5B7B3"/>
                    </a:solidFill>
                  </a:tcPr>
                </a:tc>
                <a:extLst>
                  <a:ext uri="{0D108BD9-81ED-4DB2-BD59-A6C34878D82A}">
                    <a16:rowId xmlns:a16="http://schemas.microsoft.com/office/drawing/2014/main" val="2414755375"/>
                  </a:ext>
                </a:extLst>
              </a:tr>
              <a:tr h="0">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200" kern="1200" noProof="0" dirty="0">
                          <a:solidFill>
                            <a:schemeClr val="dk1"/>
                          </a:solidFill>
                          <a:effectLst/>
                          <a:latin typeface="+mn-lt"/>
                          <a:ea typeface="+mn-ea"/>
                          <a:cs typeface="+mn-cs"/>
                        </a:rPr>
                        <a:t>Utilities &amp; Grids</a:t>
                      </a:r>
                    </a:p>
                    <a:p>
                      <a:pPr marL="0" algn="l" defTabSz="1079906" rtl="0" eaLnBrk="1" latinLnBrk="0" hangingPunct="1"/>
                      <a:endParaRPr lang="en-GB" sz="1200" kern="1200" noProof="0" dirty="0">
                        <a:solidFill>
                          <a:schemeClr val="dk1"/>
                        </a:solidFill>
                        <a:latin typeface="+mn-lt"/>
                        <a:ea typeface="+mn-ea"/>
                        <a:cs typeface="+mn-cs"/>
                      </a:endParaRP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Utility Distribution Subsystem</a:t>
                      </a:r>
                    </a:p>
                    <a:p>
                      <a:pPr marL="0" algn="l" defTabSz="1079906" rtl="0" eaLnBrk="1" latinLnBrk="0" hangingPunct="1"/>
                      <a:r>
                        <a:rPr lang="en-GB" sz="1200" kern="1200" noProof="0" dirty="0">
                          <a:solidFill>
                            <a:schemeClr val="dk1"/>
                          </a:solidFill>
                          <a:effectLst/>
                          <a:latin typeface="+mn-lt"/>
                          <a:ea typeface="+mn-ea"/>
                          <a:cs typeface="+mn-cs"/>
                        </a:rPr>
                        <a:t>- Grid Health Monitor</a:t>
                      </a:r>
                    </a:p>
                    <a:p>
                      <a:pPr marL="0" algn="l" defTabSz="1079906" rtl="0" eaLnBrk="1" latinLnBrk="0" hangingPunct="1"/>
                      <a:r>
                        <a:rPr lang="en-GB" sz="1200" kern="1200" noProof="0" dirty="0">
                          <a:solidFill>
                            <a:schemeClr val="dk1"/>
                          </a:solidFill>
                          <a:effectLst/>
                          <a:latin typeface="+mn-lt"/>
                          <a:ea typeface="+mn-ea"/>
                          <a:cs typeface="+mn-cs"/>
                        </a:rPr>
                        <a:t>- Outage Detection Engine</a:t>
                      </a:r>
                    </a:p>
                    <a:p>
                      <a:pPr marL="0" algn="l" defTabSz="1079906" rtl="0" eaLnBrk="1" latinLnBrk="0" hangingPunct="1"/>
                      <a:r>
                        <a:rPr lang="en-GB" sz="1200" kern="1200" noProof="0" dirty="0">
                          <a:solidFill>
                            <a:schemeClr val="dk1"/>
                          </a:solidFill>
                          <a:effectLst/>
                          <a:latin typeface="+mn-lt"/>
                          <a:ea typeface="+mn-ea"/>
                          <a:cs typeface="+mn-cs"/>
                        </a:rPr>
                        <a:t>- Utility Demand Forecaster</a:t>
                      </a:r>
                    </a:p>
                    <a:p>
                      <a:pPr marL="0" algn="l" defTabSz="1079906" rtl="0" eaLnBrk="1" latinLnBrk="0" hangingPunct="1"/>
                      <a:r>
                        <a:rPr lang="en-GB" sz="1200" kern="1200" noProof="0" dirty="0">
                          <a:solidFill>
                            <a:schemeClr val="dk1"/>
                          </a:solidFill>
                          <a:effectLst/>
                          <a:latin typeface="+mn-lt"/>
                          <a:ea typeface="+mn-ea"/>
                          <a:cs typeface="+mn-cs"/>
                        </a:rPr>
                        <a:t>- Continuity &amp; Redundancy Subsystem</a:t>
                      </a:r>
                    </a:p>
                  </a:txBody>
                  <a:tcPr>
                    <a:solidFill>
                      <a:srgbClr val="C5B7B3"/>
                    </a:solidFill>
                  </a:tcPr>
                </a:tc>
                <a:tc>
                  <a:txBody>
                    <a:bodyPr/>
                    <a:lstStyle/>
                    <a:p>
                      <a:pPr marL="0" algn="l" defTabSz="1079906" rtl="0" eaLnBrk="1" latinLnBrk="0" hangingPunct="1"/>
                      <a:r>
                        <a:rPr lang="en-GB" sz="1200" kern="1200" noProof="0" dirty="0">
                          <a:solidFill>
                            <a:schemeClr val="dk1"/>
                          </a:solidFill>
                          <a:effectLst/>
                          <a:latin typeface="+mn-lt"/>
                          <a:ea typeface="+mn-ea"/>
                          <a:cs typeface="+mn-cs"/>
                        </a:rPr>
                        <a:t>- Utility Grid Dashboard</a:t>
                      </a:r>
                    </a:p>
                    <a:p>
                      <a:pPr marL="0" algn="l" defTabSz="1079906" rtl="0" eaLnBrk="1" latinLnBrk="0" hangingPunct="1"/>
                      <a:r>
                        <a:rPr lang="en-GB" sz="1200" kern="1200" noProof="0" dirty="0">
                          <a:solidFill>
                            <a:schemeClr val="dk1"/>
                          </a:solidFill>
                          <a:effectLst/>
                          <a:latin typeface="+mn-lt"/>
                          <a:ea typeface="+mn-ea"/>
                          <a:cs typeface="+mn-cs"/>
                        </a:rPr>
                        <a:t>- Outage Analysis Toolkit</a:t>
                      </a:r>
                    </a:p>
                    <a:p>
                      <a:pPr marL="0" algn="l" defTabSz="1079906" rtl="0" eaLnBrk="1" latinLnBrk="0" hangingPunct="1"/>
                      <a:r>
                        <a:rPr lang="en-GB" sz="1200" kern="1200" noProof="0" dirty="0">
                          <a:solidFill>
                            <a:schemeClr val="dk1"/>
                          </a:solidFill>
                          <a:effectLst/>
                          <a:latin typeface="+mn-lt"/>
                          <a:ea typeface="+mn-ea"/>
                          <a:cs typeface="+mn-cs"/>
                        </a:rPr>
                        <a:t>- Continuity Planning Tools</a:t>
                      </a:r>
                    </a:p>
                    <a:p>
                      <a:pPr marL="0" algn="l" defTabSz="1079906" rtl="0" eaLnBrk="1" latinLnBrk="0" hangingPunct="1"/>
                      <a:endParaRPr lang="en-GB" sz="1200" kern="1200" noProof="0" dirty="0">
                        <a:solidFill>
                          <a:schemeClr val="dk1"/>
                        </a:solidFill>
                        <a:effectLst/>
                        <a:latin typeface="+mn-lt"/>
                        <a:ea typeface="+mn-ea"/>
                        <a:cs typeface="+mn-cs"/>
                      </a:endParaRPr>
                    </a:p>
                  </a:txBody>
                  <a:tcPr>
                    <a:solidFill>
                      <a:srgbClr val="C5B7B3"/>
                    </a:solidFill>
                  </a:tcPr>
                </a:tc>
                <a:tc vMerge="1">
                  <a:txBody>
                    <a:bodyPr/>
                    <a:lstStyle/>
                    <a:p>
                      <a:pPr marL="0" algn="l" defTabSz="1079906" rtl="0" eaLnBrk="1" latinLnBrk="0" hangingPunct="1"/>
                      <a:endParaRPr lang="en-GB" sz="1600" kern="1200" dirty="0">
                        <a:solidFill>
                          <a:schemeClr val="dk1"/>
                        </a:solidFill>
                        <a:effectLst/>
                        <a:latin typeface="+mn-lt"/>
                        <a:ea typeface="+mn-ea"/>
                        <a:cs typeface="+mn-cs"/>
                      </a:endParaRPr>
                    </a:p>
                  </a:txBody>
                  <a:tcPr>
                    <a:solidFill>
                      <a:srgbClr val="C5B7B3"/>
                    </a:solidFill>
                  </a:tcPr>
                </a:tc>
                <a:extLst>
                  <a:ext uri="{0D108BD9-81ED-4DB2-BD59-A6C34878D82A}">
                    <a16:rowId xmlns:a16="http://schemas.microsoft.com/office/drawing/2014/main" val="3282716343"/>
                  </a:ext>
                </a:extLst>
              </a:tr>
            </a:tbl>
          </a:graphicData>
        </a:graphic>
      </p:graphicFrame>
      <p:sp>
        <p:nvSpPr>
          <p:cNvPr id="6" name="TextBox 5">
            <a:extLst>
              <a:ext uri="{FF2B5EF4-FFF2-40B4-BE49-F238E27FC236}">
                <a16:creationId xmlns:a16="http://schemas.microsoft.com/office/drawing/2014/main" id="{0FACAB23-98D1-4AF0-F444-4348B125846B}"/>
              </a:ext>
            </a:extLst>
          </p:cNvPr>
          <p:cNvSpPr txBox="1"/>
          <p:nvPr/>
        </p:nvSpPr>
        <p:spPr>
          <a:xfrm>
            <a:off x="12745615" y="261428"/>
            <a:ext cx="2982065" cy="6955750"/>
          </a:xfrm>
          <a:prstGeom prst="rect">
            <a:avLst/>
          </a:prstGeom>
          <a:noFill/>
        </p:spPr>
        <p:txBody>
          <a:bodyPr wrap="square" rtlCol="0">
            <a:spAutoFit/>
          </a:bodyPr>
          <a:lstStyle/>
          <a:p>
            <a:r>
              <a:rPr lang="en-GB" sz="1600" b="1" noProof="0" dirty="0"/>
              <a:t>6. Notes / Design Intent</a:t>
            </a:r>
            <a:br>
              <a:rPr lang="en-GB" sz="1600" noProof="0" dirty="0"/>
            </a:br>
            <a:r>
              <a:rPr lang="en-GB" noProof="0" dirty="0"/>
              <a:t>Cross‑cutting:</a:t>
            </a:r>
          </a:p>
          <a:p>
            <a:r>
              <a:rPr lang="en-GB" noProof="0" dirty="0"/>
              <a:t>- Infrastructure is the physical substrate of </a:t>
            </a:r>
            <a:r>
              <a:rPr lang="en-GB" noProof="0" dirty="0" err="1"/>
              <a:t>CivOS</a:t>
            </a:r>
            <a:r>
              <a:rPr lang="en-GB" noProof="0" dirty="0"/>
              <a:t>.</a:t>
            </a:r>
          </a:p>
          <a:p>
            <a:r>
              <a:rPr lang="en-GB" noProof="0" dirty="0"/>
              <a:t>- Failures cascade across Families, so interfaces are critical.</a:t>
            </a:r>
          </a:p>
          <a:p>
            <a:r>
              <a:rPr lang="en-GB" noProof="0" dirty="0"/>
              <a:t>- Resource flows (energy, water, materials, data, mobility) underpin system stability.</a:t>
            </a:r>
          </a:p>
          <a:p>
            <a:endParaRPr lang="en-GB" noProof="0" dirty="0"/>
          </a:p>
          <a:p>
            <a:r>
              <a:rPr lang="en-GB" noProof="0" dirty="0"/>
              <a:t>Design intent:</a:t>
            </a:r>
          </a:p>
          <a:p>
            <a:r>
              <a:rPr lang="en-GB" noProof="0" dirty="0"/>
              <a:t>- Subsystems manage real‑world flows and continuity.</a:t>
            </a:r>
          </a:p>
          <a:p>
            <a:r>
              <a:rPr lang="en-GB" noProof="0" dirty="0"/>
              <a:t>- Instruments provide simulation, optimisation, and monitoring.</a:t>
            </a:r>
          </a:p>
          <a:p>
            <a:r>
              <a:rPr lang="en-GB" noProof="0" dirty="0"/>
              <a:t>- Interfaces ensure infrastructure constraints shape governance, risk, incentives, and ecological planning.</a:t>
            </a:r>
          </a:p>
          <a:p>
            <a:endParaRPr lang="en-GB" sz="1600" noProof="0" dirty="0"/>
          </a:p>
        </p:txBody>
      </p:sp>
      <p:pic>
        <p:nvPicPr>
          <p:cNvPr id="8" name="Picture 7">
            <a:hlinkClick r:id="rId3" action="ppaction://hlinksldjump"/>
            <a:extLst>
              <a:ext uri="{FF2B5EF4-FFF2-40B4-BE49-F238E27FC236}">
                <a16:creationId xmlns:a16="http://schemas.microsoft.com/office/drawing/2014/main" id="{C3C333D5-2AD2-5287-D7FC-6006D155A82C}"/>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1821746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2FA15-C297-435F-516E-D0B66C24D8B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C4B7B20-248F-B088-DB81-1424892394AE}"/>
              </a:ext>
            </a:extLst>
          </p:cNvPr>
          <p:cNvSpPr>
            <a:spLocks noGrp="1"/>
          </p:cNvSpPr>
          <p:nvPr>
            <p:ph type="title"/>
          </p:nvPr>
        </p:nvSpPr>
        <p:spPr>
          <a:xfrm>
            <a:off x="-1" y="7745168"/>
            <a:ext cx="15840075" cy="352976"/>
          </a:xfrm>
          <a:solidFill>
            <a:srgbClr val="2E7D32"/>
          </a:solidFill>
          <a:ln w="31750"/>
        </p:spPr>
        <p:style>
          <a:lnRef idx="2">
            <a:schemeClr val="accent1">
              <a:shade val="15000"/>
            </a:schemeClr>
          </a:lnRef>
          <a:fillRef idx="1">
            <a:schemeClr val="accent1"/>
          </a:fillRef>
          <a:effectRef idx="0">
            <a:schemeClr val="accent1"/>
          </a:effectRef>
          <a:fontRef idx="minor">
            <a:schemeClr val="lt1"/>
          </a:fontRef>
        </p:style>
        <p:txBody>
          <a:bodyPr vert="horz" rtlCol="0" anchor="ctr">
            <a:normAutofit/>
          </a:bodyPr>
          <a:lstStyle/>
          <a:p>
            <a:pPr defTabSz="457200"/>
            <a:r>
              <a:rPr lang="en-GB" sz="1800" b="1" noProof="0" dirty="0">
                <a:solidFill>
                  <a:schemeClr val="bg1"/>
                </a:solidFill>
              </a:rPr>
              <a:t>7. Planetary &amp; Ecological</a:t>
            </a:r>
          </a:p>
        </p:txBody>
      </p:sp>
      <p:graphicFrame>
        <p:nvGraphicFramePr>
          <p:cNvPr id="5" name="Table 4">
            <a:extLst>
              <a:ext uri="{FF2B5EF4-FFF2-40B4-BE49-F238E27FC236}">
                <a16:creationId xmlns:a16="http://schemas.microsoft.com/office/drawing/2014/main" id="{7BCFB5A7-69D1-D13A-4CB3-049C186A388C}"/>
              </a:ext>
            </a:extLst>
          </p:cNvPr>
          <p:cNvGraphicFramePr>
            <a:graphicFrameLocks noGrp="1"/>
          </p:cNvGraphicFramePr>
          <p:nvPr>
            <p:extLst>
              <p:ext uri="{D42A27DB-BD31-4B8C-83A1-F6EECF244321}">
                <p14:modId xmlns:p14="http://schemas.microsoft.com/office/powerpoint/2010/main" val="401325091"/>
              </p:ext>
            </p:extLst>
          </p:nvPr>
        </p:nvGraphicFramePr>
        <p:xfrm>
          <a:off x="279919" y="261428"/>
          <a:ext cx="12316408" cy="5229607"/>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bg1"/>
                          </a:solidFill>
                        </a:rPr>
                        <a:t>Module</a:t>
                      </a:r>
                    </a:p>
                  </a:txBody>
                  <a:tcPr>
                    <a:solidFill>
                      <a:srgbClr val="2E7D32"/>
                    </a:solidFill>
                  </a:tcPr>
                </a:tc>
                <a:tc>
                  <a:txBody>
                    <a:bodyPr/>
                    <a:lstStyle/>
                    <a:p>
                      <a:r>
                        <a:rPr lang="en-GB" sz="1600" b="1" noProof="0" dirty="0">
                          <a:solidFill>
                            <a:schemeClr val="bg1"/>
                          </a:solidFill>
                        </a:rPr>
                        <a:t>L3</a:t>
                      </a:r>
                      <a:r>
                        <a:rPr lang="en-GB" sz="1600" b="1" baseline="0" noProof="0" dirty="0">
                          <a:solidFill>
                            <a:schemeClr val="bg1"/>
                          </a:solidFill>
                        </a:rPr>
                        <a:t> Subsystems </a:t>
                      </a:r>
                      <a:endParaRPr lang="en-GB" sz="1600" b="1" noProof="0" dirty="0">
                        <a:solidFill>
                          <a:schemeClr val="bg1"/>
                        </a:solidFill>
                      </a:endParaRPr>
                    </a:p>
                  </a:txBody>
                  <a:tcPr>
                    <a:solidFill>
                      <a:srgbClr val="2E7D32"/>
                    </a:solidFill>
                  </a:tcPr>
                </a:tc>
                <a:tc>
                  <a:txBody>
                    <a:bodyPr/>
                    <a:lstStyle/>
                    <a:p>
                      <a:r>
                        <a:rPr lang="en-GB" sz="1600" b="1" noProof="0" dirty="0">
                          <a:solidFill>
                            <a:schemeClr val="bg1"/>
                          </a:solidFill>
                        </a:rPr>
                        <a:t>L4 Instruments</a:t>
                      </a:r>
                    </a:p>
                  </a:txBody>
                  <a:tcPr>
                    <a:solidFill>
                      <a:srgbClr val="2E7D32"/>
                    </a:solidFill>
                  </a:tcPr>
                </a:tc>
                <a:tc>
                  <a:txBody>
                    <a:bodyPr/>
                    <a:lstStyle/>
                    <a:p>
                      <a:r>
                        <a:rPr lang="en-GB" sz="1600" b="1" noProof="0" dirty="0">
                          <a:solidFill>
                            <a:schemeClr val="bg1"/>
                          </a:solidFill>
                        </a:rPr>
                        <a:t>L5 Interfaces</a:t>
                      </a:r>
                    </a:p>
                  </a:txBody>
                  <a:tcPr>
                    <a:solidFill>
                      <a:srgbClr val="2E7D32"/>
                    </a:solidFill>
                  </a:tcPr>
                </a:tc>
                <a:extLst>
                  <a:ext uri="{0D108BD9-81ED-4DB2-BD59-A6C34878D82A}">
                    <a16:rowId xmlns:a16="http://schemas.microsoft.com/office/drawing/2014/main" val="3650292869"/>
                  </a:ext>
                </a:extLst>
              </a:tr>
              <a:tr h="1001205">
                <a:tc>
                  <a:txBody>
                    <a:bodyPr/>
                    <a:lstStyle/>
                    <a:p>
                      <a:r>
                        <a:rPr lang="en-GB" sz="1400" kern="1200" noProof="0" dirty="0">
                          <a:solidFill>
                            <a:schemeClr val="bg1"/>
                          </a:solidFill>
                          <a:effectLst/>
                          <a:latin typeface="+mn-lt"/>
                          <a:ea typeface="+mn-ea"/>
                          <a:cs typeface="+mn-cs"/>
                        </a:rPr>
                        <a:t>Climate Systems</a:t>
                      </a:r>
                    </a:p>
                    <a:p>
                      <a:endParaRPr lang="en-GB" sz="1400" noProof="0" dirty="0">
                        <a:solidFill>
                          <a:schemeClr val="bg1"/>
                        </a:solidFill>
                        <a:latin typeface="+mn-lt"/>
                      </a:endParaRPr>
                    </a:p>
                  </a:txBody>
                  <a:tcPr>
                    <a:solidFill>
                      <a:srgbClr val="2E7D32"/>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Climate Monitoring Engine</a:t>
                      </a:r>
                    </a:p>
                    <a:p>
                      <a:pPr marL="0" algn="l" defTabSz="1079906" rtl="0" eaLnBrk="1" latinLnBrk="0" hangingPunct="1"/>
                      <a:r>
                        <a:rPr lang="en-GB" sz="1400" kern="1200" noProof="0" dirty="0">
                          <a:solidFill>
                            <a:schemeClr val="bg1"/>
                          </a:solidFill>
                          <a:effectLst/>
                          <a:latin typeface="+mn-lt"/>
                          <a:ea typeface="+mn-ea"/>
                          <a:cs typeface="+mn-cs"/>
                        </a:rPr>
                        <a:t>- Atmospheric Dynamics Subsystem</a:t>
                      </a:r>
                    </a:p>
                    <a:p>
                      <a:pPr marL="0" algn="l" defTabSz="1079906" rtl="0" eaLnBrk="1" latinLnBrk="0" hangingPunct="1"/>
                      <a:r>
                        <a:rPr lang="en-GB" sz="1400" kern="1200" noProof="0" dirty="0">
                          <a:solidFill>
                            <a:schemeClr val="bg1"/>
                          </a:solidFill>
                          <a:effectLst/>
                          <a:latin typeface="+mn-lt"/>
                          <a:ea typeface="+mn-ea"/>
                          <a:cs typeface="+mn-cs"/>
                        </a:rPr>
                        <a:t>- Emissions Tracking Engine</a:t>
                      </a:r>
                    </a:p>
                    <a:p>
                      <a:pPr marL="0" algn="l" defTabSz="1079906" rtl="0" eaLnBrk="1" latinLnBrk="0" hangingPunct="1"/>
                      <a:r>
                        <a:rPr lang="en-GB" sz="1400" kern="1200" noProof="0" dirty="0">
                          <a:solidFill>
                            <a:schemeClr val="bg1"/>
                          </a:solidFill>
                          <a:effectLst/>
                          <a:latin typeface="+mn-lt"/>
                          <a:ea typeface="+mn-ea"/>
                          <a:cs typeface="+mn-cs"/>
                        </a:rPr>
                        <a:t>- Climate Risk Scanner</a:t>
                      </a:r>
                    </a:p>
                    <a:p>
                      <a:pPr marL="0" algn="l" defTabSz="1079906" rtl="0" eaLnBrk="1" latinLnBrk="0" hangingPunct="1"/>
                      <a:r>
                        <a:rPr lang="en-GB" sz="1400" kern="1200" noProof="0" dirty="0">
                          <a:solidFill>
                            <a:schemeClr val="bg1"/>
                          </a:solidFill>
                          <a:effectLst/>
                          <a:latin typeface="+mn-lt"/>
                          <a:ea typeface="+mn-ea"/>
                          <a:cs typeface="+mn-cs"/>
                        </a:rPr>
                        <a:t>- Climate Scenario Modelling Subsystem</a:t>
                      </a:r>
                    </a:p>
                  </a:txBody>
                  <a:tcPr>
                    <a:solidFill>
                      <a:srgbClr val="2E7D32"/>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Climate Dashboard</a:t>
                      </a:r>
                    </a:p>
                    <a:p>
                      <a:pPr marL="0" algn="l" defTabSz="1079906" rtl="0" eaLnBrk="1" latinLnBrk="0" hangingPunct="1"/>
                      <a:r>
                        <a:rPr lang="en-GB" sz="1400" kern="1200" noProof="0" dirty="0">
                          <a:solidFill>
                            <a:schemeClr val="bg1"/>
                          </a:solidFill>
                          <a:effectLst/>
                          <a:latin typeface="+mn-lt"/>
                          <a:ea typeface="+mn-ea"/>
                          <a:cs typeface="+mn-cs"/>
                        </a:rPr>
                        <a:t>- Emissions Analysis Toolkit</a:t>
                      </a:r>
                    </a:p>
                    <a:p>
                      <a:pPr marL="0" algn="l" defTabSz="1079906" rtl="0" eaLnBrk="1" latinLnBrk="0" hangingPunct="1"/>
                      <a:r>
                        <a:rPr lang="en-GB" sz="1400" kern="1200" noProof="0" dirty="0">
                          <a:solidFill>
                            <a:schemeClr val="bg1"/>
                          </a:solidFill>
                          <a:effectLst/>
                          <a:latin typeface="+mn-lt"/>
                          <a:ea typeface="+mn-ea"/>
                          <a:cs typeface="+mn-cs"/>
                        </a:rPr>
                        <a:t>- Climate Scenario Tools</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2E7D32"/>
                    </a:solidFill>
                  </a:tcPr>
                </a:tc>
                <a:tc rowSpan="4">
                  <a:txBody>
                    <a:bodyPr/>
                    <a:lstStyle/>
                    <a:p>
                      <a:pPr marL="0" algn="l" defTabSz="1079906" rtl="0" eaLnBrk="1" latinLnBrk="0" hangingPunct="1"/>
                      <a:r>
                        <a:rPr lang="en-GB" sz="1400" kern="1200" noProof="0" dirty="0">
                          <a:solidFill>
                            <a:schemeClr val="bg1"/>
                          </a:solidFill>
                          <a:effectLst/>
                          <a:latin typeface="+mn-lt"/>
                          <a:ea typeface="+mn-ea"/>
                          <a:cs typeface="+mn-cs"/>
                        </a:rPr>
                        <a:t>- Planetary &amp; Ecological → Governance (mandate feasibility, ecological constraints)</a:t>
                      </a:r>
                    </a:p>
                    <a:p>
                      <a:pPr marL="0" algn="l" defTabSz="1079906" rtl="0" eaLnBrk="1" latinLnBrk="0" hangingPunct="1"/>
                      <a:r>
                        <a:rPr lang="en-GB" sz="1400" kern="1200" noProof="0" dirty="0">
                          <a:solidFill>
                            <a:schemeClr val="bg1"/>
                          </a:solidFill>
                          <a:effectLst/>
                          <a:latin typeface="+mn-lt"/>
                          <a:ea typeface="+mn-ea"/>
                          <a:cs typeface="+mn-cs"/>
                        </a:rPr>
                        <a:t>- Planetary &amp; Ecological → Risk (environmental hazard signals)</a:t>
                      </a:r>
                    </a:p>
                    <a:p>
                      <a:pPr marL="0" algn="l" defTabSz="1079906" rtl="0" eaLnBrk="1" latinLnBrk="0" hangingPunct="1"/>
                      <a:r>
                        <a:rPr lang="en-GB" sz="1400" kern="1200" noProof="0" dirty="0">
                          <a:solidFill>
                            <a:schemeClr val="bg1"/>
                          </a:solidFill>
                          <a:effectLst/>
                          <a:latin typeface="+mn-lt"/>
                          <a:ea typeface="+mn-ea"/>
                          <a:cs typeface="+mn-cs"/>
                        </a:rPr>
                        <a:t>- Planetary &amp; Ecological → Data (sensor networks, environmental telemetry)</a:t>
                      </a:r>
                    </a:p>
                    <a:p>
                      <a:pPr marL="0" algn="l" defTabSz="1079906" rtl="0" eaLnBrk="1" latinLnBrk="0" hangingPunct="1"/>
                      <a:r>
                        <a:rPr lang="en-GB" sz="1400" kern="1200" noProof="0" dirty="0">
                          <a:solidFill>
                            <a:schemeClr val="bg1"/>
                          </a:solidFill>
                          <a:effectLst/>
                          <a:latin typeface="+mn-lt"/>
                          <a:ea typeface="+mn-ea"/>
                          <a:cs typeface="+mn-cs"/>
                        </a:rPr>
                        <a:t>- Planetary &amp; Ecological → Incentives (externality pricing, regenerative incentives)</a:t>
                      </a:r>
                    </a:p>
                    <a:p>
                      <a:pPr marL="0" algn="l" defTabSz="1079906" rtl="0" eaLnBrk="1" latinLnBrk="0" hangingPunct="1"/>
                      <a:r>
                        <a:rPr lang="en-GB" sz="1400" kern="1200" noProof="0" dirty="0">
                          <a:solidFill>
                            <a:schemeClr val="bg1"/>
                          </a:solidFill>
                          <a:effectLst/>
                          <a:latin typeface="+mn-lt"/>
                          <a:ea typeface="+mn-ea"/>
                          <a:cs typeface="+mn-cs"/>
                        </a:rPr>
                        <a:t>- Planetary &amp; Ecological → Resource &amp; Infrastructure (resource extraction, emissions)</a:t>
                      </a:r>
                    </a:p>
                    <a:p>
                      <a:pPr marL="0" algn="l" defTabSz="1079906" rtl="0" eaLnBrk="1" latinLnBrk="0" hangingPunct="1"/>
                      <a:r>
                        <a:rPr lang="en-GB" sz="1400" kern="1200" noProof="0" dirty="0">
                          <a:solidFill>
                            <a:schemeClr val="bg1"/>
                          </a:solidFill>
                          <a:effectLst/>
                          <a:latin typeface="+mn-lt"/>
                          <a:ea typeface="+mn-ea"/>
                          <a:cs typeface="+mn-cs"/>
                        </a:rPr>
                        <a:t>- Planetary &amp; Ecological → Civic Feedback (public environmental sentiment)</a:t>
                      </a:r>
                    </a:p>
                    <a:p>
                      <a:pPr marL="0" algn="l" defTabSz="1079906" rtl="0" eaLnBrk="1" latinLnBrk="0" hangingPunct="1"/>
                      <a:r>
                        <a:rPr lang="en-GB" sz="1400" kern="1200" noProof="0" dirty="0">
                          <a:solidFill>
                            <a:schemeClr val="bg1"/>
                          </a:solidFill>
                          <a:effectLst/>
                          <a:latin typeface="+mn-lt"/>
                          <a:ea typeface="+mn-ea"/>
                          <a:cs typeface="+mn-cs"/>
                        </a:rPr>
                        <a:t>- Planetary &amp; Ecological → Meta‑Integration (planetary dependency mapping)</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2E7D32"/>
                    </a:solidFill>
                  </a:tcPr>
                </a:tc>
                <a:extLst>
                  <a:ext uri="{0D108BD9-81ED-4DB2-BD59-A6C34878D82A}">
                    <a16:rowId xmlns:a16="http://schemas.microsoft.com/office/drawing/2014/main" val="3739774378"/>
                  </a:ext>
                </a:extLst>
              </a:tr>
              <a:tr h="985148">
                <a:tc>
                  <a:txBody>
                    <a:bodyPr/>
                    <a:lstStyle/>
                    <a:p>
                      <a:r>
                        <a:rPr lang="en-GB" sz="1400" kern="1200" noProof="0" dirty="0">
                          <a:solidFill>
                            <a:schemeClr val="bg1"/>
                          </a:solidFill>
                          <a:effectLst/>
                          <a:latin typeface="+mn-lt"/>
                          <a:ea typeface="+mn-ea"/>
                          <a:cs typeface="+mn-cs"/>
                        </a:rPr>
                        <a:t>Land &amp; Biodiversity</a:t>
                      </a:r>
                    </a:p>
                    <a:p>
                      <a:endParaRPr lang="en-GB" sz="1400" noProof="0" dirty="0">
                        <a:solidFill>
                          <a:schemeClr val="bg1"/>
                        </a:solidFill>
                        <a:latin typeface="+mn-lt"/>
                      </a:endParaRPr>
                    </a:p>
                  </a:txBody>
                  <a:tcPr>
                    <a:solidFill>
                      <a:srgbClr val="2E7D32"/>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Biodiversity Monitoring Subsystem</a:t>
                      </a:r>
                    </a:p>
                    <a:p>
                      <a:pPr marL="0" algn="l" defTabSz="1079906" rtl="0" eaLnBrk="1" latinLnBrk="0" hangingPunct="1"/>
                      <a:r>
                        <a:rPr lang="en-GB" sz="1400" kern="1200" noProof="0" dirty="0">
                          <a:solidFill>
                            <a:schemeClr val="bg1"/>
                          </a:solidFill>
                          <a:effectLst/>
                          <a:latin typeface="+mn-lt"/>
                          <a:ea typeface="+mn-ea"/>
                          <a:cs typeface="+mn-cs"/>
                        </a:rPr>
                        <a:t>- Habitat Condition Scanner</a:t>
                      </a:r>
                    </a:p>
                    <a:p>
                      <a:pPr marL="0" algn="l" defTabSz="1079906" rtl="0" eaLnBrk="1" latinLnBrk="0" hangingPunct="1"/>
                      <a:r>
                        <a:rPr lang="en-GB" sz="1400" kern="1200" noProof="0" dirty="0">
                          <a:solidFill>
                            <a:schemeClr val="bg1"/>
                          </a:solidFill>
                          <a:effectLst/>
                          <a:latin typeface="+mn-lt"/>
                          <a:ea typeface="+mn-ea"/>
                          <a:cs typeface="+mn-cs"/>
                        </a:rPr>
                        <a:t>- Species Risk Assessment Engine</a:t>
                      </a:r>
                    </a:p>
                    <a:p>
                      <a:pPr marL="0" algn="l" defTabSz="1079906" rtl="0" eaLnBrk="1" latinLnBrk="0" hangingPunct="1"/>
                      <a:r>
                        <a:rPr lang="en-GB" sz="1400" kern="1200" noProof="0" dirty="0">
                          <a:solidFill>
                            <a:schemeClr val="bg1"/>
                          </a:solidFill>
                          <a:effectLst/>
                          <a:latin typeface="+mn-lt"/>
                          <a:ea typeface="+mn-ea"/>
                          <a:cs typeface="+mn-cs"/>
                        </a:rPr>
                        <a:t>- Land‑Use Mapping Subsystem</a:t>
                      </a:r>
                    </a:p>
                    <a:p>
                      <a:pPr marL="0" algn="l" defTabSz="1079906" rtl="0" eaLnBrk="1" latinLnBrk="0" hangingPunct="1"/>
                      <a:r>
                        <a:rPr lang="en-GB" sz="1400" kern="1200" noProof="0" dirty="0">
                          <a:solidFill>
                            <a:schemeClr val="bg1"/>
                          </a:solidFill>
                          <a:effectLst/>
                          <a:latin typeface="+mn-lt"/>
                          <a:ea typeface="+mn-ea"/>
                          <a:cs typeface="+mn-cs"/>
                        </a:rPr>
                        <a:t>- Ecological Connectivity Monitor</a:t>
                      </a:r>
                    </a:p>
                  </a:txBody>
                  <a:tcPr>
                    <a:solidFill>
                      <a:srgbClr val="2E7D32"/>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Biodiversity Visualiser</a:t>
                      </a:r>
                    </a:p>
                    <a:p>
                      <a:pPr marL="0" algn="l" defTabSz="1079906" rtl="0" eaLnBrk="1" latinLnBrk="0" hangingPunct="1"/>
                      <a:r>
                        <a:rPr lang="en-GB" sz="1400" kern="1200" noProof="0" dirty="0">
                          <a:solidFill>
                            <a:schemeClr val="bg1"/>
                          </a:solidFill>
                          <a:effectLst/>
                          <a:latin typeface="+mn-lt"/>
                          <a:ea typeface="+mn-ea"/>
                          <a:cs typeface="+mn-cs"/>
                        </a:rPr>
                        <a:t>- Habitat Mapping Toolkit</a:t>
                      </a:r>
                    </a:p>
                    <a:p>
                      <a:pPr marL="0" algn="l" defTabSz="1079906" rtl="0" eaLnBrk="1" latinLnBrk="0" hangingPunct="1"/>
                      <a:r>
                        <a:rPr lang="en-GB" sz="1400" kern="1200" noProof="0" dirty="0">
                          <a:solidFill>
                            <a:schemeClr val="bg1"/>
                          </a:solidFill>
                          <a:effectLst/>
                          <a:latin typeface="+mn-lt"/>
                          <a:ea typeface="+mn-ea"/>
                          <a:cs typeface="+mn-cs"/>
                        </a:rPr>
                        <a:t>- Species Risk Tools</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2E7D32"/>
                    </a:solidFill>
                  </a:tcPr>
                </a:tc>
                <a:tc vMerge="1">
                  <a:txBody>
                    <a:bodyPr/>
                    <a:lstStyle/>
                    <a:p>
                      <a:endParaRPr/>
                    </a:p>
                  </a:txBody>
                  <a:tcPr>
                    <a:solidFill>
                      <a:srgbClr val="E8A9A9"/>
                    </a:solidFill>
                  </a:tcPr>
                </a:tc>
                <a:extLst>
                  <a:ext uri="{0D108BD9-81ED-4DB2-BD59-A6C34878D82A}">
                    <a16:rowId xmlns:a16="http://schemas.microsoft.com/office/drawing/2014/main" val="4189637918"/>
                  </a:ext>
                </a:extLst>
              </a:tr>
              <a:tr h="1084379">
                <a:tc>
                  <a:txBody>
                    <a:bodyPr/>
                    <a:lstStyle/>
                    <a:p>
                      <a:r>
                        <a:rPr lang="en-GB" sz="1400" kern="1200" noProof="0" dirty="0">
                          <a:solidFill>
                            <a:schemeClr val="bg1"/>
                          </a:solidFill>
                          <a:effectLst/>
                          <a:latin typeface="+mn-lt"/>
                          <a:ea typeface="+mn-ea"/>
                          <a:cs typeface="+mn-cs"/>
                        </a:rPr>
                        <a:t>Ecosystem Services</a:t>
                      </a:r>
                    </a:p>
                    <a:p>
                      <a:pPr marL="0" algn="l" defTabSz="1079906" rtl="0" eaLnBrk="1" latinLnBrk="0" hangingPunct="1"/>
                      <a:endParaRPr lang="en-GB" sz="1400" kern="1200" noProof="0" dirty="0">
                        <a:solidFill>
                          <a:schemeClr val="bg1"/>
                        </a:solidFill>
                        <a:latin typeface="+mn-lt"/>
                        <a:ea typeface="+mn-ea"/>
                        <a:cs typeface="+mn-cs"/>
                      </a:endParaRPr>
                    </a:p>
                  </a:txBody>
                  <a:tcPr>
                    <a:solidFill>
                      <a:srgbClr val="2E7D32"/>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Ecosystem Service Valuation Engine</a:t>
                      </a:r>
                    </a:p>
                    <a:p>
                      <a:pPr marL="0" algn="l" defTabSz="1079906" rtl="0" eaLnBrk="1" latinLnBrk="0" hangingPunct="1"/>
                      <a:r>
                        <a:rPr lang="en-GB" sz="1400" kern="1200" noProof="0" dirty="0">
                          <a:solidFill>
                            <a:schemeClr val="bg1"/>
                          </a:solidFill>
                          <a:effectLst/>
                          <a:latin typeface="+mn-lt"/>
                          <a:ea typeface="+mn-ea"/>
                          <a:cs typeface="+mn-cs"/>
                        </a:rPr>
                        <a:t>- Resource Flow Mapping Subsystem</a:t>
                      </a:r>
                    </a:p>
                    <a:p>
                      <a:pPr marL="0" algn="l" defTabSz="1079906" rtl="0" eaLnBrk="1" latinLnBrk="0" hangingPunct="1"/>
                      <a:r>
                        <a:rPr lang="en-GB" sz="1400" kern="1200" noProof="0" dirty="0">
                          <a:solidFill>
                            <a:schemeClr val="bg1"/>
                          </a:solidFill>
                          <a:effectLst/>
                          <a:latin typeface="+mn-lt"/>
                          <a:ea typeface="+mn-ea"/>
                          <a:cs typeface="+mn-cs"/>
                        </a:rPr>
                        <a:t>- Natural Capital Accounting Engine</a:t>
                      </a:r>
                    </a:p>
                    <a:p>
                      <a:pPr marL="0" algn="l" defTabSz="1079906" rtl="0" eaLnBrk="1" latinLnBrk="0" hangingPunct="1"/>
                      <a:r>
                        <a:rPr lang="en-GB" sz="1400" kern="1200" noProof="0" dirty="0">
                          <a:solidFill>
                            <a:schemeClr val="bg1"/>
                          </a:solidFill>
                          <a:effectLst/>
                          <a:latin typeface="+mn-lt"/>
                          <a:ea typeface="+mn-ea"/>
                          <a:cs typeface="+mn-cs"/>
                        </a:rPr>
                        <a:t>- Ecosystem Health Monitor</a:t>
                      </a:r>
                    </a:p>
                    <a:p>
                      <a:pPr marL="0" algn="l" defTabSz="1079906" rtl="0" eaLnBrk="1" latinLnBrk="0" hangingPunct="1"/>
                      <a:r>
                        <a:rPr lang="en-GB" sz="1400" kern="1200" noProof="0" dirty="0">
                          <a:solidFill>
                            <a:schemeClr val="bg1"/>
                          </a:solidFill>
                          <a:effectLst/>
                          <a:latin typeface="+mn-lt"/>
                          <a:ea typeface="+mn-ea"/>
                          <a:cs typeface="+mn-cs"/>
                        </a:rPr>
                        <a:t>- Service Dependency Scanner</a:t>
                      </a:r>
                    </a:p>
                  </a:txBody>
                  <a:tcPr>
                    <a:solidFill>
                      <a:srgbClr val="2E7D32"/>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Natural Capital Dashboard</a:t>
                      </a:r>
                    </a:p>
                    <a:p>
                      <a:pPr marL="0" algn="l" defTabSz="1079906" rtl="0" eaLnBrk="1" latinLnBrk="0" hangingPunct="1"/>
                      <a:r>
                        <a:rPr lang="en-GB" sz="1400" kern="1200" noProof="0" dirty="0">
                          <a:solidFill>
                            <a:schemeClr val="bg1"/>
                          </a:solidFill>
                          <a:effectLst/>
                          <a:latin typeface="+mn-lt"/>
                          <a:ea typeface="+mn-ea"/>
                          <a:cs typeface="+mn-cs"/>
                        </a:rPr>
                        <a:t>- Ecosystem Service Valuation Tools</a:t>
                      </a:r>
                    </a:p>
                    <a:p>
                      <a:pPr marL="0" algn="l" defTabSz="1079906" rtl="0" eaLnBrk="1" latinLnBrk="0" hangingPunct="1"/>
                      <a:r>
                        <a:rPr lang="en-GB" sz="1400" kern="1200" noProof="0" dirty="0">
                          <a:solidFill>
                            <a:schemeClr val="bg1"/>
                          </a:solidFill>
                          <a:effectLst/>
                          <a:latin typeface="+mn-lt"/>
                          <a:ea typeface="+mn-ea"/>
                          <a:cs typeface="+mn-cs"/>
                        </a:rPr>
                        <a:t>- Resource Flow Visualiser</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2E7D32"/>
                    </a:solidFill>
                  </a:tcPr>
                </a:tc>
                <a:tc vMerge="1">
                  <a:txBody>
                    <a:bodyPr/>
                    <a:lstStyle/>
                    <a:p>
                      <a:endParaRPr/>
                    </a:p>
                  </a:txBody>
                  <a:tcPr>
                    <a:solidFill>
                      <a:srgbClr val="E8A9A9"/>
                    </a:solidFill>
                  </a:tcPr>
                </a:tc>
                <a:extLst>
                  <a:ext uri="{0D108BD9-81ED-4DB2-BD59-A6C34878D82A}">
                    <a16:rowId xmlns:a16="http://schemas.microsoft.com/office/drawing/2014/main" val="3847293035"/>
                  </a:ext>
                </a:extLst>
              </a:tr>
              <a:tr h="0">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400" kern="1200" noProof="0" dirty="0">
                          <a:solidFill>
                            <a:schemeClr val="bg1"/>
                          </a:solidFill>
                          <a:effectLst/>
                          <a:latin typeface="+mn-lt"/>
                          <a:ea typeface="+mn-ea"/>
                          <a:cs typeface="+mn-cs"/>
                        </a:rPr>
                        <a:t>Planetary Boundaries</a:t>
                      </a:r>
                    </a:p>
                    <a:p>
                      <a:pPr marL="0" algn="l" defTabSz="1079906" rtl="0" eaLnBrk="1" latinLnBrk="0" hangingPunct="1"/>
                      <a:endParaRPr lang="en-GB" sz="1400" kern="1200" noProof="0" dirty="0">
                        <a:solidFill>
                          <a:schemeClr val="bg1"/>
                        </a:solidFill>
                        <a:latin typeface="+mn-lt"/>
                        <a:ea typeface="+mn-ea"/>
                        <a:cs typeface="+mn-cs"/>
                      </a:endParaRPr>
                    </a:p>
                  </a:txBody>
                  <a:tcPr>
                    <a:solidFill>
                      <a:srgbClr val="2E7D32"/>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Boundary Threshold Monitor</a:t>
                      </a:r>
                    </a:p>
                    <a:p>
                      <a:pPr marL="0" algn="l" defTabSz="1079906" rtl="0" eaLnBrk="1" latinLnBrk="0" hangingPunct="1"/>
                      <a:r>
                        <a:rPr lang="en-GB" sz="1400" kern="1200" noProof="0" dirty="0">
                          <a:solidFill>
                            <a:schemeClr val="bg1"/>
                          </a:solidFill>
                          <a:effectLst/>
                          <a:latin typeface="+mn-lt"/>
                          <a:ea typeface="+mn-ea"/>
                          <a:cs typeface="+mn-cs"/>
                        </a:rPr>
                        <a:t>- Earth‑System Stress Scanner</a:t>
                      </a:r>
                    </a:p>
                    <a:p>
                      <a:pPr marL="0" algn="l" defTabSz="1079906" rtl="0" eaLnBrk="1" latinLnBrk="0" hangingPunct="1"/>
                      <a:r>
                        <a:rPr lang="en-GB" sz="1400" kern="1200" noProof="0" dirty="0">
                          <a:solidFill>
                            <a:schemeClr val="bg1"/>
                          </a:solidFill>
                          <a:effectLst/>
                          <a:latin typeface="+mn-lt"/>
                          <a:ea typeface="+mn-ea"/>
                          <a:cs typeface="+mn-cs"/>
                        </a:rPr>
                        <a:t>- Boundary Risk Assessment Engine</a:t>
                      </a:r>
                    </a:p>
                    <a:p>
                      <a:pPr marL="0" algn="l" defTabSz="1079906" rtl="0" eaLnBrk="1" latinLnBrk="0" hangingPunct="1"/>
                      <a:r>
                        <a:rPr lang="en-GB" sz="1400" kern="1200" noProof="0" dirty="0">
                          <a:solidFill>
                            <a:schemeClr val="bg1"/>
                          </a:solidFill>
                          <a:effectLst/>
                          <a:latin typeface="+mn-lt"/>
                          <a:ea typeface="+mn-ea"/>
                          <a:cs typeface="+mn-cs"/>
                        </a:rPr>
                        <a:t>- Overshoot Detection Subsystem</a:t>
                      </a:r>
                    </a:p>
                    <a:p>
                      <a:pPr marL="0" algn="l" defTabSz="1079906" rtl="0" eaLnBrk="1" latinLnBrk="0" hangingPunct="1"/>
                      <a:r>
                        <a:rPr lang="en-GB" sz="1400" kern="1200" noProof="0" dirty="0">
                          <a:solidFill>
                            <a:schemeClr val="bg1"/>
                          </a:solidFill>
                          <a:effectLst/>
                          <a:latin typeface="+mn-lt"/>
                          <a:ea typeface="+mn-ea"/>
                          <a:cs typeface="+mn-cs"/>
                        </a:rPr>
                        <a:t>- Regenerative Capacity Monitor</a:t>
                      </a:r>
                    </a:p>
                  </a:txBody>
                  <a:tcPr>
                    <a:solidFill>
                      <a:srgbClr val="2E7D32"/>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Boundary Status Dashboard</a:t>
                      </a:r>
                    </a:p>
                    <a:p>
                      <a:pPr marL="0" algn="l" defTabSz="1079906" rtl="0" eaLnBrk="1" latinLnBrk="0" hangingPunct="1"/>
                      <a:r>
                        <a:rPr lang="en-GB" sz="1400" kern="1200" noProof="0" dirty="0">
                          <a:solidFill>
                            <a:schemeClr val="bg1"/>
                          </a:solidFill>
                          <a:effectLst/>
                          <a:latin typeface="+mn-lt"/>
                          <a:ea typeface="+mn-ea"/>
                          <a:cs typeface="+mn-cs"/>
                        </a:rPr>
                        <a:t>- Overshoot Analysis Toolkit</a:t>
                      </a:r>
                    </a:p>
                    <a:p>
                      <a:pPr marL="0" algn="l" defTabSz="1079906" rtl="0" eaLnBrk="1" latinLnBrk="0" hangingPunct="1"/>
                      <a:r>
                        <a:rPr lang="en-GB" sz="1400" kern="1200" noProof="0" dirty="0">
                          <a:solidFill>
                            <a:schemeClr val="bg1"/>
                          </a:solidFill>
                          <a:effectLst/>
                          <a:latin typeface="+mn-lt"/>
                          <a:ea typeface="+mn-ea"/>
                          <a:cs typeface="+mn-cs"/>
                        </a:rPr>
                        <a:t>- Regenerative Capacity Tools</a:t>
                      </a:r>
                    </a:p>
                  </a:txBody>
                  <a:tcPr>
                    <a:solidFill>
                      <a:srgbClr val="2E7D32"/>
                    </a:solidFill>
                  </a:tcPr>
                </a:tc>
                <a:tc vMerge="1">
                  <a:txBody>
                    <a:bodyPr/>
                    <a:lstStyle/>
                    <a:p>
                      <a:endParaRPr lang="en-GB" sz="1600" dirty="0">
                        <a:latin typeface="+mn-lt"/>
                      </a:endParaRPr>
                    </a:p>
                  </a:txBody>
                  <a:tcPr>
                    <a:solidFill>
                      <a:srgbClr val="E8A9A9"/>
                    </a:solidFill>
                  </a:tcPr>
                </a:tc>
                <a:extLst>
                  <a:ext uri="{0D108BD9-81ED-4DB2-BD59-A6C34878D82A}">
                    <a16:rowId xmlns:a16="http://schemas.microsoft.com/office/drawing/2014/main" val="3825252355"/>
                  </a:ext>
                </a:extLst>
              </a:tr>
            </a:tbl>
          </a:graphicData>
        </a:graphic>
      </p:graphicFrame>
      <p:sp>
        <p:nvSpPr>
          <p:cNvPr id="6" name="TextBox 5">
            <a:extLst>
              <a:ext uri="{FF2B5EF4-FFF2-40B4-BE49-F238E27FC236}">
                <a16:creationId xmlns:a16="http://schemas.microsoft.com/office/drawing/2014/main" id="{F21E3EE9-B8DC-C74F-6EF1-40CFCCB5D9A2}"/>
              </a:ext>
            </a:extLst>
          </p:cNvPr>
          <p:cNvSpPr txBox="1"/>
          <p:nvPr/>
        </p:nvSpPr>
        <p:spPr>
          <a:xfrm>
            <a:off x="12745615" y="261428"/>
            <a:ext cx="2982065" cy="7786747"/>
          </a:xfrm>
          <a:prstGeom prst="rect">
            <a:avLst/>
          </a:prstGeom>
          <a:noFill/>
        </p:spPr>
        <p:txBody>
          <a:bodyPr wrap="square" rtlCol="0">
            <a:spAutoFit/>
          </a:bodyPr>
          <a:lstStyle/>
          <a:p>
            <a:r>
              <a:rPr lang="en-GB" sz="1600" b="1" noProof="0" dirty="0"/>
              <a:t>6. Notes / Design Intent</a:t>
            </a:r>
            <a:br>
              <a:rPr lang="en-GB" sz="1600" noProof="0" dirty="0"/>
            </a:br>
            <a:r>
              <a:rPr lang="en-GB" noProof="0" dirty="0"/>
              <a:t>Cross‑cutting:</a:t>
            </a:r>
          </a:p>
          <a:p>
            <a:r>
              <a:rPr lang="en-GB" noProof="0" dirty="0"/>
              <a:t>- Planetary systems define the physical limits within which </a:t>
            </a:r>
            <a:r>
              <a:rPr lang="en-GB" noProof="0" dirty="0" err="1"/>
              <a:t>CivOS</a:t>
            </a:r>
            <a:r>
              <a:rPr lang="en-GB" noProof="0" dirty="0"/>
              <a:t> operates.</a:t>
            </a:r>
          </a:p>
          <a:p>
            <a:r>
              <a:rPr lang="en-GB" noProof="0" dirty="0"/>
              <a:t>- Ecological signals shape governance, risk, incentives, and resource planning.</a:t>
            </a:r>
          </a:p>
          <a:p>
            <a:r>
              <a:rPr lang="en-GB" noProof="0" dirty="0"/>
              <a:t>- Ecosystem services and planetary boundaries provide non‑negotiable constraints.</a:t>
            </a:r>
          </a:p>
          <a:p>
            <a:endParaRPr lang="en-GB" noProof="0" dirty="0"/>
          </a:p>
          <a:p>
            <a:r>
              <a:rPr lang="en-GB" noProof="0" dirty="0"/>
              <a:t>Design intent:</a:t>
            </a:r>
          </a:p>
          <a:p>
            <a:r>
              <a:rPr lang="en-GB" noProof="0" dirty="0"/>
              <a:t>- Climate Systems track atmospheric and emissions dynamics.</a:t>
            </a:r>
          </a:p>
          <a:p>
            <a:r>
              <a:rPr lang="en-GB" noProof="0" dirty="0"/>
              <a:t>- Land &amp; Biodiversity monitors ecological health and species stability.</a:t>
            </a:r>
          </a:p>
          <a:p>
            <a:r>
              <a:rPr lang="en-GB" noProof="0" dirty="0"/>
              <a:t>- Ecosystem Services quantify the value and flows of natural systems.</a:t>
            </a:r>
          </a:p>
          <a:p>
            <a:r>
              <a:rPr lang="en-GB" noProof="0" dirty="0"/>
              <a:t>- Planetary Boundaries define safe operating limits for civilisation.</a:t>
            </a:r>
          </a:p>
          <a:p>
            <a:endParaRPr lang="en-GB" sz="1600" noProof="0" dirty="0"/>
          </a:p>
        </p:txBody>
      </p:sp>
      <p:pic>
        <p:nvPicPr>
          <p:cNvPr id="8" name="Picture 7">
            <a:hlinkClick r:id="rId3" action="ppaction://hlinksldjump"/>
            <a:extLst>
              <a:ext uri="{FF2B5EF4-FFF2-40B4-BE49-F238E27FC236}">
                <a16:creationId xmlns:a16="http://schemas.microsoft.com/office/drawing/2014/main" id="{F55D54A2-D5E5-71F3-6032-AE3F2A039D85}"/>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26434242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35419-0E9E-F37F-9309-BE15D5322E2B}"/>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9E12D47F-BD87-1FB2-C75D-0F0A56FA89F3}"/>
              </a:ext>
            </a:extLst>
          </p:cNvPr>
          <p:cNvSpPr>
            <a:spLocks noGrp="1"/>
          </p:cNvSpPr>
          <p:nvPr>
            <p:ph type="title"/>
          </p:nvPr>
        </p:nvSpPr>
        <p:spPr>
          <a:xfrm>
            <a:off x="-1" y="7745168"/>
            <a:ext cx="15840075" cy="352976"/>
          </a:xfrm>
          <a:solidFill>
            <a:srgbClr val="6A1B9A"/>
          </a:solidFill>
          <a:ln w="31750"/>
        </p:spPr>
        <p:style>
          <a:lnRef idx="2">
            <a:schemeClr val="accent1">
              <a:shade val="15000"/>
            </a:schemeClr>
          </a:lnRef>
          <a:fillRef idx="1">
            <a:schemeClr val="accent1"/>
          </a:fillRef>
          <a:effectRef idx="0">
            <a:schemeClr val="accent1"/>
          </a:effectRef>
          <a:fontRef idx="minor">
            <a:schemeClr val="lt1"/>
          </a:fontRef>
        </p:style>
        <p:txBody>
          <a:bodyPr vert="horz" rtlCol="0" anchor="ctr">
            <a:normAutofit/>
          </a:bodyPr>
          <a:lstStyle/>
          <a:p>
            <a:pPr defTabSz="457200"/>
            <a:r>
              <a:rPr lang="en-GB" sz="1800" b="1" noProof="0" dirty="0">
                <a:solidFill>
                  <a:schemeClr val="bg1"/>
                </a:solidFill>
              </a:rPr>
              <a:t>8. Meta-integration</a:t>
            </a:r>
          </a:p>
        </p:txBody>
      </p:sp>
      <p:graphicFrame>
        <p:nvGraphicFramePr>
          <p:cNvPr id="5" name="Table 4">
            <a:extLst>
              <a:ext uri="{FF2B5EF4-FFF2-40B4-BE49-F238E27FC236}">
                <a16:creationId xmlns:a16="http://schemas.microsoft.com/office/drawing/2014/main" id="{D10FB79B-8898-AEDB-A573-FD6F8BF9352C}"/>
              </a:ext>
            </a:extLst>
          </p:cNvPr>
          <p:cNvGraphicFramePr>
            <a:graphicFrameLocks noGrp="1"/>
          </p:cNvGraphicFramePr>
          <p:nvPr>
            <p:extLst>
              <p:ext uri="{D42A27DB-BD31-4B8C-83A1-F6EECF244321}">
                <p14:modId xmlns:p14="http://schemas.microsoft.com/office/powerpoint/2010/main" val="3359486749"/>
              </p:ext>
            </p:extLst>
          </p:nvPr>
        </p:nvGraphicFramePr>
        <p:xfrm>
          <a:off x="279919" y="261428"/>
          <a:ext cx="12316408" cy="6083047"/>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bg1"/>
                          </a:solidFill>
                        </a:rPr>
                        <a:t>Module</a:t>
                      </a:r>
                    </a:p>
                  </a:txBody>
                  <a:tcPr>
                    <a:solidFill>
                      <a:srgbClr val="6A1B9A"/>
                    </a:solidFill>
                  </a:tcPr>
                </a:tc>
                <a:tc>
                  <a:txBody>
                    <a:bodyPr/>
                    <a:lstStyle/>
                    <a:p>
                      <a:r>
                        <a:rPr lang="en-GB" sz="1600" b="1" noProof="0" dirty="0">
                          <a:solidFill>
                            <a:schemeClr val="bg1"/>
                          </a:solidFill>
                        </a:rPr>
                        <a:t>L3</a:t>
                      </a:r>
                      <a:r>
                        <a:rPr lang="en-GB" sz="1600" b="1" baseline="0" noProof="0" dirty="0">
                          <a:solidFill>
                            <a:schemeClr val="bg1"/>
                          </a:solidFill>
                        </a:rPr>
                        <a:t> Subsystems </a:t>
                      </a:r>
                      <a:endParaRPr lang="en-GB" sz="1600" b="1" noProof="0" dirty="0">
                        <a:solidFill>
                          <a:schemeClr val="bg1"/>
                        </a:solidFill>
                      </a:endParaRPr>
                    </a:p>
                  </a:txBody>
                  <a:tcPr>
                    <a:solidFill>
                      <a:srgbClr val="6A1B9A"/>
                    </a:solidFill>
                  </a:tcPr>
                </a:tc>
                <a:tc>
                  <a:txBody>
                    <a:bodyPr/>
                    <a:lstStyle/>
                    <a:p>
                      <a:r>
                        <a:rPr lang="en-GB" sz="1600" b="1" noProof="0" dirty="0">
                          <a:solidFill>
                            <a:schemeClr val="bg1"/>
                          </a:solidFill>
                        </a:rPr>
                        <a:t>L4 Instruments</a:t>
                      </a:r>
                    </a:p>
                  </a:txBody>
                  <a:tcPr>
                    <a:solidFill>
                      <a:srgbClr val="6A1B9A"/>
                    </a:solidFill>
                  </a:tcPr>
                </a:tc>
                <a:tc>
                  <a:txBody>
                    <a:bodyPr/>
                    <a:lstStyle/>
                    <a:p>
                      <a:r>
                        <a:rPr lang="en-GB" sz="1600" b="1" noProof="0" dirty="0">
                          <a:solidFill>
                            <a:schemeClr val="bg1"/>
                          </a:solidFill>
                        </a:rPr>
                        <a:t>L5 Interfaces</a:t>
                      </a:r>
                    </a:p>
                  </a:txBody>
                  <a:tcPr>
                    <a:solidFill>
                      <a:srgbClr val="6A1B9A"/>
                    </a:solidFill>
                  </a:tcPr>
                </a:tc>
                <a:extLst>
                  <a:ext uri="{0D108BD9-81ED-4DB2-BD59-A6C34878D82A}">
                    <a16:rowId xmlns:a16="http://schemas.microsoft.com/office/drawing/2014/main" val="3650292869"/>
                  </a:ext>
                </a:extLst>
              </a:tr>
              <a:tr h="1001205">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400" kern="1200" noProof="0" dirty="0">
                          <a:solidFill>
                            <a:schemeClr val="bg1"/>
                          </a:solidFill>
                          <a:effectLst/>
                          <a:latin typeface="+mn-lt"/>
                          <a:ea typeface="+mn-ea"/>
                          <a:cs typeface="+mn-cs"/>
                        </a:rPr>
                        <a:t>Cross‑System Integration</a:t>
                      </a:r>
                    </a:p>
                    <a:p>
                      <a:pPr marL="0" marR="0" lvl="0" indent="0" algn="l" defTabSz="1079906" rtl="0" eaLnBrk="1" fontAlgn="auto" latinLnBrk="0" hangingPunct="1">
                        <a:lnSpc>
                          <a:spcPct val="100000"/>
                        </a:lnSpc>
                        <a:spcBef>
                          <a:spcPts val="0"/>
                        </a:spcBef>
                        <a:spcAft>
                          <a:spcPts val="0"/>
                        </a:spcAft>
                        <a:buClrTx/>
                        <a:buSzTx/>
                        <a:buFontTx/>
                        <a:buNone/>
                        <a:tabLst/>
                        <a:defRPr/>
                      </a:pPr>
                      <a:endParaRPr lang="en-GB" sz="1400" kern="1200" noProof="0" dirty="0">
                        <a:solidFill>
                          <a:schemeClr val="bg1"/>
                        </a:solidFill>
                        <a:effectLst/>
                        <a:latin typeface="+mn-lt"/>
                        <a:ea typeface="+mn-ea"/>
                        <a:cs typeface="+mn-cs"/>
                      </a:endParaRPr>
                    </a:p>
                  </a:txBody>
                  <a:tcPr>
                    <a:solidFill>
                      <a:srgbClr val="6A1B9A"/>
                    </a:solidFill>
                  </a:tcPr>
                </a:tc>
                <a:tc>
                  <a:txBody>
                    <a:bodyPr/>
                    <a:lstStyle/>
                    <a:p>
                      <a:r>
                        <a:rPr lang="en-GB" sz="1400" kern="1200" noProof="0" dirty="0">
                          <a:solidFill>
                            <a:schemeClr val="bg1"/>
                          </a:solidFill>
                          <a:effectLst/>
                          <a:latin typeface="+mn-lt"/>
                          <a:ea typeface="+mn-ea"/>
                          <a:cs typeface="+mn-cs"/>
                        </a:rPr>
                        <a:t>- Integration Orchestration Engine</a:t>
                      </a:r>
                    </a:p>
                    <a:p>
                      <a:r>
                        <a:rPr lang="en-GB" sz="1400" kern="1200" noProof="0" dirty="0">
                          <a:solidFill>
                            <a:schemeClr val="bg1"/>
                          </a:solidFill>
                          <a:effectLst/>
                          <a:latin typeface="+mn-lt"/>
                          <a:ea typeface="+mn-ea"/>
                          <a:cs typeface="+mn-cs"/>
                        </a:rPr>
                        <a:t>- Cross‑Family Data Exchange Subsystem</a:t>
                      </a:r>
                    </a:p>
                    <a:p>
                      <a:r>
                        <a:rPr lang="en-GB" sz="1400" kern="1200" noProof="0" dirty="0">
                          <a:solidFill>
                            <a:schemeClr val="bg1"/>
                          </a:solidFill>
                          <a:effectLst/>
                          <a:latin typeface="+mn-lt"/>
                          <a:ea typeface="+mn-ea"/>
                          <a:cs typeface="+mn-cs"/>
                        </a:rPr>
                        <a:t>- Interoperability Routing Layer</a:t>
                      </a:r>
                    </a:p>
                    <a:p>
                      <a:r>
                        <a:rPr lang="en-GB" sz="1400" kern="1200" noProof="0" dirty="0">
                          <a:solidFill>
                            <a:schemeClr val="bg1"/>
                          </a:solidFill>
                          <a:effectLst/>
                          <a:latin typeface="+mn-lt"/>
                          <a:ea typeface="+mn-ea"/>
                          <a:cs typeface="+mn-cs"/>
                        </a:rPr>
                        <a:t>- Multi‑Domain Synchronisation Engine</a:t>
                      </a:r>
                    </a:p>
                    <a:p>
                      <a:r>
                        <a:rPr lang="en-GB" sz="1400" kern="1200" noProof="0" dirty="0">
                          <a:solidFill>
                            <a:schemeClr val="bg1"/>
                          </a:solidFill>
                          <a:effectLst/>
                          <a:latin typeface="+mn-lt"/>
                          <a:ea typeface="+mn-ea"/>
                          <a:cs typeface="+mn-cs"/>
                        </a:rPr>
                        <a:t>- Integration Health Monitor</a:t>
                      </a:r>
                    </a:p>
                  </a:txBody>
                  <a:tcPr>
                    <a:solidFill>
                      <a:srgbClr val="6A1B9A"/>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Integration Dashboard</a:t>
                      </a:r>
                    </a:p>
                    <a:p>
                      <a:pPr marL="0" algn="l" defTabSz="1079906" rtl="0" eaLnBrk="1" latinLnBrk="0" hangingPunct="1"/>
                      <a:r>
                        <a:rPr lang="en-GB" sz="1400" kern="1200" noProof="0" dirty="0">
                          <a:solidFill>
                            <a:schemeClr val="bg1"/>
                          </a:solidFill>
                          <a:effectLst/>
                          <a:latin typeface="+mn-lt"/>
                          <a:ea typeface="+mn-ea"/>
                          <a:cs typeface="+mn-cs"/>
                        </a:rPr>
                        <a:t>- Interoperability Toolkit</a:t>
                      </a:r>
                    </a:p>
                    <a:p>
                      <a:pPr marL="0" algn="l" defTabSz="1079906" rtl="0" eaLnBrk="1" latinLnBrk="0" hangingPunct="1"/>
                      <a:r>
                        <a:rPr lang="en-GB" sz="1400" kern="1200" noProof="0" dirty="0">
                          <a:solidFill>
                            <a:schemeClr val="bg1"/>
                          </a:solidFill>
                          <a:effectLst/>
                          <a:latin typeface="+mn-lt"/>
                          <a:ea typeface="+mn-ea"/>
                          <a:cs typeface="+mn-cs"/>
                        </a:rPr>
                        <a:t>- Synchronisation Tools</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6A1B9A"/>
                    </a:solidFill>
                  </a:tcPr>
                </a:tc>
                <a:tc rowSpan="4">
                  <a:txBody>
                    <a:bodyPr/>
                    <a:lstStyle/>
                    <a:p>
                      <a:pPr marL="0" algn="l" defTabSz="1079906" rtl="0" eaLnBrk="1" latinLnBrk="0" hangingPunct="1"/>
                      <a:r>
                        <a:rPr lang="en-GB" sz="1400" kern="1200" noProof="0" dirty="0">
                          <a:solidFill>
                            <a:schemeClr val="bg1"/>
                          </a:solidFill>
                          <a:effectLst/>
                          <a:latin typeface="+mn-lt"/>
                          <a:ea typeface="+mn-ea"/>
                          <a:cs typeface="+mn-cs"/>
                        </a:rPr>
                        <a:t>- Meta‑Integration → Governance (cross‑system mandate alignment)</a:t>
                      </a:r>
                    </a:p>
                    <a:p>
                      <a:pPr marL="0" algn="l" defTabSz="1079906" rtl="0" eaLnBrk="1" latinLnBrk="0" hangingPunct="1"/>
                      <a:r>
                        <a:rPr lang="en-GB" sz="1400" kern="1200" noProof="0" dirty="0">
                          <a:solidFill>
                            <a:schemeClr val="bg1"/>
                          </a:solidFill>
                          <a:effectLst/>
                          <a:latin typeface="+mn-lt"/>
                          <a:ea typeface="+mn-ea"/>
                          <a:cs typeface="+mn-cs"/>
                        </a:rPr>
                        <a:t>- Meta‑Integration → Risk (systemic vulnerability mapping)</a:t>
                      </a:r>
                    </a:p>
                    <a:p>
                      <a:pPr marL="0" algn="l" defTabSz="1079906" rtl="0" eaLnBrk="1" latinLnBrk="0" hangingPunct="1"/>
                      <a:r>
                        <a:rPr lang="en-GB" sz="1400" kern="1200" noProof="0" dirty="0">
                          <a:solidFill>
                            <a:schemeClr val="bg1"/>
                          </a:solidFill>
                          <a:effectLst/>
                          <a:latin typeface="+mn-lt"/>
                          <a:ea typeface="+mn-ea"/>
                          <a:cs typeface="+mn-cs"/>
                        </a:rPr>
                        <a:t>- Meta‑Integration → Data (semantic and structural integration)</a:t>
                      </a:r>
                    </a:p>
                    <a:p>
                      <a:pPr marL="0" algn="l" defTabSz="1079906" rtl="0" eaLnBrk="1" latinLnBrk="0" hangingPunct="1"/>
                      <a:r>
                        <a:rPr lang="en-GB" sz="1400" kern="1200" noProof="0" dirty="0">
                          <a:solidFill>
                            <a:schemeClr val="bg1"/>
                          </a:solidFill>
                          <a:effectLst/>
                          <a:latin typeface="+mn-lt"/>
                          <a:ea typeface="+mn-ea"/>
                          <a:cs typeface="+mn-cs"/>
                        </a:rPr>
                        <a:t>- Meta‑Integration → Incentives (cross‑system behavioural dependencies)</a:t>
                      </a:r>
                    </a:p>
                    <a:p>
                      <a:pPr marL="0" algn="l" defTabSz="1079906" rtl="0" eaLnBrk="1" latinLnBrk="0" hangingPunct="1"/>
                      <a:r>
                        <a:rPr lang="en-GB" sz="1400" kern="1200" noProof="0" dirty="0">
                          <a:solidFill>
                            <a:schemeClr val="bg1"/>
                          </a:solidFill>
                          <a:effectLst/>
                          <a:latin typeface="+mn-lt"/>
                          <a:ea typeface="+mn-ea"/>
                          <a:cs typeface="+mn-cs"/>
                        </a:rPr>
                        <a:t>- Meta‑Integration → Infrastructure (resource and continuity chains)</a:t>
                      </a:r>
                    </a:p>
                    <a:p>
                      <a:pPr marL="0" algn="l" defTabSz="1079906" rtl="0" eaLnBrk="1" latinLnBrk="0" hangingPunct="1"/>
                      <a:r>
                        <a:rPr lang="en-GB" sz="1400" kern="1200" noProof="0" dirty="0">
                          <a:solidFill>
                            <a:schemeClr val="bg1"/>
                          </a:solidFill>
                          <a:effectLst/>
                          <a:latin typeface="+mn-lt"/>
                          <a:ea typeface="+mn-ea"/>
                          <a:cs typeface="+mn-cs"/>
                        </a:rPr>
                        <a:t>- Meta‑Integration → Ecological Systems (planetary dependency mapping)</a:t>
                      </a:r>
                    </a:p>
                    <a:p>
                      <a:pPr marL="0" algn="l" defTabSz="1079906" rtl="0" eaLnBrk="1" latinLnBrk="0" hangingPunct="1"/>
                      <a:r>
                        <a:rPr lang="en-GB" sz="1400" kern="1200" noProof="0" dirty="0">
                          <a:solidFill>
                            <a:schemeClr val="bg1"/>
                          </a:solidFill>
                          <a:effectLst/>
                          <a:latin typeface="+mn-lt"/>
                          <a:ea typeface="+mn-ea"/>
                          <a:cs typeface="+mn-cs"/>
                        </a:rPr>
                        <a:t>- Meta‑Integration → All Families (feedback, dependencies, coherence)</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6A1B9A"/>
                    </a:solidFill>
                  </a:tcPr>
                </a:tc>
                <a:extLst>
                  <a:ext uri="{0D108BD9-81ED-4DB2-BD59-A6C34878D82A}">
                    <a16:rowId xmlns:a16="http://schemas.microsoft.com/office/drawing/2014/main" val="3739774378"/>
                  </a:ext>
                </a:extLst>
              </a:tr>
              <a:tr h="985148">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400" kern="1200" noProof="0" dirty="0">
                          <a:solidFill>
                            <a:schemeClr val="bg1"/>
                          </a:solidFill>
                          <a:effectLst/>
                          <a:latin typeface="+mn-lt"/>
                          <a:ea typeface="+mn-ea"/>
                          <a:cs typeface="+mn-cs"/>
                        </a:rPr>
                        <a:t>Dependency Mapping</a:t>
                      </a:r>
                    </a:p>
                  </a:txBody>
                  <a:tcPr>
                    <a:solidFill>
                      <a:srgbClr val="6A1B9A"/>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Cross‑System Dependency Mapping Engine (CSDM)</a:t>
                      </a:r>
                    </a:p>
                    <a:p>
                      <a:pPr marL="0" algn="l" defTabSz="1079906" rtl="0" eaLnBrk="1" latinLnBrk="0" hangingPunct="1"/>
                      <a:r>
                        <a:rPr lang="en-GB" sz="1400" kern="1200" noProof="0" dirty="0">
                          <a:solidFill>
                            <a:schemeClr val="bg1"/>
                          </a:solidFill>
                          <a:effectLst/>
                          <a:latin typeface="+mn-lt"/>
                          <a:ea typeface="+mn-ea"/>
                          <a:cs typeface="+mn-cs"/>
                        </a:rPr>
                        <a:t>- Dependency Graph Builder</a:t>
                      </a:r>
                    </a:p>
                    <a:p>
                      <a:pPr marL="0" algn="l" defTabSz="1079906" rtl="0" eaLnBrk="1" latinLnBrk="0" hangingPunct="1"/>
                      <a:r>
                        <a:rPr lang="en-GB" sz="1400" kern="1200" noProof="0" dirty="0">
                          <a:solidFill>
                            <a:schemeClr val="bg1"/>
                          </a:solidFill>
                          <a:effectLst/>
                          <a:latin typeface="+mn-lt"/>
                          <a:ea typeface="+mn-ea"/>
                          <a:cs typeface="+mn-cs"/>
                        </a:rPr>
                        <a:t>- Interdependency Scanner</a:t>
                      </a:r>
                    </a:p>
                    <a:p>
                      <a:pPr marL="0" algn="l" defTabSz="1079906" rtl="0" eaLnBrk="1" latinLnBrk="0" hangingPunct="1"/>
                      <a:r>
                        <a:rPr lang="en-GB" sz="1400" kern="1200" noProof="0" dirty="0">
                          <a:solidFill>
                            <a:schemeClr val="bg1"/>
                          </a:solidFill>
                          <a:effectLst/>
                          <a:latin typeface="+mn-lt"/>
                          <a:ea typeface="+mn-ea"/>
                          <a:cs typeface="+mn-cs"/>
                        </a:rPr>
                        <a:t>- Systemic Linkage Monitor</a:t>
                      </a:r>
                    </a:p>
                    <a:p>
                      <a:pPr marL="0" algn="l" defTabSz="1079906" rtl="0" eaLnBrk="1" latinLnBrk="0" hangingPunct="1"/>
                      <a:r>
                        <a:rPr lang="en-GB" sz="1400" kern="1200" noProof="0" dirty="0">
                          <a:solidFill>
                            <a:schemeClr val="bg1"/>
                          </a:solidFill>
                          <a:effectLst/>
                          <a:latin typeface="+mn-lt"/>
                          <a:ea typeface="+mn-ea"/>
                          <a:cs typeface="+mn-cs"/>
                        </a:rPr>
                        <a:t>- Critical Path Mapping Subsystem</a:t>
                      </a:r>
                    </a:p>
                  </a:txBody>
                  <a:tcPr>
                    <a:solidFill>
                      <a:srgbClr val="6A1B9A"/>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CSDM Toolkit</a:t>
                      </a:r>
                    </a:p>
                    <a:p>
                      <a:pPr marL="0" algn="l" defTabSz="1079906" rtl="0" eaLnBrk="1" latinLnBrk="0" hangingPunct="1"/>
                      <a:r>
                        <a:rPr lang="en-GB" sz="1400" kern="1200" noProof="0" dirty="0">
                          <a:solidFill>
                            <a:schemeClr val="bg1"/>
                          </a:solidFill>
                          <a:effectLst/>
                          <a:latin typeface="+mn-lt"/>
                          <a:ea typeface="+mn-ea"/>
                          <a:cs typeface="+mn-cs"/>
                        </a:rPr>
                        <a:t>- Dependency Visualiser</a:t>
                      </a:r>
                    </a:p>
                    <a:p>
                      <a:pPr marL="0" algn="l" defTabSz="1079906" rtl="0" eaLnBrk="1" latinLnBrk="0" hangingPunct="1"/>
                      <a:r>
                        <a:rPr lang="en-GB" sz="1400" kern="1200" noProof="0" dirty="0">
                          <a:solidFill>
                            <a:schemeClr val="bg1"/>
                          </a:solidFill>
                          <a:effectLst/>
                          <a:latin typeface="+mn-lt"/>
                          <a:ea typeface="+mn-ea"/>
                          <a:cs typeface="+mn-cs"/>
                        </a:rPr>
                        <a:t>- Interdependency Analysis Tools</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6A1B9A"/>
                    </a:solidFill>
                  </a:tcPr>
                </a:tc>
                <a:tc vMerge="1">
                  <a:txBody>
                    <a:bodyPr/>
                    <a:lstStyle/>
                    <a:p>
                      <a:endParaRPr/>
                    </a:p>
                  </a:txBody>
                  <a:tcPr>
                    <a:solidFill>
                      <a:srgbClr val="E8A9A9"/>
                    </a:solidFill>
                  </a:tcPr>
                </a:tc>
                <a:extLst>
                  <a:ext uri="{0D108BD9-81ED-4DB2-BD59-A6C34878D82A}">
                    <a16:rowId xmlns:a16="http://schemas.microsoft.com/office/drawing/2014/main" val="4189637918"/>
                  </a:ext>
                </a:extLst>
              </a:tr>
              <a:tr h="1084379">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400" kern="1200" noProof="0" dirty="0">
                          <a:solidFill>
                            <a:schemeClr val="bg1"/>
                          </a:solidFill>
                          <a:effectLst/>
                          <a:latin typeface="+mn-lt"/>
                          <a:ea typeface="+mn-ea"/>
                          <a:cs typeface="+mn-cs"/>
                        </a:rPr>
                        <a:t>Feedback Systems</a:t>
                      </a:r>
                    </a:p>
                  </a:txBody>
                  <a:tcPr>
                    <a:solidFill>
                      <a:srgbClr val="6A1B9A"/>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Cross‑Family Feedback Router</a:t>
                      </a:r>
                    </a:p>
                    <a:p>
                      <a:pPr marL="0" algn="l" defTabSz="1079906" rtl="0" eaLnBrk="1" latinLnBrk="0" hangingPunct="1"/>
                      <a:r>
                        <a:rPr lang="en-GB" sz="1400" kern="1200" noProof="0" dirty="0">
                          <a:solidFill>
                            <a:schemeClr val="bg1"/>
                          </a:solidFill>
                          <a:effectLst/>
                          <a:latin typeface="+mn-lt"/>
                          <a:ea typeface="+mn-ea"/>
                          <a:cs typeface="+mn-cs"/>
                        </a:rPr>
                        <a:t>- Systemic Feedback Loop Engine</a:t>
                      </a:r>
                    </a:p>
                    <a:p>
                      <a:pPr marL="0" algn="l" defTabSz="1079906" rtl="0" eaLnBrk="1" latinLnBrk="0" hangingPunct="1"/>
                      <a:r>
                        <a:rPr lang="en-GB" sz="1400" kern="1200" noProof="0" dirty="0">
                          <a:solidFill>
                            <a:schemeClr val="bg1"/>
                          </a:solidFill>
                          <a:effectLst/>
                          <a:latin typeface="+mn-lt"/>
                          <a:ea typeface="+mn-ea"/>
                          <a:cs typeface="+mn-cs"/>
                        </a:rPr>
                        <a:t>- Multi‑Layer Signal Aggregator</a:t>
                      </a:r>
                    </a:p>
                    <a:p>
                      <a:pPr marL="0" algn="l" defTabSz="1079906" rtl="0" eaLnBrk="1" latinLnBrk="0" hangingPunct="1"/>
                      <a:r>
                        <a:rPr lang="en-GB" sz="1400" kern="1200" noProof="0" dirty="0">
                          <a:solidFill>
                            <a:schemeClr val="bg1"/>
                          </a:solidFill>
                          <a:effectLst/>
                          <a:latin typeface="+mn-lt"/>
                          <a:ea typeface="+mn-ea"/>
                          <a:cs typeface="+mn-cs"/>
                        </a:rPr>
                        <a:t>- System‑Level Outcome Monitor</a:t>
                      </a:r>
                    </a:p>
                    <a:p>
                      <a:pPr marL="0" algn="l" defTabSz="1079906" rtl="0" eaLnBrk="1" latinLnBrk="0" hangingPunct="1"/>
                      <a:r>
                        <a:rPr lang="en-GB" sz="1400" kern="1200" noProof="0" dirty="0">
                          <a:solidFill>
                            <a:schemeClr val="bg1"/>
                          </a:solidFill>
                          <a:effectLst/>
                          <a:latin typeface="+mn-lt"/>
                          <a:ea typeface="+mn-ea"/>
                          <a:cs typeface="+mn-cs"/>
                        </a:rPr>
                        <a:t>- Adaptive Feedback Generator</a:t>
                      </a:r>
                    </a:p>
                  </a:txBody>
                  <a:tcPr>
                    <a:solidFill>
                      <a:srgbClr val="6A1B9A"/>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Systemic Feedback Dashboard</a:t>
                      </a:r>
                    </a:p>
                    <a:p>
                      <a:pPr marL="0" algn="l" defTabSz="1079906" rtl="0" eaLnBrk="1" latinLnBrk="0" hangingPunct="1"/>
                      <a:r>
                        <a:rPr lang="en-GB" sz="1400" kern="1200" noProof="0" dirty="0">
                          <a:solidFill>
                            <a:schemeClr val="bg1"/>
                          </a:solidFill>
                          <a:effectLst/>
                          <a:latin typeface="+mn-lt"/>
                          <a:ea typeface="+mn-ea"/>
                          <a:cs typeface="+mn-cs"/>
                        </a:rPr>
                        <a:t>- Cross‑Family Signal Analysis Toolkit</a:t>
                      </a:r>
                    </a:p>
                    <a:p>
                      <a:pPr marL="0" algn="l" defTabSz="1079906" rtl="0" eaLnBrk="1" latinLnBrk="0" hangingPunct="1"/>
                      <a:r>
                        <a:rPr lang="en-GB" sz="1400" kern="1200" noProof="0" dirty="0">
                          <a:solidFill>
                            <a:schemeClr val="bg1"/>
                          </a:solidFill>
                          <a:effectLst/>
                          <a:latin typeface="+mn-lt"/>
                          <a:ea typeface="+mn-ea"/>
                          <a:cs typeface="+mn-cs"/>
                        </a:rPr>
                        <a:t>- Outcome Mapping Tools</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6A1B9A"/>
                    </a:solidFill>
                  </a:tcPr>
                </a:tc>
                <a:tc vMerge="1">
                  <a:txBody>
                    <a:bodyPr/>
                    <a:lstStyle/>
                    <a:p>
                      <a:endParaRPr/>
                    </a:p>
                  </a:txBody>
                  <a:tcPr>
                    <a:solidFill>
                      <a:srgbClr val="E8A9A9"/>
                    </a:solidFill>
                  </a:tcPr>
                </a:tc>
                <a:extLst>
                  <a:ext uri="{0D108BD9-81ED-4DB2-BD59-A6C34878D82A}">
                    <a16:rowId xmlns:a16="http://schemas.microsoft.com/office/drawing/2014/main" val="3847293035"/>
                  </a:ext>
                </a:extLst>
              </a:tr>
              <a:tr h="0">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400" kern="1200" noProof="0" dirty="0">
                          <a:solidFill>
                            <a:schemeClr val="bg1"/>
                          </a:solidFill>
                          <a:effectLst/>
                          <a:latin typeface="+mn-lt"/>
                          <a:ea typeface="+mn-ea"/>
                          <a:cs typeface="+mn-cs"/>
                        </a:rPr>
                        <a:t>System‑of‑Systems Governance</a:t>
                      </a:r>
                    </a:p>
                  </a:txBody>
                  <a:tcPr>
                    <a:solidFill>
                      <a:srgbClr val="6A1B9A"/>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Integration Policy Engine</a:t>
                      </a:r>
                    </a:p>
                    <a:p>
                      <a:pPr marL="0" algn="l" defTabSz="1079906" rtl="0" eaLnBrk="1" latinLnBrk="0" hangingPunct="1"/>
                      <a:r>
                        <a:rPr lang="en-GB" sz="1400" kern="1200" noProof="0" dirty="0">
                          <a:solidFill>
                            <a:schemeClr val="bg1"/>
                          </a:solidFill>
                          <a:effectLst/>
                          <a:latin typeface="+mn-lt"/>
                          <a:ea typeface="+mn-ea"/>
                          <a:cs typeface="+mn-cs"/>
                        </a:rPr>
                        <a:t>- Cross‑System Mandate Alignment Subsystem</a:t>
                      </a:r>
                    </a:p>
                    <a:p>
                      <a:pPr marL="0" algn="l" defTabSz="1079906" rtl="0" eaLnBrk="1" latinLnBrk="0" hangingPunct="1"/>
                      <a:r>
                        <a:rPr lang="en-GB" sz="1400" kern="1200" noProof="0" dirty="0">
                          <a:solidFill>
                            <a:schemeClr val="bg1"/>
                          </a:solidFill>
                          <a:effectLst/>
                          <a:latin typeface="+mn-lt"/>
                          <a:ea typeface="+mn-ea"/>
                          <a:cs typeface="+mn-cs"/>
                        </a:rPr>
                        <a:t>- System‑Level Risk Assessment Engine</a:t>
                      </a:r>
                    </a:p>
                    <a:p>
                      <a:pPr marL="0" algn="l" defTabSz="1079906" rtl="0" eaLnBrk="1" latinLnBrk="0" hangingPunct="1"/>
                      <a:r>
                        <a:rPr lang="en-GB" sz="1400" kern="1200" noProof="0" dirty="0">
                          <a:solidFill>
                            <a:schemeClr val="bg1"/>
                          </a:solidFill>
                          <a:effectLst/>
                          <a:latin typeface="+mn-lt"/>
                          <a:ea typeface="+mn-ea"/>
                          <a:cs typeface="+mn-cs"/>
                        </a:rPr>
                        <a:t>- Integration Compliance Monitor</a:t>
                      </a:r>
                    </a:p>
                    <a:p>
                      <a:pPr marL="0" algn="l" defTabSz="1079906" rtl="0" eaLnBrk="1" latinLnBrk="0" hangingPunct="1"/>
                      <a:r>
                        <a:rPr lang="en-GB" sz="1400" kern="1200" noProof="0" dirty="0">
                          <a:solidFill>
                            <a:schemeClr val="bg1"/>
                          </a:solidFill>
                          <a:effectLst/>
                          <a:latin typeface="+mn-lt"/>
                          <a:ea typeface="+mn-ea"/>
                          <a:cs typeface="+mn-cs"/>
                        </a:rPr>
                        <a:t>- Governance Coherence Scanner</a:t>
                      </a:r>
                    </a:p>
                  </a:txBody>
                  <a:tcPr>
                    <a:solidFill>
                      <a:srgbClr val="6A1B9A"/>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Governance Coherence Dashboard</a:t>
                      </a:r>
                    </a:p>
                    <a:p>
                      <a:pPr marL="0" algn="l" defTabSz="1079906" rtl="0" eaLnBrk="1" latinLnBrk="0" hangingPunct="1"/>
                      <a:r>
                        <a:rPr lang="en-GB" sz="1400" kern="1200" noProof="0" dirty="0">
                          <a:solidFill>
                            <a:schemeClr val="bg1"/>
                          </a:solidFill>
                          <a:effectLst/>
                          <a:latin typeface="+mn-lt"/>
                          <a:ea typeface="+mn-ea"/>
                          <a:cs typeface="+mn-cs"/>
                        </a:rPr>
                        <a:t>- Integration Policy Toolkit</a:t>
                      </a:r>
                    </a:p>
                    <a:p>
                      <a:pPr marL="0" algn="l" defTabSz="1079906" rtl="0" eaLnBrk="1" latinLnBrk="0" hangingPunct="1"/>
                      <a:r>
                        <a:rPr lang="en-GB" sz="1400" kern="1200" noProof="0" dirty="0">
                          <a:solidFill>
                            <a:schemeClr val="bg1"/>
                          </a:solidFill>
                          <a:effectLst/>
                          <a:latin typeface="+mn-lt"/>
                          <a:ea typeface="+mn-ea"/>
                          <a:cs typeface="+mn-cs"/>
                        </a:rPr>
                        <a:t>- System‑Level Risk Tools</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6A1B9A"/>
                    </a:solidFill>
                  </a:tcPr>
                </a:tc>
                <a:tc vMerge="1">
                  <a:txBody>
                    <a:bodyPr/>
                    <a:lstStyle/>
                    <a:p>
                      <a:endParaRPr lang="en-GB" sz="1600" dirty="0">
                        <a:latin typeface="+mn-lt"/>
                      </a:endParaRPr>
                    </a:p>
                  </a:txBody>
                  <a:tcPr>
                    <a:solidFill>
                      <a:srgbClr val="E8A9A9"/>
                    </a:solidFill>
                  </a:tcPr>
                </a:tc>
                <a:extLst>
                  <a:ext uri="{0D108BD9-81ED-4DB2-BD59-A6C34878D82A}">
                    <a16:rowId xmlns:a16="http://schemas.microsoft.com/office/drawing/2014/main" val="3825252355"/>
                  </a:ext>
                </a:extLst>
              </a:tr>
            </a:tbl>
          </a:graphicData>
        </a:graphic>
      </p:graphicFrame>
      <p:sp>
        <p:nvSpPr>
          <p:cNvPr id="6" name="TextBox 5">
            <a:extLst>
              <a:ext uri="{FF2B5EF4-FFF2-40B4-BE49-F238E27FC236}">
                <a16:creationId xmlns:a16="http://schemas.microsoft.com/office/drawing/2014/main" id="{F82AA9F1-D2B6-F04A-5DC6-51D8CF651C4A}"/>
              </a:ext>
            </a:extLst>
          </p:cNvPr>
          <p:cNvSpPr txBox="1"/>
          <p:nvPr/>
        </p:nvSpPr>
        <p:spPr>
          <a:xfrm>
            <a:off x="12745615" y="261428"/>
            <a:ext cx="2982065" cy="6986528"/>
          </a:xfrm>
          <a:prstGeom prst="rect">
            <a:avLst/>
          </a:prstGeom>
          <a:noFill/>
        </p:spPr>
        <p:txBody>
          <a:bodyPr wrap="square" rtlCol="0">
            <a:spAutoFit/>
          </a:bodyPr>
          <a:lstStyle/>
          <a:p>
            <a:r>
              <a:rPr lang="en-GB" sz="1600" b="1" noProof="0" dirty="0"/>
              <a:t>6. Notes / Design Intent</a:t>
            </a:r>
            <a:br>
              <a:rPr lang="en-GB" sz="1600" noProof="0" dirty="0"/>
            </a:br>
            <a:r>
              <a:rPr lang="en-GB" sz="1600" noProof="0" dirty="0"/>
              <a:t>Cross‑cutting:</a:t>
            </a:r>
          </a:p>
          <a:p>
            <a:r>
              <a:rPr lang="en-GB" sz="1600" noProof="0" dirty="0"/>
              <a:t>- Meta‑Integration ensures </a:t>
            </a:r>
            <a:r>
              <a:rPr lang="en-GB" sz="1600" noProof="0" dirty="0" err="1"/>
              <a:t>CivOS</a:t>
            </a:r>
            <a:r>
              <a:rPr lang="en-GB" sz="1600" noProof="0" dirty="0"/>
              <a:t> functions as a coherent whole.</a:t>
            </a:r>
          </a:p>
          <a:p>
            <a:r>
              <a:rPr lang="en-GB" sz="1600" noProof="0" dirty="0"/>
              <a:t>- CSDM provides the structural map of interdependencies across all Families.</a:t>
            </a:r>
          </a:p>
          <a:p>
            <a:r>
              <a:rPr lang="en-GB" sz="1600" noProof="0" dirty="0"/>
              <a:t>- Feedback Systems aggregate signals from every layer to maintain system‑level awareness.</a:t>
            </a:r>
          </a:p>
          <a:p>
            <a:endParaRPr lang="en-GB" sz="1600" noProof="0" dirty="0"/>
          </a:p>
          <a:p>
            <a:r>
              <a:rPr lang="en-GB" sz="1600" noProof="0" dirty="0"/>
              <a:t>Design intent:</a:t>
            </a:r>
          </a:p>
          <a:p>
            <a:r>
              <a:rPr lang="en-GB" sz="1600" noProof="0" dirty="0"/>
              <a:t>- Cross‑System Integration handles interoperability and synchronisation.</a:t>
            </a:r>
          </a:p>
          <a:p>
            <a:r>
              <a:rPr lang="en-GB" sz="1600" noProof="0" dirty="0"/>
              <a:t>- Dependency Mapping reveals structural, temporal, and resource dependencies.</a:t>
            </a:r>
          </a:p>
          <a:p>
            <a:r>
              <a:rPr lang="en-GB" sz="1600" noProof="0" dirty="0"/>
              <a:t>- Feedback Systems provide system‑level situational awareness.</a:t>
            </a:r>
          </a:p>
          <a:p>
            <a:r>
              <a:rPr lang="en-GB" sz="1600" noProof="0" dirty="0"/>
              <a:t>- System‑of‑Systems Governance ensures mandates, risks, and incentives remain coherent across Families.</a:t>
            </a:r>
          </a:p>
          <a:p>
            <a:endParaRPr lang="en-GB" sz="1600" noProof="0" dirty="0"/>
          </a:p>
        </p:txBody>
      </p:sp>
      <p:pic>
        <p:nvPicPr>
          <p:cNvPr id="8" name="Picture 7">
            <a:hlinkClick r:id="rId3" action="ppaction://hlinksldjump"/>
            <a:extLst>
              <a:ext uri="{FF2B5EF4-FFF2-40B4-BE49-F238E27FC236}">
                <a16:creationId xmlns:a16="http://schemas.microsoft.com/office/drawing/2014/main" id="{2427288E-4849-5BEE-3500-9414758592F0}"/>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2143516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19BBB-7E07-4E6E-AF6C-D70D658965E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C658F9D-3A2B-CF8F-DD25-19FA5B3AC5DD}"/>
              </a:ext>
            </a:extLst>
          </p:cNvPr>
          <p:cNvSpPr>
            <a:spLocks noGrp="1"/>
          </p:cNvSpPr>
          <p:nvPr>
            <p:ph type="title"/>
          </p:nvPr>
        </p:nvSpPr>
        <p:spPr>
          <a:xfrm>
            <a:off x="-1" y="7745168"/>
            <a:ext cx="15840075" cy="352976"/>
          </a:xfrm>
          <a:solidFill>
            <a:schemeClr val="tx1"/>
          </a:solidFill>
          <a:ln w="31750"/>
        </p:spPr>
        <p:style>
          <a:lnRef idx="2">
            <a:schemeClr val="accent1">
              <a:shade val="15000"/>
            </a:schemeClr>
          </a:lnRef>
          <a:fillRef idx="1">
            <a:schemeClr val="accent1"/>
          </a:fillRef>
          <a:effectRef idx="0">
            <a:schemeClr val="accent1"/>
          </a:effectRef>
          <a:fontRef idx="minor">
            <a:schemeClr val="lt1"/>
          </a:fontRef>
        </p:style>
        <p:txBody>
          <a:bodyPr vert="horz" rtlCol="0" anchor="ctr">
            <a:normAutofit/>
          </a:bodyPr>
          <a:lstStyle/>
          <a:p>
            <a:pPr defTabSz="457200"/>
            <a:r>
              <a:rPr lang="en-GB" sz="1800" b="1" noProof="0" dirty="0">
                <a:solidFill>
                  <a:schemeClr val="bg1"/>
                </a:solidFill>
              </a:rPr>
              <a:t>8. Minimum Viable Systems</a:t>
            </a:r>
          </a:p>
        </p:txBody>
      </p:sp>
      <p:graphicFrame>
        <p:nvGraphicFramePr>
          <p:cNvPr id="5" name="Table 4">
            <a:extLst>
              <a:ext uri="{FF2B5EF4-FFF2-40B4-BE49-F238E27FC236}">
                <a16:creationId xmlns:a16="http://schemas.microsoft.com/office/drawing/2014/main" id="{E08B5624-58FE-85DA-91ED-9119E04CF4D5}"/>
              </a:ext>
            </a:extLst>
          </p:cNvPr>
          <p:cNvGraphicFramePr>
            <a:graphicFrameLocks noGrp="1"/>
          </p:cNvGraphicFramePr>
          <p:nvPr>
            <p:extLst>
              <p:ext uri="{D42A27DB-BD31-4B8C-83A1-F6EECF244321}">
                <p14:modId xmlns:p14="http://schemas.microsoft.com/office/powerpoint/2010/main" val="3458948007"/>
              </p:ext>
            </p:extLst>
          </p:nvPr>
        </p:nvGraphicFramePr>
        <p:xfrm>
          <a:off x="279919" y="261428"/>
          <a:ext cx="12316408" cy="7027927"/>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079102">
                  <a:extLst>
                    <a:ext uri="{9D8B030D-6E8A-4147-A177-3AD203B41FA5}">
                      <a16:colId xmlns:a16="http://schemas.microsoft.com/office/drawing/2014/main" val="2656677140"/>
                    </a:ext>
                  </a:extLst>
                </a:gridCol>
                <a:gridCol w="3152691">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bg1"/>
                          </a:solidFill>
                        </a:rPr>
                        <a:t>Module</a:t>
                      </a:r>
                    </a:p>
                  </a:txBody>
                  <a:tcPr>
                    <a:solidFill>
                      <a:schemeClr val="tx1"/>
                    </a:solidFill>
                  </a:tcPr>
                </a:tc>
                <a:tc>
                  <a:txBody>
                    <a:bodyPr/>
                    <a:lstStyle/>
                    <a:p>
                      <a:r>
                        <a:rPr lang="en-GB" sz="1600" b="1" noProof="0" dirty="0">
                          <a:solidFill>
                            <a:schemeClr val="bg1"/>
                          </a:solidFill>
                        </a:rPr>
                        <a:t>L3</a:t>
                      </a:r>
                      <a:r>
                        <a:rPr lang="en-GB" sz="1600" b="1" baseline="0" noProof="0" dirty="0">
                          <a:solidFill>
                            <a:schemeClr val="bg1"/>
                          </a:solidFill>
                        </a:rPr>
                        <a:t> Subsystems </a:t>
                      </a:r>
                      <a:endParaRPr lang="en-GB" sz="1600" b="1" noProof="0" dirty="0">
                        <a:solidFill>
                          <a:schemeClr val="bg1"/>
                        </a:solidFill>
                      </a:endParaRPr>
                    </a:p>
                  </a:txBody>
                  <a:tcPr>
                    <a:solidFill>
                      <a:schemeClr val="tx1"/>
                    </a:solidFill>
                  </a:tcPr>
                </a:tc>
                <a:tc>
                  <a:txBody>
                    <a:bodyPr/>
                    <a:lstStyle/>
                    <a:p>
                      <a:r>
                        <a:rPr lang="en-GB" sz="1600" b="1" noProof="0" dirty="0">
                          <a:solidFill>
                            <a:schemeClr val="bg1"/>
                          </a:solidFill>
                        </a:rPr>
                        <a:t>L4 Instruments</a:t>
                      </a:r>
                    </a:p>
                  </a:txBody>
                  <a:tcPr>
                    <a:solidFill>
                      <a:schemeClr val="tx1"/>
                    </a:solidFill>
                  </a:tcPr>
                </a:tc>
                <a:tc>
                  <a:txBody>
                    <a:bodyPr/>
                    <a:lstStyle/>
                    <a:p>
                      <a:r>
                        <a:rPr lang="en-GB" sz="1600" b="1" noProof="0" dirty="0">
                          <a:solidFill>
                            <a:schemeClr val="bg1"/>
                          </a:solidFill>
                        </a:rPr>
                        <a:t>L5 Interfaces</a:t>
                      </a:r>
                    </a:p>
                  </a:txBody>
                  <a:tcPr>
                    <a:solidFill>
                      <a:schemeClr val="tx1"/>
                    </a:solidFill>
                  </a:tcPr>
                </a:tc>
                <a:extLst>
                  <a:ext uri="{0D108BD9-81ED-4DB2-BD59-A6C34878D82A}">
                    <a16:rowId xmlns:a16="http://schemas.microsoft.com/office/drawing/2014/main" val="3650292869"/>
                  </a:ext>
                </a:extLst>
              </a:tr>
              <a:tr h="1001205">
                <a:tc>
                  <a:txBody>
                    <a:bodyPr/>
                    <a:lstStyle/>
                    <a:p>
                      <a:r>
                        <a:rPr lang="en-GB" sz="1400" kern="1200" noProof="0" dirty="0">
                          <a:solidFill>
                            <a:schemeClr val="bg1"/>
                          </a:solidFill>
                          <a:effectLst/>
                          <a:latin typeface="+mn-lt"/>
                          <a:ea typeface="+mn-ea"/>
                          <a:cs typeface="+mn-cs"/>
                        </a:rPr>
                        <a:t>Minimum Viable Governance System (MVGS)</a:t>
                      </a:r>
                    </a:p>
                    <a:p>
                      <a:pPr marL="0" marR="0" lvl="0" indent="0" algn="l" defTabSz="1079906" rtl="0" eaLnBrk="1" fontAlgn="auto" latinLnBrk="0" hangingPunct="1">
                        <a:lnSpc>
                          <a:spcPct val="100000"/>
                        </a:lnSpc>
                        <a:spcBef>
                          <a:spcPts val="0"/>
                        </a:spcBef>
                        <a:spcAft>
                          <a:spcPts val="0"/>
                        </a:spcAft>
                        <a:buClrTx/>
                        <a:buSzTx/>
                        <a:buFontTx/>
                        <a:buNone/>
                        <a:tabLst/>
                        <a:defRPr/>
                      </a:pPr>
                      <a:endParaRPr lang="en-GB" sz="1400" kern="1200" noProof="0" dirty="0">
                        <a:solidFill>
                          <a:schemeClr val="bg1"/>
                        </a:solidFill>
                        <a:effectLst/>
                        <a:latin typeface="+mn-lt"/>
                        <a:ea typeface="+mn-ea"/>
                        <a:cs typeface="+mn-cs"/>
                      </a:endParaRPr>
                    </a:p>
                  </a:txBody>
                  <a:tcPr>
                    <a:solidFill>
                      <a:schemeClr val="tx1"/>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Core Decision Engine</a:t>
                      </a:r>
                    </a:p>
                    <a:p>
                      <a:pPr marL="0" algn="l" defTabSz="1079906" rtl="0" eaLnBrk="1" latinLnBrk="0" hangingPunct="1"/>
                      <a:r>
                        <a:rPr lang="en-GB" sz="1400" kern="1200" noProof="0" dirty="0">
                          <a:solidFill>
                            <a:schemeClr val="bg1"/>
                          </a:solidFill>
                          <a:effectLst/>
                          <a:latin typeface="+mn-lt"/>
                          <a:ea typeface="+mn-ea"/>
                          <a:cs typeface="+mn-cs"/>
                        </a:rPr>
                        <a:t>- Mandate &amp; Legitimacy Baseline</a:t>
                      </a:r>
                    </a:p>
                    <a:p>
                      <a:pPr marL="0" algn="l" defTabSz="1079906" rtl="0" eaLnBrk="1" latinLnBrk="0" hangingPunct="1"/>
                      <a:r>
                        <a:rPr lang="en-GB" sz="1400" kern="1200" noProof="0" dirty="0">
                          <a:solidFill>
                            <a:schemeClr val="bg1"/>
                          </a:solidFill>
                          <a:effectLst/>
                          <a:latin typeface="+mn-lt"/>
                          <a:ea typeface="+mn-ea"/>
                          <a:cs typeface="+mn-cs"/>
                        </a:rPr>
                        <a:t>- Transparency &amp; Accountability Core</a:t>
                      </a:r>
                    </a:p>
                    <a:p>
                      <a:pPr marL="0" algn="l" defTabSz="1079906" rtl="0" eaLnBrk="1" latinLnBrk="0" hangingPunct="1"/>
                      <a:r>
                        <a:rPr lang="en-GB" sz="1400" kern="1200" noProof="0" dirty="0">
                          <a:solidFill>
                            <a:schemeClr val="bg1"/>
                          </a:solidFill>
                          <a:effectLst/>
                          <a:latin typeface="+mn-lt"/>
                          <a:ea typeface="+mn-ea"/>
                          <a:cs typeface="+mn-cs"/>
                        </a:rPr>
                        <a:t>- Minimal Rights &amp; Protections Layer</a:t>
                      </a:r>
                    </a:p>
                    <a:p>
                      <a:pPr marL="0" algn="l" defTabSz="1079906" rtl="0" eaLnBrk="1" latinLnBrk="0" hangingPunct="1"/>
                      <a:r>
                        <a:rPr lang="en-GB" sz="1400" kern="1200" noProof="0" dirty="0">
                          <a:solidFill>
                            <a:schemeClr val="bg1"/>
                          </a:solidFill>
                          <a:effectLst/>
                          <a:latin typeface="+mn-lt"/>
                          <a:ea typeface="+mn-ea"/>
                          <a:cs typeface="+mn-cs"/>
                        </a:rPr>
                        <a:t>- Governance Continuity Subsystem</a:t>
                      </a:r>
                    </a:p>
                  </a:txBody>
                  <a:tcPr>
                    <a:solidFill>
                      <a:schemeClr val="tx1"/>
                    </a:solidFill>
                  </a:tcPr>
                </a:tc>
                <a:tc>
                  <a:txBody>
                    <a:bodyPr/>
                    <a:lstStyle/>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Governance Baseline Dashboard</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Mandate Integrity Tools</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Transparency Toolkit</a:t>
                      </a:r>
                    </a:p>
                  </a:txBody>
                  <a:tcPr>
                    <a:solidFill>
                      <a:schemeClr val="tx1"/>
                    </a:solidFill>
                  </a:tcPr>
                </a:tc>
                <a:tc rowSpan="5">
                  <a:txBody>
                    <a:bodyPr/>
                    <a:lstStyle/>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 Minimum Viable Systems → Governance (baseline legitimacy, continuity)</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 Minimum Viable Systems → Risk (minimum stability thresholds)</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 Minimum Viable Systems → Data (baseline telemetry for essential systems)</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 Minimum Viable Systems → Incentives (minimum viable incentive structures)</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 Minimum Viable Systems → Resource &amp; Infrastructure (essential flows)</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 Minimum Viable Systems → Ecological Systems (minimum ecological thresholds)</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 Minimum Viable Systems → Meta‑Integration (baseline dependency mapping)</a:t>
                      </a:r>
                    </a:p>
                    <a:p>
                      <a:pPr marL="285750" indent="-285750" algn="l" defTabSz="1079906" rtl="0" eaLnBrk="1" latinLnBrk="0" hangingPunct="1">
                        <a:buFontTx/>
                        <a:buChar char="-"/>
                      </a:pPr>
                      <a:endParaRPr lang="en-GB" sz="1400" kern="1200" noProof="0" dirty="0">
                        <a:solidFill>
                          <a:schemeClr val="bg1"/>
                        </a:solidFill>
                        <a:effectLst/>
                        <a:latin typeface="+mn-lt"/>
                        <a:ea typeface="+mn-ea"/>
                        <a:cs typeface="+mn-cs"/>
                      </a:endParaRPr>
                    </a:p>
                  </a:txBody>
                  <a:tcPr>
                    <a:solidFill>
                      <a:schemeClr val="tx1"/>
                    </a:solidFill>
                  </a:tcPr>
                </a:tc>
                <a:extLst>
                  <a:ext uri="{0D108BD9-81ED-4DB2-BD59-A6C34878D82A}">
                    <a16:rowId xmlns:a16="http://schemas.microsoft.com/office/drawing/2014/main" val="3739774378"/>
                  </a:ext>
                </a:extLst>
              </a:tr>
              <a:tr h="985148">
                <a:tc>
                  <a:txBody>
                    <a:bodyPr/>
                    <a:lstStyle/>
                    <a:p>
                      <a:r>
                        <a:rPr lang="en-GB" sz="1400" kern="1200" noProof="0" dirty="0">
                          <a:solidFill>
                            <a:schemeClr val="bg1"/>
                          </a:solidFill>
                          <a:effectLst/>
                          <a:latin typeface="+mn-lt"/>
                          <a:ea typeface="+mn-ea"/>
                          <a:cs typeface="+mn-cs"/>
                        </a:rPr>
                        <a:t>Minimum Viable Economic System (MVES)</a:t>
                      </a:r>
                    </a:p>
                  </a:txBody>
                  <a:tcPr>
                    <a:solidFill>
                      <a:schemeClr val="tx1"/>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Basic Exchange Mechanism</a:t>
                      </a:r>
                    </a:p>
                    <a:p>
                      <a:pPr marL="0" algn="l" defTabSz="1079906" rtl="0" eaLnBrk="1" latinLnBrk="0" hangingPunct="1"/>
                      <a:r>
                        <a:rPr lang="en-GB" sz="1400" kern="1200" noProof="0" dirty="0">
                          <a:solidFill>
                            <a:schemeClr val="bg1"/>
                          </a:solidFill>
                          <a:effectLst/>
                          <a:latin typeface="+mn-lt"/>
                          <a:ea typeface="+mn-ea"/>
                          <a:cs typeface="+mn-cs"/>
                        </a:rPr>
                        <a:t>- Resource Allocation Baseline</a:t>
                      </a:r>
                    </a:p>
                    <a:p>
                      <a:pPr marL="0" algn="l" defTabSz="1079906" rtl="0" eaLnBrk="1" latinLnBrk="0" hangingPunct="1"/>
                      <a:r>
                        <a:rPr lang="en-GB" sz="1400" kern="1200" noProof="0" dirty="0">
                          <a:solidFill>
                            <a:schemeClr val="bg1"/>
                          </a:solidFill>
                          <a:effectLst/>
                          <a:latin typeface="+mn-lt"/>
                          <a:ea typeface="+mn-ea"/>
                          <a:cs typeface="+mn-cs"/>
                        </a:rPr>
                        <a:t>- Economic Activity Registry</a:t>
                      </a:r>
                    </a:p>
                    <a:p>
                      <a:pPr marL="0" algn="l" defTabSz="1079906" rtl="0" eaLnBrk="1" latinLnBrk="0" hangingPunct="1"/>
                      <a:r>
                        <a:rPr lang="en-GB" sz="1400" kern="1200" noProof="0" dirty="0">
                          <a:solidFill>
                            <a:schemeClr val="bg1"/>
                          </a:solidFill>
                          <a:effectLst/>
                          <a:latin typeface="+mn-lt"/>
                          <a:ea typeface="+mn-ea"/>
                          <a:cs typeface="+mn-cs"/>
                        </a:rPr>
                        <a:t>- Minimum Viable Incentive Layer</a:t>
                      </a:r>
                    </a:p>
                    <a:p>
                      <a:pPr marL="0" algn="l" defTabSz="1079906" rtl="0" eaLnBrk="1" latinLnBrk="0" hangingPunct="1"/>
                      <a:r>
                        <a:rPr lang="en-GB" sz="1400" kern="1200" noProof="0" dirty="0">
                          <a:solidFill>
                            <a:schemeClr val="bg1"/>
                          </a:solidFill>
                          <a:effectLst/>
                          <a:latin typeface="+mn-lt"/>
                          <a:ea typeface="+mn-ea"/>
                          <a:cs typeface="+mn-cs"/>
                        </a:rPr>
                        <a:t>- Economic Stability Monitor</a:t>
                      </a:r>
                    </a:p>
                  </a:txBody>
                  <a:tcPr>
                    <a:solidFill>
                      <a:schemeClr val="tx1"/>
                    </a:solidFill>
                  </a:tcPr>
                </a:tc>
                <a:tc>
                  <a:txBody>
                    <a:bodyPr/>
                    <a:lstStyle/>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Basic Exchange Tools</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Resource Allocation Dashboard</a:t>
                      </a:r>
                    </a:p>
                    <a:p>
                      <a:pPr marL="285750" indent="-285750" algn="l" defTabSz="1079906" rtl="0" eaLnBrk="1" latinLnBrk="0" hangingPunct="1">
                        <a:buFontTx/>
                        <a:buChar char="-"/>
                      </a:pPr>
                      <a:r>
                        <a:rPr lang="en-GB" sz="1400" kern="1200" noProof="0" dirty="0">
                          <a:solidFill>
                            <a:schemeClr val="bg1"/>
                          </a:solidFill>
                          <a:effectLst/>
                          <a:latin typeface="+mn-lt"/>
                          <a:ea typeface="+mn-ea"/>
                          <a:cs typeface="+mn-cs"/>
                        </a:rPr>
                        <a:t>Economic Stability Toolkit</a:t>
                      </a:r>
                    </a:p>
                    <a:p>
                      <a:pPr marL="285750" indent="-285750" algn="l" defTabSz="1079906" rtl="0" eaLnBrk="1" latinLnBrk="0" hangingPunct="1">
                        <a:buFontTx/>
                        <a:buChar char="-"/>
                      </a:pPr>
                      <a:endParaRPr lang="en-GB" sz="1400" kern="1200" noProof="0" dirty="0">
                        <a:solidFill>
                          <a:schemeClr val="bg1"/>
                        </a:solidFill>
                        <a:effectLst/>
                        <a:latin typeface="+mn-lt"/>
                        <a:ea typeface="+mn-ea"/>
                        <a:cs typeface="+mn-cs"/>
                      </a:endParaRPr>
                    </a:p>
                  </a:txBody>
                  <a:tcPr>
                    <a:solidFill>
                      <a:schemeClr val="tx1"/>
                    </a:solidFill>
                  </a:tcPr>
                </a:tc>
                <a:tc vMerge="1">
                  <a:txBody>
                    <a:bodyPr/>
                    <a:lstStyle/>
                    <a:p>
                      <a:endParaRPr/>
                    </a:p>
                  </a:txBody>
                  <a:tcPr>
                    <a:solidFill>
                      <a:srgbClr val="E8A9A9"/>
                    </a:solidFill>
                  </a:tcPr>
                </a:tc>
                <a:extLst>
                  <a:ext uri="{0D108BD9-81ED-4DB2-BD59-A6C34878D82A}">
                    <a16:rowId xmlns:a16="http://schemas.microsoft.com/office/drawing/2014/main" val="4189637918"/>
                  </a:ext>
                </a:extLst>
              </a:tr>
              <a:tr h="1084379">
                <a:tc>
                  <a:txBody>
                    <a:bodyPr/>
                    <a:lstStyle/>
                    <a:p>
                      <a:r>
                        <a:rPr lang="en-GB" sz="1400" kern="1200" noProof="0" dirty="0">
                          <a:solidFill>
                            <a:schemeClr val="bg1"/>
                          </a:solidFill>
                          <a:effectLst/>
                          <a:latin typeface="+mn-lt"/>
                          <a:ea typeface="+mn-ea"/>
                          <a:cs typeface="+mn-cs"/>
                        </a:rPr>
                        <a:t>Minimum Viable Cultural System (MVCS)</a:t>
                      </a:r>
                    </a:p>
                  </a:txBody>
                  <a:tcPr>
                    <a:solidFill>
                      <a:schemeClr val="tx1"/>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Shared Norms Baseline</a:t>
                      </a:r>
                    </a:p>
                    <a:p>
                      <a:pPr marL="0" algn="l" defTabSz="1079906" rtl="0" eaLnBrk="1" latinLnBrk="0" hangingPunct="1"/>
                      <a:r>
                        <a:rPr lang="en-GB" sz="1400" kern="1200" noProof="0" dirty="0">
                          <a:solidFill>
                            <a:schemeClr val="bg1"/>
                          </a:solidFill>
                          <a:effectLst/>
                          <a:latin typeface="+mn-lt"/>
                          <a:ea typeface="+mn-ea"/>
                          <a:cs typeface="+mn-cs"/>
                        </a:rPr>
                        <a:t>- Cultural Cohesion Core</a:t>
                      </a:r>
                    </a:p>
                    <a:p>
                      <a:pPr marL="0" algn="l" defTabSz="1079906" rtl="0" eaLnBrk="1" latinLnBrk="0" hangingPunct="1"/>
                      <a:r>
                        <a:rPr lang="en-GB" sz="1400" kern="1200" noProof="0" dirty="0">
                          <a:solidFill>
                            <a:schemeClr val="bg1"/>
                          </a:solidFill>
                          <a:effectLst/>
                          <a:latin typeface="+mn-lt"/>
                          <a:ea typeface="+mn-ea"/>
                          <a:cs typeface="+mn-cs"/>
                        </a:rPr>
                        <a:t>- Minimal Narrative Framework</a:t>
                      </a:r>
                    </a:p>
                    <a:p>
                      <a:pPr marL="0" algn="l" defTabSz="1079906" rtl="0" eaLnBrk="1" latinLnBrk="0" hangingPunct="1"/>
                      <a:r>
                        <a:rPr lang="en-GB" sz="1400" kern="1200" noProof="0" dirty="0">
                          <a:solidFill>
                            <a:schemeClr val="bg1"/>
                          </a:solidFill>
                          <a:effectLst/>
                          <a:latin typeface="+mn-lt"/>
                          <a:ea typeface="+mn-ea"/>
                          <a:cs typeface="+mn-cs"/>
                        </a:rPr>
                        <a:t>- Participation &amp; Identity Baseline</a:t>
                      </a:r>
                    </a:p>
                    <a:p>
                      <a:pPr marL="0" algn="l" defTabSz="1079906" rtl="0" eaLnBrk="1" latinLnBrk="0" hangingPunct="1"/>
                      <a:r>
                        <a:rPr lang="en-GB" sz="1400" kern="1200" noProof="0" dirty="0">
                          <a:solidFill>
                            <a:schemeClr val="bg1"/>
                          </a:solidFill>
                          <a:effectLst/>
                          <a:latin typeface="+mn-lt"/>
                          <a:ea typeface="+mn-ea"/>
                          <a:cs typeface="+mn-cs"/>
                        </a:rPr>
                        <a:t>- Cultural Continuity Subsystem</a:t>
                      </a:r>
                    </a:p>
                  </a:txBody>
                  <a:tcPr>
                    <a:solidFill>
                      <a:schemeClr val="tx1"/>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Norms Baseline Visualiser</a:t>
                      </a:r>
                    </a:p>
                    <a:p>
                      <a:pPr marL="0" algn="l" defTabSz="1079906" rtl="0" eaLnBrk="1" latinLnBrk="0" hangingPunct="1"/>
                      <a:r>
                        <a:rPr lang="en-GB" sz="1400" kern="1200" noProof="0" dirty="0">
                          <a:solidFill>
                            <a:schemeClr val="bg1"/>
                          </a:solidFill>
                          <a:effectLst/>
                          <a:latin typeface="+mn-lt"/>
                          <a:ea typeface="+mn-ea"/>
                          <a:cs typeface="+mn-cs"/>
                        </a:rPr>
                        <a:t>- Cohesion Mapping Tools</a:t>
                      </a:r>
                    </a:p>
                    <a:p>
                      <a:pPr marL="0" algn="l" defTabSz="1079906" rtl="0" eaLnBrk="1" latinLnBrk="0" hangingPunct="1"/>
                      <a:r>
                        <a:rPr lang="en-GB" sz="1400" kern="1200" noProof="0" dirty="0">
                          <a:solidFill>
                            <a:schemeClr val="bg1"/>
                          </a:solidFill>
                          <a:effectLst/>
                          <a:latin typeface="+mn-lt"/>
                          <a:ea typeface="+mn-ea"/>
                          <a:cs typeface="+mn-cs"/>
                        </a:rPr>
                        <a:t>- Cultural Continuity Dashboard</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chemeClr val="tx1"/>
                    </a:solidFill>
                  </a:tcPr>
                </a:tc>
                <a:tc vMerge="1">
                  <a:txBody>
                    <a:bodyPr/>
                    <a:lstStyle/>
                    <a:p>
                      <a:endParaRPr/>
                    </a:p>
                  </a:txBody>
                  <a:tcPr>
                    <a:solidFill>
                      <a:srgbClr val="E8A9A9"/>
                    </a:solidFill>
                  </a:tcPr>
                </a:tc>
                <a:extLst>
                  <a:ext uri="{0D108BD9-81ED-4DB2-BD59-A6C34878D82A}">
                    <a16:rowId xmlns:a16="http://schemas.microsoft.com/office/drawing/2014/main" val="3847293035"/>
                  </a:ext>
                </a:extLst>
              </a:tr>
              <a:tr h="0">
                <a:tc>
                  <a:txBody>
                    <a:bodyPr/>
                    <a:lstStyle/>
                    <a:p>
                      <a:r>
                        <a:rPr lang="en-GB" sz="1400" kern="1200" noProof="0" dirty="0">
                          <a:solidFill>
                            <a:schemeClr val="bg1"/>
                          </a:solidFill>
                          <a:effectLst/>
                          <a:latin typeface="+mn-lt"/>
                          <a:ea typeface="+mn-ea"/>
                          <a:cs typeface="+mn-cs"/>
                        </a:rPr>
                        <a:t>Minimum Viable Resource System (MVRS)</a:t>
                      </a:r>
                    </a:p>
                  </a:txBody>
                  <a:tcPr>
                    <a:solidFill>
                      <a:schemeClr val="tx1"/>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Essential Resource Flow Engine</a:t>
                      </a:r>
                    </a:p>
                    <a:p>
                      <a:pPr marL="0" algn="l" defTabSz="1079906" rtl="0" eaLnBrk="1" latinLnBrk="0" hangingPunct="1"/>
                      <a:r>
                        <a:rPr lang="en-GB" sz="1400" kern="1200" noProof="0" dirty="0">
                          <a:solidFill>
                            <a:schemeClr val="bg1"/>
                          </a:solidFill>
                          <a:effectLst/>
                          <a:latin typeface="+mn-lt"/>
                          <a:ea typeface="+mn-ea"/>
                          <a:cs typeface="+mn-cs"/>
                        </a:rPr>
                        <a:t>- Minimum Energy/Water/Food Baseline</a:t>
                      </a:r>
                    </a:p>
                    <a:p>
                      <a:pPr marL="0" algn="l" defTabSz="1079906" rtl="0" eaLnBrk="1" latinLnBrk="0" hangingPunct="1"/>
                      <a:r>
                        <a:rPr lang="en-GB" sz="1400" kern="1200" noProof="0" dirty="0">
                          <a:solidFill>
                            <a:schemeClr val="bg1"/>
                          </a:solidFill>
                          <a:effectLst/>
                          <a:latin typeface="+mn-lt"/>
                          <a:ea typeface="+mn-ea"/>
                          <a:cs typeface="+mn-cs"/>
                        </a:rPr>
                        <a:t>- Critical Infrastructure Continuity Core</a:t>
                      </a:r>
                    </a:p>
                    <a:p>
                      <a:pPr marL="0" algn="l" defTabSz="1079906" rtl="0" eaLnBrk="1" latinLnBrk="0" hangingPunct="1"/>
                      <a:r>
                        <a:rPr lang="en-GB" sz="1400" kern="1200" noProof="0" dirty="0">
                          <a:solidFill>
                            <a:schemeClr val="bg1"/>
                          </a:solidFill>
                          <a:effectLst/>
                          <a:latin typeface="+mn-lt"/>
                          <a:ea typeface="+mn-ea"/>
                          <a:cs typeface="+mn-cs"/>
                        </a:rPr>
                        <a:t>- Resource Availability Monitor</a:t>
                      </a:r>
                    </a:p>
                    <a:p>
                      <a:pPr marL="0" algn="l" defTabSz="1079906" rtl="0" eaLnBrk="1" latinLnBrk="0" hangingPunct="1"/>
                      <a:r>
                        <a:rPr lang="en-GB" sz="1400" kern="1200" noProof="0" dirty="0">
                          <a:solidFill>
                            <a:schemeClr val="bg1"/>
                          </a:solidFill>
                          <a:effectLst/>
                          <a:latin typeface="+mn-lt"/>
                          <a:ea typeface="+mn-ea"/>
                          <a:cs typeface="+mn-cs"/>
                        </a:rPr>
                        <a:t>- Essential Logistics Subsystem</a:t>
                      </a:r>
                    </a:p>
                  </a:txBody>
                  <a:tcPr>
                    <a:solidFill>
                      <a:schemeClr val="tx1"/>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Essential Resource Flow Dashboard</a:t>
                      </a:r>
                    </a:p>
                    <a:p>
                      <a:pPr marL="0" algn="l" defTabSz="1079906" rtl="0" eaLnBrk="1" latinLnBrk="0" hangingPunct="1"/>
                      <a:r>
                        <a:rPr lang="en-GB" sz="1400" kern="1200" noProof="0" dirty="0">
                          <a:solidFill>
                            <a:schemeClr val="bg1"/>
                          </a:solidFill>
                          <a:effectLst/>
                          <a:latin typeface="+mn-lt"/>
                          <a:ea typeface="+mn-ea"/>
                          <a:cs typeface="+mn-cs"/>
                        </a:rPr>
                        <a:t>- Continuity Planning Toolkit</a:t>
                      </a:r>
                    </a:p>
                    <a:p>
                      <a:pPr marL="0" algn="l" defTabSz="1079906" rtl="0" eaLnBrk="1" latinLnBrk="0" hangingPunct="1"/>
                      <a:r>
                        <a:rPr lang="en-GB" sz="1400" kern="1200" noProof="0" dirty="0">
                          <a:solidFill>
                            <a:schemeClr val="bg1"/>
                          </a:solidFill>
                          <a:effectLst/>
                          <a:latin typeface="+mn-lt"/>
                          <a:ea typeface="+mn-ea"/>
                          <a:cs typeface="+mn-cs"/>
                        </a:rPr>
                        <a:t>- Critical Resource Monitor</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chemeClr val="tx1"/>
                    </a:solidFill>
                  </a:tcPr>
                </a:tc>
                <a:tc vMerge="1">
                  <a:txBody>
                    <a:bodyPr/>
                    <a:lstStyle/>
                    <a:p>
                      <a:endParaRPr lang="en-GB" sz="1600" dirty="0">
                        <a:latin typeface="+mn-lt"/>
                      </a:endParaRPr>
                    </a:p>
                  </a:txBody>
                  <a:tcPr>
                    <a:solidFill>
                      <a:srgbClr val="E8A9A9"/>
                    </a:solidFill>
                  </a:tcPr>
                </a:tc>
                <a:extLst>
                  <a:ext uri="{0D108BD9-81ED-4DB2-BD59-A6C34878D82A}">
                    <a16:rowId xmlns:a16="http://schemas.microsoft.com/office/drawing/2014/main" val="3825252355"/>
                  </a:ext>
                </a:extLst>
              </a:tr>
              <a:tr h="0">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400" kern="1200" noProof="0" dirty="0">
                          <a:solidFill>
                            <a:schemeClr val="bg1"/>
                          </a:solidFill>
                          <a:effectLst/>
                          <a:latin typeface="+mn-lt"/>
                          <a:ea typeface="+mn-ea"/>
                          <a:cs typeface="+mn-cs"/>
                        </a:rPr>
                        <a:t>Minimum Viable Ecological System (MVES)</a:t>
                      </a:r>
                    </a:p>
                  </a:txBody>
                  <a:tcPr>
                    <a:solidFill>
                      <a:schemeClr val="tx1"/>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Ecological Stability Baseline</a:t>
                      </a:r>
                    </a:p>
                    <a:p>
                      <a:pPr marL="0" algn="l" defTabSz="1079906" rtl="0" eaLnBrk="1" latinLnBrk="0" hangingPunct="1"/>
                      <a:r>
                        <a:rPr lang="en-GB" sz="1400" kern="1200" noProof="0" dirty="0">
                          <a:solidFill>
                            <a:schemeClr val="bg1"/>
                          </a:solidFill>
                          <a:effectLst/>
                          <a:latin typeface="+mn-lt"/>
                          <a:ea typeface="+mn-ea"/>
                          <a:cs typeface="+mn-cs"/>
                        </a:rPr>
                        <a:t>- Minimum Biodiversity Threshold Monitor</a:t>
                      </a:r>
                    </a:p>
                    <a:p>
                      <a:pPr marL="0" algn="l" defTabSz="1079906" rtl="0" eaLnBrk="1" latinLnBrk="0" hangingPunct="1"/>
                      <a:r>
                        <a:rPr lang="en-GB" sz="1400" kern="1200" noProof="0" dirty="0">
                          <a:solidFill>
                            <a:schemeClr val="bg1"/>
                          </a:solidFill>
                          <a:effectLst/>
                          <a:latin typeface="+mn-lt"/>
                          <a:ea typeface="+mn-ea"/>
                          <a:cs typeface="+mn-cs"/>
                        </a:rPr>
                        <a:t>- Ecosystem Health Scanner</a:t>
                      </a:r>
                    </a:p>
                    <a:p>
                      <a:pPr marL="0" algn="l" defTabSz="1079906" rtl="0" eaLnBrk="1" latinLnBrk="0" hangingPunct="1"/>
                      <a:r>
                        <a:rPr lang="en-GB" sz="1400" kern="1200" noProof="0" dirty="0">
                          <a:solidFill>
                            <a:schemeClr val="bg1"/>
                          </a:solidFill>
                          <a:effectLst/>
                          <a:latin typeface="+mn-lt"/>
                          <a:ea typeface="+mn-ea"/>
                          <a:cs typeface="+mn-cs"/>
                        </a:rPr>
                        <a:t>- Regenerative Capacity Baseline</a:t>
                      </a:r>
                    </a:p>
                    <a:p>
                      <a:pPr marL="0" algn="l" defTabSz="1079906" rtl="0" eaLnBrk="1" latinLnBrk="0" hangingPunct="1"/>
                      <a:r>
                        <a:rPr lang="en-GB" sz="1400" kern="1200" noProof="0" dirty="0">
                          <a:solidFill>
                            <a:schemeClr val="bg1"/>
                          </a:solidFill>
                          <a:effectLst/>
                          <a:latin typeface="+mn-lt"/>
                          <a:ea typeface="+mn-ea"/>
                          <a:cs typeface="+mn-cs"/>
                        </a:rPr>
                        <a:t>- Planetary Boundary Watchdog</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chemeClr val="tx1"/>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Ecological Baseline Dashboard</a:t>
                      </a:r>
                    </a:p>
                    <a:p>
                      <a:pPr marL="0" algn="l" defTabSz="1079906" rtl="0" eaLnBrk="1" latinLnBrk="0" hangingPunct="1"/>
                      <a:r>
                        <a:rPr lang="en-GB" sz="1400" kern="1200" noProof="0" dirty="0">
                          <a:solidFill>
                            <a:schemeClr val="bg1"/>
                          </a:solidFill>
                          <a:effectLst/>
                          <a:latin typeface="+mn-lt"/>
                          <a:ea typeface="+mn-ea"/>
                          <a:cs typeface="+mn-cs"/>
                        </a:rPr>
                        <a:t>- Biodiversity Threshold Tools</a:t>
                      </a:r>
                    </a:p>
                    <a:p>
                      <a:pPr marL="0" algn="l" defTabSz="1079906" rtl="0" eaLnBrk="1" latinLnBrk="0" hangingPunct="1"/>
                      <a:r>
                        <a:rPr lang="en-GB" sz="1400" kern="1200" noProof="0" dirty="0">
                          <a:solidFill>
                            <a:schemeClr val="bg1"/>
                          </a:solidFill>
                          <a:effectLst/>
                          <a:latin typeface="+mn-lt"/>
                          <a:ea typeface="+mn-ea"/>
                          <a:cs typeface="+mn-cs"/>
                        </a:rPr>
                        <a:t>- Regenerative Capacity Toolkit</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chemeClr val="tx1"/>
                    </a:solidFill>
                  </a:tcPr>
                </a:tc>
                <a:tc vMerge="1">
                  <a:txBody>
                    <a:bodyPr/>
                    <a:lstStyle/>
                    <a:p>
                      <a:pPr marL="0" algn="l" defTabSz="1079906" rtl="0" eaLnBrk="1" latinLnBrk="0" hangingPunct="1"/>
                      <a:endParaRPr lang="en-GB" sz="1400" kern="1200" dirty="0">
                        <a:solidFill>
                          <a:schemeClr val="bg1"/>
                        </a:solidFill>
                        <a:effectLst/>
                        <a:latin typeface="+mn-lt"/>
                        <a:ea typeface="+mn-ea"/>
                        <a:cs typeface="+mn-cs"/>
                      </a:endParaRPr>
                    </a:p>
                  </a:txBody>
                  <a:tcPr>
                    <a:solidFill>
                      <a:schemeClr val="tx1"/>
                    </a:solidFill>
                  </a:tcPr>
                </a:tc>
                <a:extLst>
                  <a:ext uri="{0D108BD9-81ED-4DB2-BD59-A6C34878D82A}">
                    <a16:rowId xmlns:a16="http://schemas.microsoft.com/office/drawing/2014/main" val="3878470225"/>
                  </a:ext>
                </a:extLst>
              </a:tr>
            </a:tbl>
          </a:graphicData>
        </a:graphic>
      </p:graphicFrame>
      <p:sp>
        <p:nvSpPr>
          <p:cNvPr id="6" name="TextBox 5">
            <a:extLst>
              <a:ext uri="{FF2B5EF4-FFF2-40B4-BE49-F238E27FC236}">
                <a16:creationId xmlns:a16="http://schemas.microsoft.com/office/drawing/2014/main" id="{C23DC5A7-7F75-03F3-920B-6B738B214EC6}"/>
              </a:ext>
            </a:extLst>
          </p:cNvPr>
          <p:cNvSpPr txBox="1"/>
          <p:nvPr/>
        </p:nvSpPr>
        <p:spPr>
          <a:xfrm>
            <a:off x="12745615" y="261428"/>
            <a:ext cx="2982065" cy="6832640"/>
          </a:xfrm>
          <a:prstGeom prst="rect">
            <a:avLst/>
          </a:prstGeom>
          <a:noFill/>
        </p:spPr>
        <p:txBody>
          <a:bodyPr wrap="square" rtlCol="0">
            <a:spAutoFit/>
          </a:bodyPr>
          <a:lstStyle/>
          <a:p>
            <a:r>
              <a:rPr lang="en-GB" sz="1400" b="1" noProof="0" dirty="0"/>
              <a:t>6. Notes / Design Intent</a:t>
            </a:r>
            <a:br>
              <a:rPr lang="en-GB" sz="1400" noProof="0" dirty="0"/>
            </a:br>
            <a:r>
              <a:rPr lang="en-GB" sz="1600" noProof="0" dirty="0"/>
              <a:t>Cross‑cutting:</a:t>
            </a:r>
          </a:p>
          <a:p>
            <a:r>
              <a:rPr lang="en-GB" sz="1600" noProof="0" dirty="0"/>
              <a:t>- Minimum Viable Systems define the absolute baseline required for a functioning civilisation.</a:t>
            </a:r>
          </a:p>
          <a:p>
            <a:r>
              <a:rPr lang="en-GB" sz="1600" noProof="0" dirty="0"/>
              <a:t>- They ensure continuity even under extreme stress or partial system failure.</a:t>
            </a:r>
          </a:p>
          <a:p>
            <a:r>
              <a:rPr lang="en-GB" sz="1600" noProof="0" dirty="0"/>
              <a:t>- Every other Family depends on these baselines.</a:t>
            </a:r>
          </a:p>
          <a:p>
            <a:endParaRPr lang="en-GB" sz="1600" noProof="0" dirty="0"/>
          </a:p>
          <a:p>
            <a:r>
              <a:rPr lang="en-GB" sz="1600" noProof="0" dirty="0"/>
              <a:t>Design intent:</a:t>
            </a:r>
          </a:p>
          <a:p>
            <a:r>
              <a:rPr lang="en-GB" sz="1600" noProof="0" dirty="0"/>
              <a:t>- MVGS ensures governance legitimacy and continuity.</a:t>
            </a:r>
          </a:p>
          <a:p>
            <a:r>
              <a:rPr lang="en-GB" sz="1600" noProof="0" dirty="0"/>
              <a:t>- MVES ensures basic economic coordination and stability.</a:t>
            </a:r>
          </a:p>
          <a:p>
            <a:r>
              <a:rPr lang="en-GB" sz="1600" noProof="0" dirty="0"/>
              <a:t>- MVCS ensures cultural cohesion and shared meaning.</a:t>
            </a:r>
          </a:p>
          <a:p>
            <a:r>
              <a:rPr lang="en-GB" sz="1600" noProof="0" dirty="0"/>
              <a:t>- MVRS ensures essential resource flows remain intact.</a:t>
            </a:r>
          </a:p>
          <a:p>
            <a:r>
              <a:rPr lang="en-GB" sz="1600" noProof="0" dirty="0"/>
              <a:t>- MVES (ecological) ensures civilisation stays within minimum safe ecological thresholds.</a:t>
            </a:r>
          </a:p>
          <a:p>
            <a:endParaRPr lang="en-GB" sz="1400" noProof="0" dirty="0"/>
          </a:p>
        </p:txBody>
      </p:sp>
      <p:pic>
        <p:nvPicPr>
          <p:cNvPr id="8" name="Picture 7">
            <a:hlinkClick r:id="rId3" action="ppaction://hlinksldjump"/>
            <a:extLst>
              <a:ext uri="{FF2B5EF4-FFF2-40B4-BE49-F238E27FC236}">
                <a16:creationId xmlns:a16="http://schemas.microsoft.com/office/drawing/2014/main" id="{BD339A63-5666-0537-FBE2-F91D86CA71C2}"/>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1408117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96F5C-EF76-9412-09D2-9AB2085D253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1C6FDED-5A41-EE09-9893-FA96D8FECC90}"/>
              </a:ext>
            </a:extLst>
          </p:cNvPr>
          <p:cNvSpPr>
            <a:spLocks noGrp="1"/>
          </p:cNvSpPr>
          <p:nvPr>
            <p:ph type="title"/>
          </p:nvPr>
        </p:nvSpPr>
        <p:spPr>
          <a:xfrm>
            <a:off x="-1" y="7745168"/>
            <a:ext cx="15840075" cy="352976"/>
          </a:xfrm>
          <a:solidFill>
            <a:srgbClr val="455A64"/>
          </a:solidFill>
          <a:ln w="31750">
            <a:solidFill>
              <a:schemeClr val="accent1">
                <a:shade val="15000"/>
              </a:schemeClr>
            </a:solidFill>
          </a:ln>
        </p:spPr>
        <p:txBody>
          <a:bodyPr>
            <a:noAutofit/>
          </a:bodyPr>
          <a:lstStyle/>
          <a:p>
            <a:r>
              <a:rPr lang="en-GB" sz="1800" b="1" noProof="0" dirty="0">
                <a:solidFill>
                  <a:schemeClr val="bg1"/>
                </a:solidFill>
              </a:rPr>
              <a:t>10. Standards</a:t>
            </a:r>
          </a:p>
        </p:txBody>
      </p:sp>
      <p:graphicFrame>
        <p:nvGraphicFramePr>
          <p:cNvPr id="5" name="Table 4">
            <a:extLst>
              <a:ext uri="{FF2B5EF4-FFF2-40B4-BE49-F238E27FC236}">
                <a16:creationId xmlns:a16="http://schemas.microsoft.com/office/drawing/2014/main" id="{995771F4-3610-9806-D532-04C8366F11E9}"/>
              </a:ext>
            </a:extLst>
          </p:cNvPr>
          <p:cNvGraphicFramePr>
            <a:graphicFrameLocks noGrp="1"/>
          </p:cNvGraphicFramePr>
          <p:nvPr>
            <p:extLst>
              <p:ext uri="{D42A27DB-BD31-4B8C-83A1-F6EECF244321}">
                <p14:modId xmlns:p14="http://schemas.microsoft.com/office/powerpoint/2010/main" val="3010997143"/>
              </p:ext>
            </p:extLst>
          </p:nvPr>
        </p:nvGraphicFramePr>
        <p:xfrm>
          <a:off x="279919" y="261428"/>
          <a:ext cx="12316408" cy="6903717"/>
        </p:xfrm>
        <a:graphic>
          <a:graphicData uri="http://schemas.openxmlformats.org/drawingml/2006/table">
            <a:tbl>
              <a:tblPr firstRow="1" bandRow="1">
                <a:tableStyleId>{5C22544A-7EE6-4342-B048-85BDC9FD1C3A}</a:tableStyleId>
              </a:tblPr>
              <a:tblGrid>
                <a:gridCol w="3079102">
                  <a:extLst>
                    <a:ext uri="{9D8B030D-6E8A-4147-A177-3AD203B41FA5}">
                      <a16:colId xmlns:a16="http://schemas.microsoft.com/office/drawing/2014/main" val="242542256"/>
                    </a:ext>
                  </a:extLst>
                </a:gridCol>
                <a:gridCol w="3337201">
                  <a:extLst>
                    <a:ext uri="{9D8B030D-6E8A-4147-A177-3AD203B41FA5}">
                      <a16:colId xmlns:a16="http://schemas.microsoft.com/office/drawing/2014/main" val="2656677140"/>
                    </a:ext>
                  </a:extLst>
                </a:gridCol>
                <a:gridCol w="2894592">
                  <a:extLst>
                    <a:ext uri="{9D8B030D-6E8A-4147-A177-3AD203B41FA5}">
                      <a16:colId xmlns:a16="http://schemas.microsoft.com/office/drawing/2014/main" val="2383323501"/>
                    </a:ext>
                  </a:extLst>
                </a:gridCol>
                <a:gridCol w="3005513">
                  <a:extLst>
                    <a:ext uri="{9D8B030D-6E8A-4147-A177-3AD203B41FA5}">
                      <a16:colId xmlns:a16="http://schemas.microsoft.com/office/drawing/2014/main" val="1108542201"/>
                    </a:ext>
                  </a:extLst>
                </a:gridCol>
              </a:tblGrid>
              <a:tr h="383287">
                <a:tc>
                  <a:txBody>
                    <a:bodyPr/>
                    <a:lstStyle/>
                    <a:p>
                      <a:r>
                        <a:rPr lang="en-GB" sz="1600" b="1" noProof="0" dirty="0">
                          <a:solidFill>
                            <a:schemeClr val="bg1"/>
                          </a:solidFill>
                        </a:rPr>
                        <a:t>Module</a:t>
                      </a:r>
                    </a:p>
                  </a:txBody>
                  <a:tcPr>
                    <a:solidFill>
                      <a:srgbClr val="455A64"/>
                    </a:solidFill>
                  </a:tcPr>
                </a:tc>
                <a:tc>
                  <a:txBody>
                    <a:bodyPr/>
                    <a:lstStyle/>
                    <a:p>
                      <a:r>
                        <a:rPr lang="en-GB" sz="1600" b="1" noProof="0" dirty="0">
                          <a:solidFill>
                            <a:schemeClr val="bg1"/>
                          </a:solidFill>
                        </a:rPr>
                        <a:t>L3</a:t>
                      </a:r>
                      <a:r>
                        <a:rPr lang="en-GB" sz="1600" b="1" baseline="0" noProof="0" dirty="0">
                          <a:solidFill>
                            <a:schemeClr val="bg1"/>
                          </a:solidFill>
                        </a:rPr>
                        <a:t> Subsystems </a:t>
                      </a:r>
                      <a:endParaRPr lang="en-GB" sz="1600" b="1" noProof="0" dirty="0">
                        <a:solidFill>
                          <a:schemeClr val="bg1"/>
                        </a:solidFill>
                      </a:endParaRPr>
                    </a:p>
                  </a:txBody>
                  <a:tcPr>
                    <a:solidFill>
                      <a:srgbClr val="455A64"/>
                    </a:solidFill>
                  </a:tcPr>
                </a:tc>
                <a:tc>
                  <a:txBody>
                    <a:bodyPr/>
                    <a:lstStyle/>
                    <a:p>
                      <a:r>
                        <a:rPr lang="en-GB" sz="1600" b="1" noProof="0" dirty="0">
                          <a:solidFill>
                            <a:schemeClr val="bg1"/>
                          </a:solidFill>
                        </a:rPr>
                        <a:t>L4 Instruments</a:t>
                      </a: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L5 Interfaces</a:t>
                      </a:r>
                    </a:p>
                  </a:txBody>
                  <a:tcPr>
                    <a:solidFill>
                      <a:srgbClr val="455A64"/>
                    </a:solidFill>
                  </a:tcPr>
                </a:tc>
                <a:extLst>
                  <a:ext uri="{0D108BD9-81ED-4DB2-BD59-A6C34878D82A}">
                    <a16:rowId xmlns:a16="http://schemas.microsoft.com/office/drawing/2014/main" val="3650292869"/>
                  </a:ext>
                </a:extLst>
              </a:tr>
              <a:tr h="1155950">
                <a:tc>
                  <a:txBody>
                    <a:bodyPr/>
                    <a:lstStyle/>
                    <a:p>
                      <a:pPr marL="0" algn="l" defTabSz="1079906" rtl="0" eaLnBrk="1" latinLnBrk="0" hangingPunct="1"/>
                      <a:r>
                        <a:rPr lang="en-GB" sz="1400" kern="1200" noProof="0" dirty="0">
                          <a:solidFill>
                            <a:schemeClr val="bg1"/>
                          </a:solidFill>
                          <a:effectLst/>
                          <a:latin typeface="+mn-lt"/>
                          <a:ea typeface="+mn-ea"/>
                          <a:cs typeface="+mn-cs"/>
                        </a:rPr>
                        <a:t>Technical Standard</a:t>
                      </a: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Hardware Specification Registry</a:t>
                      </a:r>
                    </a:p>
                    <a:p>
                      <a:pPr marL="0" algn="l" defTabSz="1079906" rtl="0" eaLnBrk="1" latinLnBrk="0" hangingPunct="1"/>
                      <a:r>
                        <a:rPr lang="en-GB" sz="1400" kern="1200" noProof="0" dirty="0">
                          <a:solidFill>
                            <a:schemeClr val="bg1"/>
                          </a:solidFill>
                          <a:effectLst/>
                          <a:latin typeface="+mn-lt"/>
                          <a:ea typeface="+mn-ea"/>
                          <a:cs typeface="+mn-cs"/>
                        </a:rPr>
                        <a:t>- Software Protocol Catalogue</a:t>
                      </a:r>
                    </a:p>
                    <a:p>
                      <a:pPr marL="0" algn="l" defTabSz="1079906" rtl="0" eaLnBrk="1" latinLnBrk="0" hangingPunct="1"/>
                      <a:r>
                        <a:rPr lang="en-GB" sz="1400" kern="1200" noProof="0" dirty="0">
                          <a:solidFill>
                            <a:schemeClr val="bg1"/>
                          </a:solidFill>
                          <a:effectLst/>
                          <a:latin typeface="+mn-lt"/>
                          <a:ea typeface="+mn-ea"/>
                          <a:cs typeface="+mn-cs"/>
                        </a:rPr>
                        <a:t>- Security &amp; Encryption Baseline</a:t>
                      </a:r>
                    </a:p>
                    <a:p>
                      <a:pPr marL="0" algn="l" defTabSz="1079906" rtl="0" eaLnBrk="1" latinLnBrk="0" hangingPunct="1"/>
                      <a:r>
                        <a:rPr lang="en-GB" sz="1400" kern="1200" noProof="0" dirty="0">
                          <a:solidFill>
                            <a:schemeClr val="bg1"/>
                          </a:solidFill>
                          <a:effectLst/>
                          <a:latin typeface="+mn-lt"/>
                          <a:ea typeface="+mn-ea"/>
                          <a:cs typeface="+mn-cs"/>
                        </a:rPr>
                        <a:t>- Performance &amp; Reliability Benchmarks</a:t>
                      </a:r>
                    </a:p>
                    <a:p>
                      <a:pPr marL="0" algn="l" defTabSz="1079906" rtl="0" eaLnBrk="1" latinLnBrk="0" hangingPunct="1"/>
                      <a:r>
                        <a:rPr lang="en-GB" sz="1400" kern="1200" noProof="0" dirty="0">
                          <a:solidFill>
                            <a:schemeClr val="bg1"/>
                          </a:solidFill>
                          <a:effectLst/>
                          <a:latin typeface="+mn-lt"/>
                          <a:ea typeface="+mn-ea"/>
                          <a:cs typeface="+mn-cs"/>
                        </a:rPr>
                        <a:t>- Safety &amp; Compliance Subsystem</a:t>
                      </a: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Technical Standards Dashboard</a:t>
                      </a:r>
                    </a:p>
                    <a:p>
                      <a:pPr marL="0" algn="l" defTabSz="1079906" rtl="0" eaLnBrk="1" latinLnBrk="0" hangingPunct="1"/>
                      <a:r>
                        <a:rPr lang="en-GB" sz="1400" kern="1200" noProof="0" dirty="0">
                          <a:solidFill>
                            <a:schemeClr val="bg1"/>
                          </a:solidFill>
                          <a:effectLst/>
                          <a:latin typeface="+mn-lt"/>
                          <a:ea typeface="+mn-ea"/>
                          <a:cs typeface="+mn-cs"/>
                        </a:rPr>
                        <a:t>- Security Baseline Toolkit</a:t>
                      </a:r>
                    </a:p>
                    <a:p>
                      <a:pPr marL="0" algn="l" defTabSz="1079906" rtl="0" eaLnBrk="1" latinLnBrk="0" hangingPunct="1"/>
                      <a:r>
                        <a:rPr lang="en-GB" sz="1400" kern="1200" noProof="0" dirty="0">
                          <a:solidFill>
                            <a:schemeClr val="bg1"/>
                          </a:solidFill>
                          <a:effectLst/>
                          <a:latin typeface="+mn-lt"/>
                          <a:ea typeface="+mn-ea"/>
                          <a:cs typeface="+mn-cs"/>
                        </a:rPr>
                        <a:t>- Performance Benchmark Tools</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455A64"/>
                    </a:solidFill>
                  </a:tcPr>
                </a:tc>
                <a:tc rowSpan="5">
                  <a:txBody>
                    <a:bodyPr/>
                    <a:lstStyle/>
                    <a:p>
                      <a:pPr marL="0" algn="l" defTabSz="1079906" rtl="0" eaLnBrk="1" latinLnBrk="0" hangingPunct="1"/>
                      <a:r>
                        <a:rPr lang="en-GB" sz="1400" kern="1200" noProof="0" dirty="0">
                          <a:solidFill>
                            <a:schemeClr val="bg1"/>
                          </a:solidFill>
                          <a:effectLst/>
                          <a:latin typeface="+mn-lt"/>
                          <a:ea typeface="+mn-ea"/>
                          <a:cs typeface="+mn-cs"/>
                        </a:rPr>
                        <a:t>- Standards → Governance (procedural consistency, legitimacy criteria)</a:t>
                      </a:r>
                    </a:p>
                    <a:p>
                      <a:pPr marL="0" algn="l" defTabSz="1079906" rtl="0" eaLnBrk="1" latinLnBrk="0" hangingPunct="1"/>
                      <a:r>
                        <a:rPr lang="en-GB" sz="1400" kern="1200" noProof="0" dirty="0">
                          <a:solidFill>
                            <a:schemeClr val="bg1"/>
                          </a:solidFill>
                          <a:effectLst/>
                          <a:latin typeface="+mn-lt"/>
                          <a:ea typeface="+mn-ea"/>
                          <a:cs typeface="+mn-cs"/>
                        </a:rPr>
                        <a:t>- Standards → Risk (safety baselines, compliance thresholds)</a:t>
                      </a:r>
                    </a:p>
                    <a:p>
                      <a:pPr marL="0" algn="l" defTabSz="1079906" rtl="0" eaLnBrk="1" latinLnBrk="0" hangingPunct="1"/>
                      <a:r>
                        <a:rPr lang="en-GB" sz="1400" kern="1200" noProof="0" dirty="0">
                          <a:solidFill>
                            <a:schemeClr val="bg1"/>
                          </a:solidFill>
                          <a:effectLst/>
                          <a:latin typeface="+mn-lt"/>
                          <a:ea typeface="+mn-ea"/>
                          <a:cs typeface="+mn-cs"/>
                        </a:rPr>
                        <a:t>- Standards → Data (schemas, metadata, quality rules)</a:t>
                      </a:r>
                    </a:p>
                    <a:p>
                      <a:pPr marL="0" algn="l" defTabSz="1079906" rtl="0" eaLnBrk="1" latinLnBrk="0" hangingPunct="1"/>
                      <a:r>
                        <a:rPr lang="en-GB" sz="1400" kern="1200" noProof="0" dirty="0">
                          <a:solidFill>
                            <a:schemeClr val="bg1"/>
                          </a:solidFill>
                          <a:effectLst/>
                          <a:latin typeface="+mn-lt"/>
                          <a:ea typeface="+mn-ea"/>
                          <a:cs typeface="+mn-cs"/>
                        </a:rPr>
                        <a:t>- Standards → Incentives (ethical constraints, transparency)</a:t>
                      </a:r>
                    </a:p>
                    <a:p>
                      <a:pPr marL="0" algn="l" defTabSz="1079906" rtl="0" eaLnBrk="1" latinLnBrk="0" hangingPunct="1"/>
                      <a:r>
                        <a:rPr lang="en-GB" sz="1400" kern="1200" noProof="0" dirty="0">
                          <a:solidFill>
                            <a:schemeClr val="bg1"/>
                          </a:solidFill>
                          <a:effectLst/>
                          <a:latin typeface="+mn-lt"/>
                          <a:ea typeface="+mn-ea"/>
                          <a:cs typeface="+mn-cs"/>
                        </a:rPr>
                        <a:t>- Standards → Infrastructure (technical protocols, reliability baselines)</a:t>
                      </a:r>
                    </a:p>
                    <a:p>
                      <a:pPr marL="0" algn="l" defTabSz="1079906" rtl="0" eaLnBrk="1" latinLnBrk="0" hangingPunct="1"/>
                      <a:r>
                        <a:rPr lang="en-GB" sz="1400" kern="1200" noProof="0" dirty="0">
                          <a:solidFill>
                            <a:schemeClr val="bg1"/>
                          </a:solidFill>
                          <a:effectLst/>
                          <a:latin typeface="+mn-lt"/>
                          <a:ea typeface="+mn-ea"/>
                          <a:cs typeface="+mn-cs"/>
                        </a:rPr>
                        <a:t>- Standards → Meta‑Integration (interoperability, versioning)</a:t>
                      </a:r>
                    </a:p>
                    <a:p>
                      <a:pPr marL="0" algn="l" defTabSz="1079906" rtl="0" eaLnBrk="1" latinLnBrk="0" hangingPunct="1"/>
                      <a:r>
                        <a:rPr lang="en-GB" sz="1400" kern="1200" noProof="0" dirty="0">
                          <a:solidFill>
                            <a:schemeClr val="bg1"/>
                          </a:solidFill>
                          <a:effectLst/>
                          <a:latin typeface="+mn-lt"/>
                          <a:ea typeface="+mn-ea"/>
                          <a:cs typeface="+mn-cs"/>
                        </a:rPr>
                        <a:t>- Standards → All Families (shared principles, cross‑system coherence)</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455A64"/>
                    </a:solidFill>
                  </a:tcPr>
                </a:tc>
                <a:extLst>
                  <a:ext uri="{0D108BD9-81ED-4DB2-BD59-A6C34878D82A}">
                    <a16:rowId xmlns:a16="http://schemas.microsoft.com/office/drawing/2014/main" val="3739774378"/>
                  </a:ext>
                </a:extLst>
              </a:tr>
              <a:tr h="1184739">
                <a:tc>
                  <a:txBody>
                    <a:bodyPr/>
                    <a:lstStyle/>
                    <a:p>
                      <a:r>
                        <a:rPr lang="en-GB" sz="1400" kern="1200" noProof="0" dirty="0">
                          <a:solidFill>
                            <a:schemeClr val="bg1"/>
                          </a:solidFill>
                          <a:effectLst/>
                          <a:latin typeface="+mn-lt"/>
                          <a:ea typeface="+mn-ea"/>
                          <a:cs typeface="+mn-cs"/>
                        </a:rPr>
                        <a:t>Data Standards</a:t>
                      </a:r>
                    </a:p>
                    <a:p>
                      <a:endParaRPr lang="en-GB" sz="1400" noProof="0" dirty="0">
                        <a:solidFill>
                          <a:schemeClr val="bg1"/>
                        </a:solidFill>
                        <a:latin typeface="+mn-lt"/>
                      </a:endParaRP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Data Schema Registry</a:t>
                      </a:r>
                    </a:p>
                    <a:p>
                      <a:pPr marL="0" algn="l" defTabSz="1079906" rtl="0" eaLnBrk="1" latinLnBrk="0" hangingPunct="1"/>
                      <a:r>
                        <a:rPr lang="en-GB" sz="1400" kern="1200" noProof="0" dirty="0">
                          <a:solidFill>
                            <a:schemeClr val="bg1"/>
                          </a:solidFill>
                          <a:effectLst/>
                          <a:latin typeface="+mn-lt"/>
                          <a:ea typeface="+mn-ea"/>
                          <a:cs typeface="+mn-cs"/>
                        </a:rPr>
                        <a:t>- Metadata &amp; Ontology Manager</a:t>
                      </a:r>
                    </a:p>
                    <a:p>
                      <a:pPr marL="0" algn="l" defTabSz="1079906" rtl="0" eaLnBrk="1" latinLnBrk="0" hangingPunct="1"/>
                      <a:r>
                        <a:rPr lang="en-GB" sz="1400" kern="1200" noProof="0" dirty="0">
                          <a:solidFill>
                            <a:schemeClr val="bg1"/>
                          </a:solidFill>
                          <a:effectLst/>
                          <a:latin typeface="+mn-lt"/>
                          <a:ea typeface="+mn-ea"/>
                          <a:cs typeface="+mn-cs"/>
                        </a:rPr>
                        <a:t>- Data Quality Baseline</a:t>
                      </a:r>
                    </a:p>
                    <a:p>
                      <a:pPr marL="0" algn="l" defTabSz="1079906" rtl="0" eaLnBrk="1" latinLnBrk="0" hangingPunct="1"/>
                      <a:r>
                        <a:rPr lang="en-GB" sz="1400" kern="1200" noProof="0" dirty="0">
                          <a:solidFill>
                            <a:schemeClr val="bg1"/>
                          </a:solidFill>
                          <a:effectLst/>
                          <a:latin typeface="+mn-lt"/>
                          <a:ea typeface="+mn-ea"/>
                          <a:cs typeface="+mn-cs"/>
                        </a:rPr>
                        <a:t>- Data Exchange Format Catalogue</a:t>
                      </a:r>
                    </a:p>
                    <a:p>
                      <a:pPr marL="0" algn="l" defTabSz="1079906" rtl="0" eaLnBrk="1" latinLnBrk="0" hangingPunct="1"/>
                      <a:r>
                        <a:rPr lang="en-GB" sz="1400" kern="1200" noProof="0" dirty="0">
                          <a:solidFill>
                            <a:schemeClr val="bg1"/>
                          </a:solidFill>
                          <a:effectLst/>
                          <a:latin typeface="+mn-lt"/>
                          <a:ea typeface="+mn-ea"/>
                          <a:cs typeface="+mn-cs"/>
                        </a:rPr>
                        <a:t>- Privacy &amp; Consent Standards Engine</a:t>
                      </a: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Schema Validation Toolkit</a:t>
                      </a:r>
                    </a:p>
                    <a:p>
                      <a:pPr marL="0" algn="l" defTabSz="1079906" rtl="0" eaLnBrk="1" latinLnBrk="0" hangingPunct="1"/>
                      <a:r>
                        <a:rPr lang="en-GB" sz="1400" kern="1200" noProof="0" dirty="0">
                          <a:solidFill>
                            <a:schemeClr val="bg1"/>
                          </a:solidFill>
                          <a:effectLst/>
                          <a:latin typeface="+mn-lt"/>
                          <a:ea typeface="+mn-ea"/>
                          <a:cs typeface="+mn-cs"/>
                        </a:rPr>
                        <a:t>- Metadata Management Tools</a:t>
                      </a:r>
                    </a:p>
                    <a:p>
                      <a:pPr marL="0" algn="l" defTabSz="1079906" rtl="0" eaLnBrk="1" latinLnBrk="0" hangingPunct="1"/>
                      <a:r>
                        <a:rPr lang="en-GB" sz="1400" kern="1200" noProof="0" dirty="0">
                          <a:solidFill>
                            <a:schemeClr val="bg1"/>
                          </a:solidFill>
                          <a:effectLst/>
                          <a:latin typeface="+mn-lt"/>
                          <a:ea typeface="+mn-ea"/>
                          <a:cs typeface="+mn-cs"/>
                        </a:rPr>
                        <a:t>- Data Quality Standards Dashboard</a:t>
                      </a:r>
                    </a:p>
                    <a:p>
                      <a:endParaRPr lang="en-GB" sz="1400" noProof="0" dirty="0">
                        <a:solidFill>
                          <a:schemeClr val="bg1"/>
                        </a:solidFill>
                        <a:latin typeface="+mn-lt"/>
                      </a:endParaRPr>
                    </a:p>
                  </a:txBody>
                  <a:tcPr>
                    <a:solidFill>
                      <a:srgbClr val="455A64"/>
                    </a:solidFill>
                  </a:tcPr>
                </a:tc>
                <a:tc vMerge="1">
                  <a:txBody>
                    <a:bodyPr/>
                    <a:lstStyle/>
                    <a:p>
                      <a:endParaRPr lang="en-GB" sz="1600" dirty="0">
                        <a:latin typeface="+mn-lt"/>
                      </a:endParaRPr>
                    </a:p>
                  </a:txBody>
                  <a:tcPr>
                    <a:solidFill>
                      <a:srgbClr val="D6DCDF"/>
                    </a:solidFill>
                  </a:tcPr>
                </a:tc>
                <a:extLst>
                  <a:ext uri="{0D108BD9-81ED-4DB2-BD59-A6C34878D82A}">
                    <a16:rowId xmlns:a16="http://schemas.microsoft.com/office/drawing/2014/main" val="4189637918"/>
                  </a:ext>
                </a:extLst>
              </a:tr>
              <a:tr h="1434251">
                <a:tc>
                  <a:txBody>
                    <a:bodyPr/>
                    <a:lstStyle/>
                    <a:p>
                      <a:r>
                        <a:rPr lang="en-GB" sz="1400" kern="1200" noProof="0" dirty="0">
                          <a:solidFill>
                            <a:schemeClr val="bg1"/>
                          </a:solidFill>
                          <a:effectLst/>
                          <a:latin typeface="+mn-lt"/>
                          <a:ea typeface="+mn-ea"/>
                          <a:cs typeface="+mn-cs"/>
                        </a:rPr>
                        <a:t>Governance Standards</a:t>
                      </a:r>
                    </a:p>
                    <a:p>
                      <a:endParaRPr lang="en-GB" sz="1400" noProof="0" dirty="0">
                        <a:solidFill>
                          <a:schemeClr val="bg1"/>
                        </a:solidFill>
                        <a:latin typeface="+mn-lt"/>
                      </a:endParaRPr>
                    </a:p>
                  </a:txBody>
                  <a:tcPr>
                    <a:solidFill>
                      <a:srgbClr val="455A64"/>
                    </a:solidFill>
                  </a:tcPr>
                </a:tc>
                <a:tc>
                  <a:txBody>
                    <a:bodyPr/>
                    <a:lstStyle/>
                    <a:p>
                      <a:r>
                        <a:rPr lang="en-GB" sz="1400" kern="1200" noProof="0" dirty="0">
                          <a:solidFill>
                            <a:schemeClr val="bg1"/>
                          </a:solidFill>
                          <a:effectLst/>
                          <a:latin typeface="+mn-lt"/>
                          <a:ea typeface="+mn-ea"/>
                          <a:cs typeface="+mn-cs"/>
                        </a:rPr>
                        <a:t>- Transparency &amp; Accountability Standards</a:t>
                      </a:r>
                    </a:p>
                    <a:p>
                      <a:r>
                        <a:rPr lang="en-GB" sz="1400" kern="1200" noProof="0" dirty="0">
                          <a:solidFill>
                            <a:schemeClr val="bg1"/>
                          </a:solidFill>
                          <a:effectLst/>
                          <a:latin typeface="+mn-lt"/>
                          <a:ea typeface="+mn-ea"/>
                          <a:cs typeface="+mn-cs"/>
                        </a:rPr>
                        <a:t>- Mandate &amp; Legitimacy Criteria</a:t>
                      </a:r>
                    </a:p>
                    <a:p>
                      <a:r>
                        <a:rPr lang="en-GB" sz="1400" kern="1200" noProof="0" dirty="0">
                          <a:solidFill>
                            <a:schemeClr val="bg1"/>
                          </a:solidFill>
                          <a:effectLst/>
                          <a:latin typeface="+mn-lt"/>
                          <a:ea typeface="+mn-ea"/>
                          <a:cs typeface="+mn-cs"/>
                        </a:rPr>
                        <a:t>- Ethical &amp; Rights Framework</a:t>
                      </a:r>
                    </a:p>
                    <a:p>
                      <a:r>
                        <a:rPr lang="en-GB" sz="1400" kern="1200" noProof="0" dirty="0">
                          <a:solidFill>
                            <a:schemeClr val="bg1"/>
                          </a:solidFill>
                          <a:effectLst/>
                          <a:latin typeface="+mn-lt"/>
                          <a:ea typeface="+mn-ea"/>
                          <a:cs typeface="+mn-cs"/>
                        </a:rPr>
                        <a:t>- Procedural Consistency Engine</a:t>
                      </a:r>
                    </a:p>
                    <a:p>
                      <a:r>
                        <a:rPr lang="en-GB" sz="1400" kern="1200" noProof="0" dirty="0">
                          <a:solidFill>
                            <a:schemeClr val="bg1"/>
                          </a:solidFill>
                          <a:effectLst/>
                          <a:latin typeface="+mn-lt"/>
                          <a:ea typeface="+mn-ea"/>
                          <a:cs typeface="+mn-cs"/>
                        </a:rPr>
                        <a:t>- Governance Compliance Monitor</a:t>
                      </a: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Governance Standards Toolkit</a:t>
                      </a:r>
                    </a:p>
                    <a:p>
                      <a:pPr marL="0" algn="l" defTabSz="1079906" rtl="0" eaLnBrk="1" latinLnBrk="0" hangingPunct="1"/>
                      <a:r>
                        <a:rPr lang="en-GB" sz="1400" kern="1200" noProof="0" dirty="0">
                          <a:solidFill>
                            <a:schemeClr val="bg1"/>
                          </a:solidFill>
                          <a:effectLst/>
                          <a:latin typeface="+mn-lt"/>
                          <a:ea typeface="+mn-ea"/>
                          <a:cs typeface="+mn-cs"/>
                        </a:rPr>
                        <a:t>- Transparency Assessment Tools</a:t>
                      </a:r>
                    </a:p>
                    <a:p>
                      <a:pPr marL="0" algn="l" defTabSz="1079906" rtl="0" eaLnBrk="1" latinLnBrk="0" hangingPunct="1"/>
                      <a:r>
                        <a:rPr lang="en-GB" sz="1400" kern="1200" noProof="0" dirty="0">
                          <a:solidFill>
                            <a:schemeClr val="bg1"/>
                          </a:solidFill>
                          <a:effectLst/>
                          <a:latin typeface="+mn-lt"/>
                          <a:ea typeface="+mn-ea"/>
                          <a:cs typeface="+mn-cs"/>
                        </a:rPr>
                        <a:t>- Rights &amp; Ethics Compliance Dashboard</a:t>
                      </a:r>
                    </a:p>
                    <a:p>
                      <a:endParaRPr lang="en-GB" sz="1400" noProof="0" dirty="0">
                        <a:solidFill>
                          <a:schemeClr val="bg1"/>
                        </a:solidFill>
                        <a:latin typeface="+mn-lt"/>
                      </a:endParaRPr>
                    </a:p>
                  </a:txBody>
                  <a:tcPr>
                    <a:solidFill>
                      <a:srgbClr val="455A64"/>
                    </a:solidFill>
                  </a:tcPr>
                </a:tc>
                <a:tc vMerge="1">
                  <a:txBody>
                    <a:bodyPr/>
                    <a:lstStyle/>
                    <a:p>
                      <a:endParaRPr lang="en-GB" sz="1600" dirty="0">
                        <a:latin typeface="+mn-lt"/>
                      </a:endParaRPr>
                    </a:p>
                  </a:txBody>
                  <a:tcPr>
                    <a:solidFill>
                      <a:srgbClr val="D6DCDF"/>
                    </a:solidFill>
                  </a:tcPr>
                </a:tc>
                <a:extLst>
                  <a:ext uri="{0D108BD9-81ED-4DB2-BD59-A6C34878D82A}">
                    <a16:rowId xmlns:a16="http://schemas.microsoft.com/office/drawing/2014/main" val="3847293035"/>
                  </a:ext>
                </a:extLst>
              </a:tr>
              <a:tr h="0">
                <a:tc>
                  <a:txBody>
                    <a:bodyPr/>
                    <a:lstStyle/>
                    <a:p>
                      <a:r>
                        <a:rPr lang="en-GB" sz="1400" kern="1200" noProof="0" dirty="0">
                          <a:solidFill>
                            <a:schemeClr val="bg1"/>
                          </a:solidFill>
                          <a:effectLst/>
                          <a:latin typeface="+mn-lt"/>
                          <a:ea typeface="+mn-ea"/>
                          <a:cs typeface="+mn-cs"/>
                        </a:rPr>
                        <a:t>Interoperability Standards</a:t>
                      </a:r>
                    </a:p>
                    <a:p>
                      <a:pPr marL="0" marR="0" lvl="0" indent="0" algn="l" defTabSz="1079906" rtl="0" eaLnBrk="1" fontAlgn="auto" latinLnBrk="0" hangingPunct="1">
                        <a:lnSpc>
                          <a:spcPct val="100000"/>
                        </a:lnSpc>
                        <a:spcBef>
                          <a:spcPts val="0"/>
                        </a:spcBef>
                        <a:spcAft>
                          <a:spcPts val="0"/>
                        </a:spcAft>
                        <a:buClrTx/>
                        <a:buSzTx/>
                        <a:buFontTx/>
                        <a:buNone/>
                        <a:tabLst/>
                        <a:defRPr/>
                      </a:pPr>
                      <a:endParaRPr lang="en-GB" sz="1400" noProof="0" dirty="0">
                        <a:solidFill>
                          <a:schemeClr val="bg1"/>
                        </a:solidFill>
                        <a:effectLst/>
                        <a:latin typeface="+mn-lt"/>
                      </a:endParaRP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API &amp; Interface Standards Registry</a:t>
                      </a:r>
                    </a:p>
                    <a:p>
                      <a:pPr marL="0" algn="l" defTabSz="1079906" rtl="0" eaLnBrk="1" latinLnBrk="0" hangingPunct="1"/>
                      <a:r>
                        <a:rPr lang="en-GB" sz="1400" kern="1200" noProof="0" dirty="0">
                          <a:solidFill>
                            <a:schemeClr val="bg1"/>
                          </a:solidFill>
                          <a:effectLst/>
                          <a:latin typeface="+mn-lt"/>
                          <a:ea typeface="+mn-ea"/>
                          <a:cs typeface="+mn-cs"/>
                        </a:rPr>
                        <a:t>- Cross‑System Protocol Manager</a:t>
                      </a:r>
                    </a:p>
                    <a:p>
                      <a:pPr marL="0" algn="l" defTabSz="1079906" rtl="0" eaLnBrk="1" latinLnBrk="0" hangingPunct="1"/>
                      <a:r>
                        <a:rPr lang="en-GB" sz="1400" kern="1200" noProof="0" dirty="0">
                          <a:solidFill>
                            <a:schemeClr val="bg1"/>
                          </a:solidFill>
                          <a:effectLst/>
                          <a:latin typeface="+mn-lt"/>
                          <a:ea typeface="+mn-ea"/>
                          <a:cs typeface="+mn-cs"/>
                        </a:rPr>
                        <a:t>- Semantic Interoperability Engine</a:t>
                      </a:r>
                    </a:p>
                    <a:p>
                      <a:pPr marL="0" algn="l" defTabSz="1079906" rtl="0" eaLnBrk="1" latinLnBrk="0" hangingPunct="1"/>
                      <a:r>
                        <a:rPr lang="en-GB" sz="1400" kern="1200" noProof="0" dirty="0">
                          <a:solidFill>
                            <a:schemeClr val="bg1"/>
                          </a:solidFill>
                          <a:effectLst/>
                          <a:latin typeface="+mn-lt"/>
                          <a:ea typeface="+mn-ea"/>
                          <a:cs typeface="+mn-cs"/>
                        </a:rPr>
                        <a:t>- Integration Consistency Subsystem</a:t>
                      </a:r>
                    </a:p>
                    <a:p>
                      <a:pPr marL="0" algn="l" defTabSz="1079906" rtl="0" eaLnBrk="1" latinLnBrk="0" hangingPunct="1"/>
                      <a:r>
                        <a:rPr lang="en-GB" sz="1400" kern="1200" noProof="0" dirty="0">
                          <a:solidFill>
                            <a:schemeClr val="bg1"/>
                          </a:solidFill>
                          <a:effectLst/>
                          <a:latin typeface="+mn-lt"/>
                          <a:ea typeface="+mn-ea"/>
                          <a:cs typeface="+mn-cs"/>
                        </a:rPr>
                        <a:t>- Versioning &amp; Compatibility Monitor</a:t>
                      </a: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API Standards Toolkit</a:t>
                      </a:r>
                    </a:p>
                    <a:p>
                      <a:pPr marL="0" algn="l" defTabSz="1079906" rtl="0" eaLnBrk="1" latinLnBrk="0" hangingPunct="1"/>
                      <a:r>
                        <a:rPr lang="en-GB" sz="1400" kern="1200" noProof="0" dirty="0">
                          <a:solidFill>
                            <a:schemeClr val="bg1"/>
                          </a:solidFill>
                          <a:effectLst/>
                          <a:latin typeface="+mn-lt"/>
                          <a:ea typeface="+mn-ea"/>
                          <a:cs typeface="+mn-cs"/>
                        </a:rPr>
                        <a:t>- Protocol Validation Tools</a:t>
                      </a:r>
                    </a:p>
                    <a:p>
                      <a:pPr marL="0" algn="l" defTabSz="1079906" rtl="0" eaLnBrk="1" latinLnBrk="0" hangingPunct="1"/>
                      <a:r>
                        <a:rPr lang="en-GB" sz="1400" kern="1200" noProof="0" dirty="0">
                          <a:solidFill>
                            <a:schemeClr val="bg1"/>
                          </a:solidFill>
                          <a:effectLst/>
                          <a:latin typeface="+mn-lt"/>
                          <a:ea typeface="+mn-ea"/>
                          <a:cs typeface="+mn-cs"/>
                        </a:rPr>
                        <a:t>- Compatibility &amp; Versioning Dashboard</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455A64"/>
                    </a:solidFill>
                  </a:tcPr>
                </a:tc>
                <a:tc vMerge="1">
                  <a:txBody>
                    <a:bodyPr/>
                    <a:lstStyle/>
                    <a:p>
                      <a:endParaRPr lang="en-GB" sz="1600" dirty="0">
                        <a:latin typeface="+mn-lt"/>
                      </a:endParaRPr>
                    </a:p>
                  </a:txBody>
                  <a:tcPr>
                    <a:solidFill>
                      <a:srgbClr val="D6DCDF"/>
                    </a:solidFill>
                  </a:tcPr>
                </a:tc>
                <a:extLst>
                  <a:ext uri="{0D108BD9-81ED-4DB2-BD59-A6C34878D82A}">
                    <a16:rowId xmlns:a16="http://schemas.microsoft.com/office/drawing/2014/main" val="3825252355"/>
                  </a:ext>
                </a:extLst>
              </a:tr>
              <a:tr h="0">
                <a:tc>
                  <a:txBody>
                    <a:bodyPr/>
                    <a:lstStyle/>
                    <a:p>
                      <a:pPr marL="0" marR="0" lvl="0" indent="0" algn="l" defTabSz="1079906" rtl="0" eaLnBrk="1" fontAlgn="auto" latinLnBrk="0" hangingPunct="1">
                        <a:lnSpc>
                          <a:spcPct val="100000"/>
                        </a:lnSpc>
                        <a:spcBef>
                          <a:spcPts val="0"/>
                        </a:spcBef>
                        <a:spcAft>
                          <a:spcPts val="0"/>
                        </a:spcAft>
                        <a:buClrTx/>
                        <a:buSzTx/>
                        <a:buFontTx/>
                        <a:buNone/>
                        <a:tabLst/>
                        <a:defRPr/>
                      </a:pPr>
                      <a:r>
                        <a:rPr lang="en-GB" sz="1400" kern="1200" noProof="0" dirty="0" err="1">
                          <a:solidFill>
                            <a:schemeClr val="bg1"/>
                          </a:solidFill>
                          <a:effectLst/>
                          <a:latin typeface="+mn-lt"/>
                          <a:ea typeface="+mn-ea"/>
                          <a:cs typeface="+mn-cs"/>
                        </a:rPr>
                        <a:t>CivOS</a:t>
                      </a:r>
                      <a:r>
                        <a:rPr lang="en-GB" sz="1400" kern="1200" noProof="0" dirty="0">
                          <a:solidFill>
                            <a:schemeClr val="bg1"/>
                          </a:solidFill>
                          <a:effectLst/>
                          <a:latin typeface="+mn-lt"/>
                          <a:ea typeface="+mn-ea"/>
                          <a:cs typeface="+mn-cs"/>
                        </a:rPr>
                        <a:t> Design Principles</a:t>
                      </a:r>
                    </a:p>
                    <a:p>
                      <a:pPr marL="0" marR="0" lvl="0" indent="0" algn="l" defTabSz="1079906" rtl="0" eaLnBrk="1" fontAlgn="auto" latinLnBrk="0" hangingPunct="1">
                        <a:lnSpc>
                          <a:spcPct val="100000"/>
                        </a:lnSpc>
                        <a:spcBef>
                          <a:spcPts val="0"/>
                        </a:spcBef>
                        <a:spcAft>
                          <a:spcPts val="0"/>
                        </a:spcAft>
                        <a:buClrTx/>
                        <a:buSzTx/>
                        <a:buFontTx/>
                        <a:buNone/>
                        <a:tabLst/>
                        <a:defRPr/>
                      </a:pPr>
                      <a:endParaRPr lang="en-GB" sz="1400" kern="1200" noProof="0" dirty="0">
                        <a:solidFill>
                          <a:schemeClr val="bg1"/>
                        </a:solidFill>
                        <a:effectLst/>
                        <a:latin typeface="+mn-lt"/>
                        <a:ea typeface="+mn-ea"/>
                        <a:cs typeface="+mn-cs"/>
                      </a:endParaRP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System Integrity Principles</a:t>
                      </a:r>
                    </a:p>
                    <a:p>
                      <a:pPr marL="0" algn="l" defTabSz="1079906" rtl="0" eaLnBrk="1" latinLnBrk="0" hangingPunct="1"/>
                      <a:r>
                        <a:rPr lang="en-GB" sz="1400" kern="1200" noProof="0" dirty="0">
                          <a:solidFill>
                            <a:schemeClr val="bg1"/>
                          </a:solidFill>
                          <a:effectLst/>
                          <a:latin typeface="+mn-lt"/>
                          <a:ea typeface="+mn-ea"/>
                          <a:cs typeface="+mn-cs"/>
                        </a:rPr>
                        <a:t>- Non‑Coercion &amp; Agency Safeguards</a:t>
                      </a:r>
                    </a:p>
                    <a:p>
                      <a:pPr marL="0" algn="l" defTabSz="1079906" rtl="0" eaLnBrk="1" latinLnBrk="0" hangingPunct="1"/>
                      <a:r>
                        <a:rPr lang="en-GB" sz="1400" kern="1200" noProof="0" dirty="0">
                          <a:solidFill>
                            <a:schemeClr val="bg1"/>
                          </a:solidFill>
                          <a:effectLst/>
                          <a:latin typeface="+mn-lt"/>
                          <a:ea typeface="+mn-ea"/>
                          <a:cs typeface="+mn-cs"/>
                        </a:rPr>
                        <a:t>- Resilience &amp; Redundancy Principles</a:t>
                      </a:r>
                    </a:p>
                    <a:p>
                      <a:pPr marL="0" algn="l" defTabSz="1079906" rtl="0" eaLnBrk="1" latinLnBrk="0" hangingPunct="1"/>
                      <a:r>
                        <a:rPr lang="en-GB" sz="1400" kern="1200" noProof="0" dirty="0">
                          <a:solidFill>
                            <a:schemeClr val="bg1"/>
                          </a:solidFill>
                          <a:effectLst/>
                          <a:latin typeface="+mn-lt"/>
                          <a:ea typeface="+mn-ea"/>
                          <a:cs typeface="+mn-cs"/>
                        </a:rPr>
                        <a:t>- Positive‑Sum Incentive Principles</a:t>
                      </a:r>
                    </a:p>
                    <a:p>
                      <a:pPr marL="0" algn="l" defTabSz="1079906" rtl="0" eaLnBrk="1" latinLnBrk="0" hangingPunct="1"/>
                      <a:r>
                        <a:rPr lang="en-GB" sz="1400" kern="1200" noProof="0" dirty="0">
                          <a:solidFill>
                            <a:schemeClr val="bg1"/>
                          </a:solidFill>
                          <a:effectLst/>
                          <a:latin typeface="+mn-lt"/>
                          <a:ea typeface="+mn-ea"/>
                          <a:cs typeface="+mn-cs"/>
                        </a:rPr>
                        <a:t>- Open Architecture &amp; Transparency Principles</a:t>
                      </a:r>
                    </a:p>
                  </a:txBody>
                  <a:tcPr>
                    <a:solidFill>
                      <a:srgbClr val="455A64"/>
                    </a:solidFill>
                  </a:tcPr>
                </a:tc>
                <a:tc>
                  <a:txBody>
                    <a:bodyPr/>
                    <a:lstStyle/>
                    <a:p>
                      <a:pPr marL="0" algn="l" defTabSz="1079906" rtl="0" eaLnBrk="1" latinLnBrk="0" hangingPunct="1"/>
                      <a:r>
                        <a:rPr lang="en-GB" sz="1400" kern="1200" noProof="0" dirty="0">
                          <a:solidFill>
                            <a:schemeClr val="bg1"/>
                          </a:solidFill>
                          <a:effectLst/>
                          <a:latin typeface="+mn-lt"/>
                          <a:ea typeface="+mn-ea"/>
                          <a:cs typeface="+mn-cs"/>
                        </a:rPr>
                        <a:t>- Design Principles Reference Library</a:t>
                      </a:r>
                    </a:p>
                    <a:p>
                      <a:pPr marL="0" algn="l" defTabSz="1079906" rtl="0" eaLnBrk="1" latinLnBrk="0" hangingPunct="1"/>
                      <a:r>
                        <a:rPr lang="en-GB" sz="1400" kern="1200" noProof="0" dirty="0">
                          <a:solidFill>
                            <a:schemeClr val="bg1"/>
                          </a:solidFill>
                          <a:effectLst/>
                          <a:latin typeface="+mn-lt"/>
                          <a:ea typeface="+mn-ea"/>
                          <a:cs typeface="+mn-cs"/>
                        </a:rPr>
                        <a:t>- Integrity &amp; Resilience Assessment Tools</a:t>
                      </a:r>
                    </a:p>
                    <a:p>
                      <a:pPr marL="0" algn="l" defTabSz="1079906" rtl="0" eaLnBrk="1" latinLnBrk="0" hangingPunct="1"/>
                      <a:r>
                        <a:rPr lang="en-GB" sz="1400" kern="1200" noProof="0" dirty="0">
                          <a:solidFill>
                            <a:schemeClr val="bg1"/>
                          </a:solidFill>
                          <a:effectLst/>
                          <a:latin typeface="+mn-lt"/>
                          <a:ea typeface="+mn-ea"/>
                          <a:cs typeface="+mn-cs"/>
                        </a:rPr>
                        <a:t>- Transparency &amp; Agency Safeguard Toolkit</a:t>
                      </a:r>
                    </a:p>
                    <a:p>
                      <a:pPr marL="0" algn="l" defTabSz="1079906" rtl="0" eaLnBrk="1" latinLnBrk="0" hangingPunct="1"/>
                      <a:endParaRPr lang="en-GB" sz="1400" kern="1200" noProof="0" dirty="0">
                        <a:solidFill>
                          <a:schemeClr val="bg1"/>
                        </a:solidFill>
                        <a:effectLst/>
                        <a:latin typeface="+mn-lt"/>
                        <a:ea typeface="+mn-ea"/>
                        <a:cs typeface="+mn-cs"/>
                      </a:endParaRPr>
                    </a:p>
                  </a:txBody>
                  <a:tcPr>
                    <a:solidFill>
                      <a:srgbClr val="455A64"/>
                    </a:solidFill>
                  </a:tcPr>
                </a:tc>
                <a:tc vMerge="1">
                  <a:txBody>
                    <a:bodyPr/>
                    <a:lstStyle/>
                    <a:p>
                      <a:endParaRPr lang="en-GB" sz="1400" dirty="0">
                        <a:solidFill>
                          <a:schemeClr val="bg1"/>
                        </a:solidFill>
                        <a:latin typeface="+mn-lt"/>
                      </a:endParaRPr>
                    </a:p>
                  </a:txBody>
                  <a:tcPr>
                    <a:solidFill>
                      <a:srgbClr val="455A64"/>
                    </a:solidFill>
                  </a:tcPr>
                </a:tc>
                <a:extLst>
                  <a:ext uri="{0D108BD9-81ED-4DB2-BD59-A6C34878D82A}">
                    <a16:rowId xmlns:a16="http://schemas.microsoft.com/office/drawing/2014/main" val="1542075352"/>
                  </a:ext>
                </a:extLst>
              </a:tr>
            </a:tbl>
          </a:graphicData>
        </a:graphic>
      </p:graphicFrame>
      <p:sp>
        <p:nvSpPr>
          <p:cNvPr id="6" name="TextBox 5">
            <a:extLst>
              <a:ext uri="{FF2B5EF4-FFF2-40B4-BE49-F238E27FC236}">
                <a16:creationId xmlns:a16="http://schemas.microsoft.com/office/drawing/2014/main" id="{3B603727-8F83-307F-CDF5-85F4193A2B58}"/>
              </a:ext>
            </a:extLst>
          </p:cNvPr>
          <p:cNvSpPr txBox="1"/>
          <p:nvPr/>
        </p:nvSpPr>
        <p:spPr>
          <a:xfrm>
            <a:off x="12745615" y="261428"/>
            <a:ext cx="2814541" cy="7509748"/>
          </a:xfrm>
          <a:prstGeom prst="rect">
            <a:avLst/>
          </a:prstGeom>
          <a:noFill/>
        </p:spPr>
        <p:txBody>
          <a:bodyPr wrap="square" rtlCol="0">
            <a:spAutoFit/>
          </a:bodyPr>
          <a:lstStyle/>
          <a:p>
            <a:r>
              <a:rPr lang="en-GB" sz="1600" b="1" noProof="0" dirty="0"/>
              <a:t>6. Notes / Design Intent</a:t>
            </a:r>
            <a:br>
              <a:rPr lang="en-GB" sz="1600" noProof="0" dirty="0"/>
            </a:br>
            <a:r>
              <a:rPr lang="en-GB" sz="1600" noProof="0" dirty="0"/>
              <a:t>- Standards ensure </a:t>
            </a:r>
            <a:r>
              <a:rPr lang="en-GB" sz="1600" noProof="0" dirty="0" err="1"/>
              <a:t>CivOS</a:t>
            </a:r>
            <a:r>
              <a:rPr lang="en-GB" sz="1600" noProof="0" dirty="0"/>
              <a:t> remains coherent, safe, interoperable, and non‑arbitrary.</a:t>
            </a:r>
          </a:p>
          <a:p>
            <a:r>
              <a:rPr lang="en-GB" sz="1600" noProof="0" dirty="0"/>
              <a:t>- They prevent drift, fragmentation, and incompatible subsystem evolution.</a:t>
            </a:r>
          </a:p>
          <a:p>
            <a:r>
              <a:rPr lang="en-GB" sz="1600" noProof="0" dirty="0"/>
              <a:t>- They encode the </a:t>
            </a:r>
            <a:r>
              <a:rPr lang="en-GB" sz="1600" noProof="0" dirty="0" err="1"/>
              <a:t>CivOS</a:t>
            </a:r>
            <a:r>
              <a:rPr lang="en-GB" sz="1600" noProof="0" dirty="0"/>
              <a:t> design philosophy into enforceable, testable criteria.</a:t>
            </a:r>
          </a:p>
          <a:p>
            <a:endParaRPr lang="en-GB" sz="1600" noProof="0" dirty="0"/>
          </a:p>
          <a:p>
            <a:r>
              <a:rPr lang="en-GB" sz="1600" noProof="0" dirty="0"/>
              <a:t>Design intent:</a:t>
            </a:r>
          </a:p>
          <a:p>
            <a:r>
              <a:rPr lang="en-GB" sz="1600" noProof="0" dirty="0"/>
              <a:t>- Technical Standards define how systems are built.</a:t>
            </a:r>
          </a:p>
          <a:p>
            <a:r>
              <a:rPr lang="en-GB" sz="1600" noProof="0" dirty="0"/>
              <a:t>- Data Standards define how information is structured and exchanged.</a:t>
            </a:r>
          </a:p>
          <a:p>
            <a:r>
              <a:rPr lang="en-GB" sz="1600" noProof="0" dirty="0"/>
              <a:t>- Governance Standards define how decisions remain legitimate and transparent.</a:t>
            </a:r>
          </a:p>
          <a:p>
            <a:r>
              <a:rPr lang="en-GB" sz="1600" noProof="0" dirty="0"/>
              <a:t>- Interoperability Standards ensure systems can talk to each other.</a:t>
            </a:r>
          </a:p>
          <a:p>
            <a:r>
              <a:rPr lang="en-GB" sz="1600" noProof="0" dirty="0"/>
              <a:t>- </a:t>
            </a:r>
            <a:r>
              <a:rPr lang="en-GB" sz="1600" noProof="0" dirty="0" err="1"/>
              <a:t>CivOS</a:t>
            </a:r>
            <a:r>
              <a:rPr lang="en-GB" sz="1600" noProof="0" dirty="0"/>
              <a:t> Design Principles encode the foundational constraints of the civilisation.</a:t>
            </a:r>
          </a:p>
          <a:p>
            <a:endParaRPr lang="en-GB" sz="1600" noProof="0" dirty="0"/>
          </a:p>
        </p:txBody>
      </p:sp>
      <p:pic>
        <p:nvPicPr>
          <p:cNvPr id="8" name="Picture 7">
            <a:hlinkClick r:id="rId3" action="ppaction://hlinksldjump"/>
            <a:extLst>
              <a:ext uri="{FF2B5EF4-FFF2-40B4-BE49-F238E27FC236}">
                <a16:creationId xmlns:a16="http://schemas.microsoft.com/office/drawing/2014/main" id="{161BB92F-F4FC-3E62-EBFF-2CA649EBCF6D}"/>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2225591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0BB653D-CD78-082E-5A69-0DAF50B3983A}"/>
              </a:ext>
            </a:extLst>
          </p:cNvPr>
          <p:cNvPicPr>
            <a:picLocks noChangeAspect="1"/>
          </p:cNvPicPr>
          <p:nvPr/>
        </p:nvPicPr>
        <p:blipFill>
          <a:blip r:embed="rId2"/>
          <a:stretch>
            <a:fillRect/>
          </a:stretch>
        </p:blipFill>
        <p:spPr>
          <a:xfrm>
            <a:off x="-1" y="0"/>
            <a:ext cx="12137665" cy="8099425"/>
          </a:xfrm>
          <a:prstGeom prst="rect">
            <a:avLst/>
          </a:prstGeom>
        </p:spPr>
      </p:pic>
      <p:pic>
        <p:nvPicPr>
          <p:cNvPr id="2" name="Picture 1">
            <a:hlinkClick r:id="rId3" action="ppaction://hlinksldjump"/>
            <a:extLst>
              <a:ext uri="{FF2B5EF4-FFF2-40B4-BE49-F238E27FC236}">
                <a16:creationId xmlns:a16="http://schemas.microsoft.com/office/drawing/2014/main" id="{CDD9B3D6-A1FE-B97D-EE98-884AC0C8172A}"/>
              </a:ext>
            </a:extLst>
          </p:cNvPr>
          <p:cNvPicPr>
            <a:picLocks noChangeAspect="1"/>
          </p:cNvPicPr>
          <p:nvPr/>
        </p:nvPicPr>
        <p:blipFill>
          <a:blip r:embed="rId4"/>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2303419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E05D-5A48-0E33-1D00-DBCCD77CC50C}"/>
              </a:ext>
            </a:extLst>
          </p:cNvPr>
          <p:cNvSpPr>
            <a:spLocks noGrp="1"/>
          </p:cNvSpPr>
          <p:nvPr>
            <p:ph type="title"/>
          </p:nvPr>
        </p:nvSpPr>
        <p:spPr>
          <a:xfrm>
            <a:off x="0" y="7722337"/>
            <a:ext cx="15840075" cy="377088"/>
          </a:xfrm>
        </p:spPr>
        <p:txBody>
          <a:bodyPr>
            <a:noAutofit/>
          </a:bodyPr>
          <a:lstStyle/>
          <a:p>
            <a:r>
              <a:rPr lang="en-GB" sz="2800" noProof="0" dirty="0"/>
              <a:t>Dependencies</a:t>
            </a:r>
          </a:p>
        </p:txBody>
      </p:sp>
      <p:graphicFrame>
        <p:nvGraphicFramePr>
          <p:cNvPr id="10" name="Table 9">
            <a:extLst>
              <a:ext uri="{FF2B5EF4-FFF2-40B4-BE49-F238E27FC236}">
                <a16:creationId xmlns:a16="http://schemas.microsoft.com/office/drawing/2014/main" id="{208DC55C-C400-13C0-9600-8BCC896817C6}"/>
              </a:ext>
            </a:extLst>
          </p:cNvPr>
          <p:cNvGraphicFramePr>
            <a:graphicFrameLocks noGrp="1"/>
          </p:cNvGraphicFramePr>
          <p:nvPr>
            <p:extLst>
              <p:ext uri="{D42A27DB-BD31-4B8C-83A1-F6EECF244321}">
                <p14:modId xmlns:p14="http://schemas.microsoft.com/office/powerpoint/2010/main" val="1720970066"/>
              </p:ext>
            </p:extLst>
          </p:nvPr>
        </p:nvGraphicFramePr>
        <p:xfrm>
          <a:off x="534572" y="323557"/>
          <a:ext cx="14644468" cy="6766560"/>
        </p:xfrm>
        <a:graphic>
          <a:graphicData uri="http://schemas.openxmlformats.org/drawingml/2006/table">
            <a:tbl>
              <a:tblPr firstRow="1" bandRow="1">
                <a:tableStyleId>{5C22544A-7EE6-4342-B048-85BDC9FD1C3A}</a:tableStyleId>
              </a:tblPr>
              <a:tblGrid>
                <a:gridCol w="3303524">
                  <a:extLst>
                    <a:ext uri="{9D8B030D-6E8A-4147-A177-3AD203B41FA5}">
                      <a16:colId xmlns:a16="http://schemas.microsoft.com/office/drawing/2014/main" val="2132396902"/>
                    </a:ext>
                  </a:extLst>
                </a:gridCol>
                <a:gridCol w="11340944">
                  <a:extLst>
                    <a:ext uri="{9D8B030D-6E8A-4147-A177-3AD203B41FA5}">
                      <a16:colId xmlns:a16="http://schemas.microsoft.com/office/drawing/2014/main" val="206138565"/>
                    </a:ext>
                  </a:extLst>
                </a:gridCol>
              </a:tblGrid>
              <a:tr h="563880">
                <a:tc>
                  <a:txBody>
                    <a:bodyPr/>
                    <a:lstStyle/>
                    <a:p>
                      <a:pPr algn="l" fontAlgn="b">
                        <a:buNone/>
                      </a:pPr>
                      <a:r>
                        <a:rPr lang="en-GB" sz="2800" b="0" i="0" u="none" strike="noStrike" noProof="0" dirty="0">
                          <a:solidFill>
                            <a:schemeClr val="bg1"/>
                          </a:solidFill>
                          <a:effectLst/>
                          <a:latin typeface="Aptos Narrow" panose="020B0004020202020204" pitchFamily="34" charset="0"/>
                        </a:rPr>
                        <a:t>Upstream Family </a:t>
                      </a:r>
                    </a:p>
                  </a:txBody>
                  <a:tcPr marL="9525" marR="9525" marT="9525" marB="0" anchor="b"/>
                </a:tc>
                <a:tc>
                  <a:txBody>
                    <a:bodyPr/>
                    <a:lstStyle/>
                    <a:p>
                      <a:pPr algn="l" fontAlgn="b">
                        <a:buNone/>
                      </a:pPr>
                      <a:r>
                        <a:rPr lang="en-GB" sz="2800" b="0" i="0" u="none" strike="noStrike" noProof="0" dirty="0">
                          <a:solidFill>
                            <a:schemeClr val="bg1"/>
                          </a:solidFill>
                          <a:effectLst/>
                          <a:latin typeface="Aptos Narrow" panose="020B0004020202020204" pitchFamily="34" charset="0"/>
                        </a:rPr>
                        <a:t> Downstream Dependencies</a:t>
                      </a:r>
                    </a:p>
                  </a:txBody>
                  <a:tcPr marL="9525" marR="9525" marT="9525" marB="0" anchor="b"/>
                </a:tc>
                <a:extLst>
                  <a:ext uri="{0D108BD9-81ED-4DB2-BD59-A6C34878D82A}">
                    <a16:rowId xmlns:a16="http://schemas.microsoft.com/office/drawing/2014/main" val="1575150699"/>
                  </a:ext>
                </a:extLst>
              </a:tr>
              <a:tr h="563880">
                <a:tc>
                  <a:txBody>
                    <a:bodyPr/>
                    <a:lstStyle/>
                    <a:p>
                      <a:pPr algn="l" fontAlgn="b">
                        <a:buNone/>
                      </a:pPr>
                      <a:endParaRPr lang="en-GB" sz="1800" b="0" i="0" u="none" strike="noStrike" noProof="0"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endParaRPr lang="en-GB" sz="1800" b="0" i="0" u="none" strike="noStrike" noProof="0"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47010640"/>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Governance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Risk, Data, Incentives, Infrastructure, Meta, Standards</a:t>
                      </a:r>
                    </a:p>
                  </a:txBody>
                  <a:tcPr marL="9525" marR="9525" marT="9525" marB="0" anchor="b"/>
                </a:tc>
                <a:extLst>
                  <a:ext uri="{0D108BD9-81ED-4DB2-BD59-A6C34878D82A}">
                    <a16:rowId xmlns:a16="http://schemas.microsoft.com/office/drawing/2014/main" val="755562667"/>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Risk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Governance, Data, Infrastructure, Ecology, Meta, MVS</a:t>
                      </a:r>
                    </a:p>
                  </a:txBody>
                  <a:tcPr marL="9525" marR="9525" marT="9525" marB="0" anchor="b"/>
                </a:tc>
                <a:extLst>
                  <a:ext uri="{0D108BD9-81ED-4DB2-BD59-A6C34878D82A}">
                    <a16:rowId xmlns:a16="http://schemas.microsoft.com/office/drawing/2014/main" val="983805056"/>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Data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Governance, Risk, Incentives, Infrastructure, Ecology, Meta, Standards</a:t>
                      </a:r>
                    </a:p>
                  </a:txBody>
                  <a:tcPr marL="9525" marR="9525" marT="9525" marB="0" anchor="b"/>
                </a:tc>
                <a:extLst>
                  <a:ext uri="{0D108BD9-81ED-4DB2-BD59-A6C34878D82A}">
                    <a16:rowId xmlns:a16="http://schemas.microsoft.com/office/drawing/2014/main" val="2754498370"/>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Civic Feedback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Governance, Incentives, Risk, Meta</a:t>
                      </a:r>
                    </a:p>
                  </a:txBody>
                  <a:tcPr marL="9525" marR="9525" marT="9525" marB="0" anchor="b"/>
                </a:tc>
                <a:extLst>
                  <a:ext uri="{0D108BD9-81ED-4DB2-BD59-A6C34878D82A}">
                    <a16:rowId xmlns:a16="http://schemas.microsoft.com/office/drawing/2014/main" val="78228794"/>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Incentives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Governance, Risk, Infrastructure, Ecology, Meta</a:t>
                      </a:r>
                    </a:p>
                  </a:txBody>
                  <a:tcPr marL="9525" marR="9525" marT="9525" marB="0" anchor="b"/>
                </a:tc>
                <a:extLst>
                  <a:ext uri="{0D108BD9-81ED-4DB2-BD59-A6C34878D82A}">
                    <a16:rowId xmlns:a16="http://schemas.microsoft.com/office/drawing/2014/main" val="2920222337"/>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Resource &amp; Infrastructure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Governance, Risk, Data, Ecology, Meta, MVS</a:t>
                      </a:r>
                    </a:p>
                  </a:txBody>
                  <a:tcPr marL="9525" marR="9525" marT="9525" marB="0" anchor="b"/>
                </a:tc>
                <a:extLst>
                  <a:ext uri="{0D108BD9-81ED-4DB2-BD59-A6C34878D82A}">
                    <a16:rowId xmlns:a16="http://schemas.microsoft.com/office/drawing/2014/main" val="269417863"/>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Planetary &amp; Ecological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Governance, Risk, Incentives, Infrastructure, Meta, MVS</a:t>
                      </a:r>
                    </a:p>
                  </a:txBody>
                  <a:tcPr marL="9525" marR="9525" marT="9525" marB="0" anchor="b"/>
                </a:tc>
                <a:extLst>
                  <a:ext uri="{0D108BD9-81ED-4DB2-BD59-A6C34878D82A}">
                    <a16:rowId xmlns:a16="http://schemas.microsoft.com/office/drawing/2014/main" val="2605781143"/>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Meta‑Integration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All Families</a:t>
                      </a:r>
                    </a:p>
                  </a:txBody>
                  <a:tcPr marL="9525" marR="9525" marT="9525" marB="0" anchor="b"/>
                </a:tc>
                <a:extLst>
                  <a:ext uri="{0D108BD9-81ED-4DB2-BD59-A6C34878D82A}">
                    <a16:rowId xmlns:a16="http://schemas.microsoft.com/office/drawing/2014/main" val="664982375"/>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Minimum Viable Systems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Governance, Risk, Infrastructure, Ecology, Standards</a:t>
                      </a:r>
                    </a:p>
                  </a:txBody>
                  <a:tcPr marL="9525" marR="9525" marT="9525" marB="0" anchor="b"/>
                </a:tc>
                <a:extLst>
                  <a:ext uri="{0D108BD9-81ED-4DB2-BD59-A6C34878D82A}">
                    <a16:rowId xmlns:a16="http://schemas.microsoft.com/office/drawing/2014/main" val="4120871865"/>
                  </a:ext>
                </a:extLst>
              </a:tr>
              <a:tr h="563880">
                <a:tc>
                  <a:txBody>
                    <a:bodyPr/>
                    <a:lstStyle/>
                    <a:p>
                      <a:pPr algn="l" fontAlgn="b">
                        <a:buNone/>
                      </a:pPr>
                      <a:r>
                        <a:rPr lang="en-GB" sz="2400" b="0" i="0" u="none" strike="noStrike" noProof="0" dirty="0">
                          <a:solidFill>
                            <a:srgbClr val="000000"/>
                          </a:solidFill>
                          <a:effectLst/>
                          <a:latin typeface="Aptos Narrow" panose="020B0004020202020204" pitchFamily="34" charset="0"/>
                        </a:rPr>
                        <a:t>Standards </a:t>
                      </a:r>
                    </a:p>
                  </a:txBody>
                  <a:tcPr marL="9525" marR="9525" marT="9525" marB="0" anchor="b"/>
                </a:tc>
                <a:tc>
                  <a:txBody>
                    <a:bodyPr/>
                    <a:lstStyle/>
                    <a:p>
                      <a:pPr algn="l" fontAlgn="b">
                        <a:buNone/>
                      </a:pPr>
                      <a:r>
                        <a:rPr lang="en-GB" sz="2400" b="0" i="0" u="none" strike="noStrike" noProof="0" dirty="0">
                          <a:solidFill>
                            <a:srgbClr val="000000"/>
                          </a:solidFill>
                          <a:effectLst/>
                          <a:latin typeface="Aptos Narrow" panose="020B0004020202020204" pitchFamily="34" charset="0"/>
                        </a:rPr>
                        <a:t> All Families</a:t>
                      </a:r>
                    </a:p>
                  </a:txBody>
                  <a:tcPr marL="9525" marR="9525" marT="9525" marB="0" anchor="b"/>
                </a:tc>
                <a:extLst>
                  <a:ext uri="{0D108BD9-81ED-4DB2-BD59-A6C34878D82A}">
                    <a16:rowId xmlns:a16="http://schemas.microsoft.com/office/drawing/2014/main" val="2064996553"/>
                  </a:ext>
                </a:extLst>
              </a:tr>
            </a:tbl>
          </a:graphicData>
        </a:graphic>
      </p:graphicFrame>
      <p:pic>
        <p:nvPicPr>
          <p:cNvPr id="3" name="Picture 2">
            <a:hlinkClick r:id="rId2" action="ppaction://hlinksldjump"/>
            <a:extLst>
              <a:ext uri="{FF2B5EF4-FFF2-40B4-BE49-F238E27FC236}">
                <a16:creationId xmlns:a16="http://schemas.microsoft.com/office/drawing/2014/main" id="{CD29C140-6C19-779F-AA48-BA34312C6FB8}"/>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spTree>
    <p:extLst>
      <p:ext uri="{BB962C8B-B14F-4D97-AF65-F5344CB8AC3E}">
        <p14:creationId xmlns:p14="http://schemas.microsoft.com/office/powerpoint/2010/main" val="3391963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555615DA-1A2C-DEF1-533C-C2981B302CAE}"/>
              </a:ext>
            </a:extLst>
          </p:cNvPr>
          <p:cNvGraphicFramePr>
            <a:graphicFrameLocks noGrp="1"/>
          </p:cNvGraphicFramePr>
          <p:nvPr>
            <p:ph idx="1"/>
            <p:extLst>
              <p:ext uri="{D42A27DB-BD31-4B8C-83A1-F6EECF244321}">
                <p14:modId xmlns:p14="http://schemas.microsoft.com/office/powerpoint/2010/main" val="468312006"/>
              </p:ext>
            </p:extLst>
          </p:nvPr>
        </p:nvGraphicFramePr>
        <p:xfrm>
          <a:off x="266352" y="201595"/>
          <a:ext cx="7864776" cy="4651760"/>
        </p:xfrm>
        <a:graphic>
          <a:graphicData uri="http://schemas.openxmlformats.org/drawingml/2006/table">
            <a:tbl>
              <a:tblPr>
                <a:tableStyleId>{616DA210-FB5B-4158-B5E0-FEB733F419BA}</a:tableStyleId>
              </a:tblPr>
              <a:tblGrid>
                <a:gridCol w="2621592">
                  <a:extLst>
                    <a:ext uri="{9D8B030D-6E8A-4147-A177-3AD203B41FA5}">
                      <a16:colId xmlns:a16="http://schemas.microsoft.com/office/drawing/2014/main" val="3292615827"/>
                    </a:ext>
                  </a:extLst>
                </a:gridCol>
                <a:gridCol w="2621592">
                  <a:extLst>
                    <a:ext uri="{9D8B030D-6E8A-4147-A177-3AD203B41FA5}">
                      <a16:colId xmlns:a16="http://schemas.microsoft.com/office/drawing/2014/main" val="4029676225"/>
                    </a:ext>
                  </a:extLst>
                </a:gridCol>
                <a:gridCol w="2621592">
                  <a:extLst>
                    <a:ext uri="{9D8B030D-6E8A-4147-A177-3AD203B41FA5}">
                      <a16:colId xmlns:a16="http://schemas.microsoft.com/office/drawing/2014/main" val="757192447"/>
                    </a:ext>
                  </a:extLst>
                </a:gridCol>
              </a:tblGrid>
              <a:tr h="930352">
                <a:tc>
                  <a:txBody>
                    <a:bodyPr/>
                    <a:lstStyle/>
                    <a:p>
                      <a:pPr algn="ctr">
                        <a:buNone/>
                      </a:pPr>
                      <a:r>
                        <a:rPr lang="en-GB" b="1" noProof="0" dirty="0"/>
                        <a:t>L5 Interface</a:t>
                      </a:r>
                    </a:p>
                  </a:txBody>
                  <a:tcPr anchor="ctr">
                    <a:solidFill>
                      <a:srgbClr val="F3F3F3">
                        <a:alpha val="60000"/>
                      </a:srgbClr>
                    </a:solidFill>
                  </a:tcPr>
                </a:tc>
                <a:tc>
                  <a:txBody>
                    <a:bodyPr/>
                    <a:lstStyle/>
                    <a:p>
                      <a:pPr algn="ctr">
                        <a:buNone/>
                      </a:pPr>
                      <a:r>
                        <a:rPr lang="en-GB" b="1" noProof="0" dirty="0"/>
                        <a:t>Flow Type</a:t>
                      </a:r>
                    </a:p>
                  </a:txBody>
                  <a:tcPr anchor="ctr"/>
                </a:tc>
                <a:tc>
                  <a:txBody>
                    <a:bodyPr/>
                    <a:lstStyle/>
                    <a:p>
                      <a:pPr algn="ctr">
                        <a:buNone/>
                      </a:pPr>
                      <a:r>
                        <a:rPr lang="en-GB" b="1" noProof="0" dirty="0"/>
                        <a:t>System Meaning</a:t>
                      </a:r>
                    </a:p>
                  </a:txBody>
                  <a:tcPr anchor="ctr"/>
                </a:tc>
                <a:extLst>
                  <a:ext uri="{0D108BD9-81ED-4DB2-BD59-A6C34878D82A}">
                    <a16:rowId xmlns:a16="http://schemas.microsoft.com/office/drawing/2014/main" val="1335495924"/>
                  </a:ext>
                </a:extLst>
              </a:tr>
              <a:tr h="930352">
                <a:tc>
                  <a:txBody>
                    <a:bodyPr/>
                    <a:lstStyle/>
                    <a:p>
                      <a:pPr algn="ctr">
                        <a:buNone/>
                      </a:pPr>
                      <a:r>
                        <a:rPr lang="en-GB" noProof="0" dirty="0"/>
                        <a:t>Write</a:t>
                      </a:r>
                    </a:p>
                  </a:txBody>
                  <a:tcPr anchor="ctr">
                    <a:solidFill>
                      <a:srgbClr val="F3F3F3">
                        <a:alpha val="60000"/>
                      </a:srgbClr>
                    </a:solidFill>
                  </a:tcPr>
                </a:tc>
                <a:tc>
                  <a:txBody>
                    <a:bodyPr/>
                    <a:lstStyle/>
                    <a:p>
                      <a:pPr algn="ctr">
                        <a:buNone/>
                      </a:pPr>
                      <a:r>
                        <a:rPr lang="en-GB" noProof="0" dirty="0"/>
                        <a:t>Intent</a:t>
                      </a:r>
                    </a:p>
                  </a:txBody>
                  <a:tcPr anchor="ctr"/>
                </a:tc>
                <a:tc>
                  <a:txBody>
                    <a:bodyPr/>
                    <a:lstStyle/>
                    <a:p>
                      <a:pPr algn="ctr">
                        <a:buNone/>
                      </a:pPr>
                      <a:r>
                        <a:rPr lang="en-GB" noProof="0" dirty="0"/>
                        <a:t>“Do this”</a:t>
                      </a:r>
                    </a:p>
                  </a:txBody>
                  <a:tcPr anchor="ctr"/>
                </a:tc>
                <a:extLst>
                  <a:ext uri="{0D108BD9-81ED-4DB2-BD59-A6C34878D82A}">
                    <a16:rowId xmlns:a16="http://schemas.microsoft.com/office/drawing/2014/main" val="1296921293"/>
                  </a:ext>
                </a:extLst>
              </a:tr>
              <a:tr h="930352">
                <a:tc>
                  <a:txBody>
                    <a:bodyPr/>
                    <a:lstStyle/>
                    <a:p>
                      <a:pPr algn="ctr">
                        <a:buNone/>
                      </a:pPr>
                      <a:r>
                        <a:rPr lang="en-GB" noProof="0" dirty="0"/>
                        <a:t>Read</a:t>
                      </a:r>
                    </a:p>
                  </a:txBody>
                  <a:tcPr anchor="ctr">
                    <a:solidFill>
                      <a:srgbClr val="F3F3F3">
                        <a:alpha val="60000"/>
                      </a:srgbClr>
                    </a:solidFill>
                  </a:tcPr>
                </a:tc>
                <a:tc>
                  <a:txBody>
                    <a:bodyPr/>
                    <a:lstStyle/>
                    <a:p>
                      <a:pPr algn="ctr">
                        <a:buNone/>
                      </a:pPr>
                      <a:r>
                        <a:rPr lang="en-GB" noProof="0" dirty="0"/>
                        <a:t>State</a:t>
                      </a:r>
                    </a:p>
                  </a:txBody>
                  <a:tcPr anchor="ctr"/>
                </a:tc>
                <a:tc>
                  <a:txBody>
                    <a:bodyPr/>
                    <a:lstStyle/>
                    <a:p>
                      <a:pPr algn="ctr">
                        <a:buNone/>
                      </a:pPr>
                      <a:r>
                        <a:rPr lang="en-GB" noProof="0" dirty="0"/>
                        <a:t>“Here is what I am”</a:t>
                      </a:r>
                    </a:p>
                  </a:txBody>
                  <a:tcPr anchor="ctr"/>
                </a:tc>
                <a:extLst>
                  <a:ext uri="{0D108BD9-81ED-4DB2-BD59-A6C34878D82A}">
                    <a16:rowId xmlns:a16="http://schemas.microsoft.com/office/drawing/2014/main" val="2091934811"/>
                  </a:ext>
                </a:extLst>
              </a:tr>
              <a:tr h="930352">
                <a:tc>
                  <a:txBody>
                    <a:bodyPr/>
                    <a:lstStyle/>
                    <a:p>
                      <a:pPr algn="ctr">
                        <a:buNone/>
                      </a:pPr>
                      <a:r>
                        <a:rPr lang="en-GB" noProof="0" dirty="0"/>
                        <a:t>Event</a:t>
                      </a:r>
                    </a:p>
                  </a:txBody>
                  <a:tcPr anchor="ctr">
                    <a:solidFill>
                      <a:srgbClr val="F3F3F3">
                        <a:alpha val="60000"/>
                      </a:srgbClr>
                    </a:solidFill>
                  </a:tcPr>
                </a:tc>
                <a:tc>
                  <a:txBody>
                    <a:bodyPr/>
                    <a:lstStyle/>
                    <a:p>
                      <a:pPr algn="ctr">
                        <a:buNone/>
                      </a:pPr>
                      <a:r>
                        <a:rPr lang="en-GB" noProof="0" dirty="0"/>
                        <a:t>Salience</a:t>
                      </a:r>
                    </a:p>
                  </a:txBody>
                  <a:tcPr anchor="ctr"/>
                </a:tc>
                <a:tc>
                  <a:txBody>
                    <a:bodyPr/>
                    <a:lstStyle/>
                    <a:p>
                      <a:pPr algn="ctr">
                        <a:buNone/>
                      </a:pPr>
                      <a:r>
                        <a:rPr lang="en-GB" noProof="0" dirty="0"/>
                        <a:t>“Something changed”</a:t>
                      </a:r>
                    </a:p>
                  </a:txBody>
                  <a:tcPr anchor="ctr"/>
                </a:tc>
                <a:extLst>
                  <a:ext uri="{0D108BD9-81ED-4DB2-BD59-A6C34878D82A}">
                    <a16:rowId xmlns:a16="http://schemas.microsoft.com/office/drawing/2014/main" val="311993977"/>
                  </a:ext>
                </a:extLst>
              </a:tr>
              <a:tr h="930352">
                <a:tc>
                  <a:txBody>
                    <a:bodyPr/>
                    <a:lstStyle/>
                    <a:p>
                      <a:pPr algn="ctr">
                        <a:buNone/>
                      </a:pPr>
                      <a:r>
                        <a:rPr lang="en-GB" noProof="0" dirty="0"/>
                        <a:t>Stream</a:t>
                      </a:r>
                    </a:p>
                  </a:txBody>
                  <a:tcPr anchor="ctr">
                    <a:solidFill>
                      <a:srgbClr val="F3F3F3">
                        <a:alpha val="60000"/>
                      </a:srgbClr>
                    </a:solidFill>
                  </a:tcPr>
                </a:tc>
                <a:tc>
                  <a:txBody>
                    <a:bodyPr/>
                    <a:lstStyle/>
                    <a:p>
                      <a:pPr algn="ctr">
                        <a:buNone/>
                      </a:pPr>
                      <a:r>
                        <a:rPr lang="en-GB" noProof="0" dirty="0"/>
                        <a:t>Telemetry</a:t>
                      </a:r>
                    </a:p>
                  </a:txBody>
                  <a:tcPr anchor="ctr"/>
                </a:tc>
                <a:tc>
                  <a:txBody>
                    <a:bodyPr/>
                    <a:lstStyle/>
                    <a:p>
                      <a:pPr algn="ctr">
                        <a:buNone/>
                      </a:pPr>
                      <a:r>
                        <a:rPr lang="en-GB" noProof="0" dirty="0"/>
                        <a:t>“Here is the live signal”</a:t>
                      </a:r>
                    </a:p>
                  </a:txBody>
                  <a:tcPr anchor="ctr"/>
                </a:tc>
                <a:extLst>
                  <a:ext uri="{0D108BD9-81ED-4DB2-BD59-A6C34878D82A}">
                    <a16:rowId xmlns:a16="http://schemas.microsoft.com/office/drawing/2014/main" val="3917568666"/>
                  </a:ext>
                </a:extLst>
              </a:tr>
            </a:tbl>
          </a:graphicData>
        </a:graphic>
      </p:graphicFrame>
      <p:sp>
        <p:nvSpPr>
          <p:cNvPr id="6" name="Title 5">
            <a:extLst>
              <a:ext uri="{FF2B5EF4-FFF2-40B4-BE49-F238E27FC236}">
                <a16:creationId xmlns:a16="http://schemas.microsoft.com/office/drawing/2014/main" id="{EF4B1BC5-2C98-9C1E-1DF7-4A4FF57AD3C7}"/>
              </a:ext>
            </a:extLst>
          </p:cNvPr>
          <p:cNvSpPr>
            <a:spLocks noGrp="1"/>
          </p:cNvSpPr>
          <p:nvPr>
            <p:ph type="title"/>
          </p:nvPr>
        </p:nvSpPr>
        <p:spPr>
          <a:xfrm>
            <a:off x="0" y="7725747"/>
            <a:ext cx="15840075" cy="373678"/>
          </a:xfrm>
          <a:gradFill flip="none" rotWithShape="1">
            <a:gsLst>
              <a:gs pos="8000">
                <a:srgbClr val="BBC5CA"/>
              </a:gs>
              <a:gs pos="14000">
                <a:srgbClr val="E8A9A9"/>
              </a:gs>
              <a:gs pos="85000">
                <a:schemeClr val="tx1"/>
              </a:gs>
              <a:gs pos="76000">
                <a:srgbClr val="C3A4D7"/>
              </a:gs>
              <a:gs pos="65000">
                <a:srgbClr val="ABCBAD"/>
              </a:gs>
              <a:gs pos="58000">
                <a:srgbClr val="C5B7B3"/>
              </a:gs>
              <a:gs pos="42000">
                <a:srgbClr val="FDDCA8"/>
              </a:gs>
              <a:gs pos="36000">
                <a:srgbClr val="99D0CA"/>
              </a:gs>
              <a:gs pos="26000">
                <a:srgbClr val="A1C1E6"/>
              </a:gs>
              <a:gs pos="100000">
                <a:srgbClr val="B5BDC1"/>
              </a:gs>
            </a:gsLst>
            <a:lin ang="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t">
            <a:normAutofit fontScale="90000"/>
          </a:bodyPr>
          <a:lstStyle/>
          <a:p>
            <a:pPr defTabSz="457200"/>
            <a:r>
              <a:rPr lang="en-GB" sz="2800" noProof="0" dirty="0">
                <a:solidFill>
                  <a:schemeClr val="tx1"/>
                </a:solidFill>
                <a:latin typeface="+mn-lt"/>
                <a:ea typeface="+mn-ea"/>
                <a:cs typeface="+mn-cs"/>
              </a:rPr>
              <a:t> Layer 5 Overview - Cross Family Interfaces</a:t>
            </a:r>
          </a:p>
        </p:txBody>
      </p:sp>
      <p:pic>
        <p:nvPicPr>
          <p:cNvPr id="7" name="Picture 6">
            <a:hlinkClick r:id="rId2" action="ppaction://hlinksldjump"/>
            <a:extLst>
              <a:ext uri="{FF2B5EF4-FFF2-40B4-BE49-F238E27FC236}">
                <a16:creationId xmlns:a16="http://schemas.microsoft.com/office/drawing/2014/main" id="{9EA23CF7-E968-969A-9434-01C86F530801}"/>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sp>
        <p:nvSpPr>
          <p:cNvPr id="9" name="TextBox 8">
            <a:extLst>
              <a:ext uri="{FF2B5EF4-FFF2-40B4-BE49-F238E27FC236}">
                <a16:creationId xmlns:a16="http://schemas.microsoft.com/office/drawing/2014/main" id="{EB681B7B-99E5-7E74-01A9-0D574D463BC6}"/>
              </a:ext>
            </a:extLst>
          </p:cNvPr>
          <p:cNvSpPr txBox="1"/>
          <p:nvPr/>
        </p:nvSpPr>
        <p:spPr>
          <a:xfrm>
            <a:off x="8872293" y="177770"/>
            <a:ext cx="6701430" cy="6799806"/>
          </a:xfrm>
          <a:prstGeom prst="rect">
            <a:avLst/>
          </a:prstGeom>
          <a:solidFill>
            <a:srgbClr val="F8F8F8"/>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t">
            <a:normAutofit fontScale="97500"/>
          </a:bodyPr>
          <a:lstStyle>
            <a:lvl1pPr>
              <a:lnSpc>
                <a:spcPct val="90000"/>
              </a:lnSpc>
              <a:spcBef>
                <a:spcPct val="0"/>
              </a:spcBef>
              <a:buNone/>
              <a:defRPr sz="2800"/>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GB" sz="2000" b="1" dirty="0">
                <a:solidFill>
                  <a:schemeClr val="tx1"/>
                </a:solidFill>
              </a:rPr>
              <a:t>Layer 5 — The Interface Layer</a:t>
            </a:r>
          </a:p>
          <a:p>
            <a:endParaRPr lang="en-GB" sz="2000" b="1" dirty="0">
              <a:solidFill>
                <a:schemeClr val="tx1"/>
              </a:solidFill>
            </a:endParaRPr>
          </a:p>
          <a:p>
            <a:r>
              <a:rPr lang="en-GB" sz="2000" b="1" dirty="0">
                <a:solidFill>
                  <a:schemeClr val="tx1"/>
                </a:solidFill>
              </a:rPr>
              <a:t>The Contract Layer of </a:t>
            </a:r>
            <a:r>
              <a:rPr lang="en-GB" sz="2000" b="1" dirty="0" err="1">
                <a:solidFill>
                  <a:schemeClr val="tx1"/>
                </a:solidFill>
              </a:rPr>
              <a:t>CivOS</a:t>
            </a:r>
            <a:endParaRPr lang="en-GB" sz="2000" b="1" dirty="0">
              <a:solidFill>
                <a:schemeClr val="tx1"/>
              </a:solidFill>
            </a:endParaRPr>
          </a:p>
          <a:p>
            <a:endParaRPr lang="en-GB" sz="2000" dirty="0">
              <a:solidFill>
                <a:schemeClr val="tx1"/>
              </a:solidFill>
            </a:endParaRPr>
          </a:p>
          <a:p>
            <a:r>
              <a:rPr lang="en-GB" sz="2000" b="1" dirty="0">
                <a:solidFill>
                  <a:schemeClr val="tx1"/>
                </a:solidFill>
              </a:rPr>
              <a:t>What L5 Is </a:t>
            </a:r>
          </a:p>
          <a:p>
            <a:endParaRPr lang="en-GB" sz="2000" dirty="0">
              <a:solidFill>
                <a:schemeClr val="tx1"/>
              </a:solidFill>
            </a:endParaRPr>
          </a:p>
          <a:p>
            <a:r>
              <a:rPr lang="en-GB" sz="2000" dirty="0">
                <a:solidFill>
                  <a:schemeClr val="tx1"/>
                </a:solidFill>
              </a:rPr>
              <a:t>Layer 5 is the formal communication membrane of </a:t>
            </a:r>
            <a:r>
              <a:rPr lang="en-GB" sz="2000" dirty="0" err="1">
                <a:solidFill>
                  <a:schemeClr val="tx1"/>
                </a:solidFill>
              </a:rPr>
              <a:t>CivOS</a:t>
            </a:r>
            <a:r>
              <a:rPr lang="en-GB" sz="2000" dirty="0">
                <a:solidFill>
                  <a:schemeClr val="tx1"/>
                </a:solidFill>
              </a:rPr>
              <a:t>. It defines how every Family exposes its state, accepts intent, emits events, and streams telemetry. It is the only place where cross‑Family communication is allowed. L5 is not logic, not UX, not workflows — it is the typed, validated, versioned contract that makes a civilisation‑scale system coherent.</a:t>
            </a:r>
          </a:p>
          <a:p>
            <a:endParaRPr lang="en-GB" sz="2000" dirty="0">
              <a:solidFill>
                <a:schemeClr val="tx1"/>
              </a:solidFill>
            </a:endParaRPr>
          </a:p>
          <a:p>
            <a:r>
              <a:rPr lang="en-GB" sz="2000" b="1" dirty="0">
                <a:solidFill>
                  <a:schemeClr val="tx1"/>
                </a:solidFill>
              </a:rPr>
              <a:t>Why L5 Exists </a:t>
            </a:r>
          </a:p>
          <a:p>
            <a:endParaRPr lang="en-GB" sz="2000" dirty="0">
              <a:solidFill>
                <a:schemeClr val="tx1"/>
              </a:solidFill>
            </a:endParaRPr>
          </a:p>
          <a:p>
            <a:r>
              <a:rPr lang="en-GB" sz="2000" dirty="0">
                <a:solidFill>
                  <a:schemeClr val="tx1"/>
                </a:solidFill>
              </a:rPr>
              <a:t>Without L5, Families would communicate in ad‑hoc, incompatible ways, creating systemic fragility. L5 enforces order, safety, interoperability, auditability, and predictability. It allows the system to evolve without breaking, because the contract remains stable even as internal logic changes.</a:t>
            </a:r>
          </a:p>
          <a:p>
            <a:endParaRPr lang="en-GB" sz="2000" dirty="0">
              <a:solidFill>
                <a:schemeClr val="tx1"/>
              </a:solidFill>
            </a:endParaRPr>
          </a:p>
          <a:p>
            <a:r>
              <a:rPr lang="en-GB" sz="2000" dirty="0">
                <a:solidFill>
                  <a:schemeClr val="tx1"/>
                </a:solidFill>
              </a:rPr>
              <a:t>L5 is the API of civilisation, the layer that turns a collection of Families into a single coherent system.</a:t>
            </a:r>
          </a:p>
          <a:p>
            <a:endParaRPr lang="en-GB" sz="2000" dirty="0">
              <a:solidFill>
                <a:schemeClr val="tx1"/>
              </a:solidFill>
            </a:endParaRPr>
          </a:p>
        </p:txBody>
      </p:sp>
      <p:sp>
        <p:nvSpPr>
          <p:cNvPr id="10" name="TextBox 9">
            <a:extLst>
              <a:ext uri="{FF2B5EF4-FFF2-40B4-BE49-F238E27FC236}">
                <a16:creationId xmlns:a16="http://schemas.microsoft.com/office/drawing/2014/main" id="{8A21E43C-5B89-2D2E-0E2C-B8BB8EB8D063}"/>
              </a:ext>
            </a:extLst>
          </p:cNvPr>
          <p:cNvSpPr txBox="1"/>
          <p:nvPr/>
        </p:nvSpPr>
        <p:spPr>
          <a:xfrm>
            <a:off x="266352" y="4849357"/>
            <a:ext cx="7864776" cy="2862322"/>
          </a:xfrm>
          <a:prstGeom prst="rect">
            <a:avLst/>
          </a:prstGeom>
          <a:solidFill>
            <a:srgbClr val="F8F8F8"/>
          </a:solidFill>
          <a:ln>
            <a:solidFill>
              <a:schemeClr val="accent1">
                <a:shade val="15000"/>
              </a:schemeClr>
            </a:solidFill>
          </a:ln>
        </p:spPr>
        <p:txBody>
          <a:bodyPr wrap="square" rtlCol="0">
            <a:spAutoFit/>
          </a:bodyPr>
          <a:lstStyle/>
          <a:p>
            <a:r>
              <a:rPr lang="en-GB" b="1" dirty="0"/>
              <a:t>How L5 Works</a:t>
            </a:r>
            <a:r>
              <a:rPr lang="en-GB" dirty="0"/>
              <a:t> </a:t>
            </a:r>
          </a:p>
          <a:p>
            <a:endParaRPr lang="en-GB" dirty="0"/>
          </a:p>
          <a:p>
            <a:pPr algn="just"/>
            <a:r>
              <a:rPr lang="en-GB" dirty="0"/>
              <a:t>Every Family exposes the same four interface types:</a:t>
            </a:r>
          </a:p>
          <a:p>
            <a:pPr algn="just"/>
            <a:r>
              <a:rPr lang="en-GB" b="1" dirty="0"/>
              <a:t>Write</a:t>
            </a:r>
            <a:r>
              <a:rPr lang="en-GB" dirty="0"/>
              <a:t> — structured intent sent </a:t>
            </a:r>
            <a:r>
              <a:rPr lang="en-GB" i="1" dirty="0"/>
              <a:t>into</a:t>
            </a:r>
            <a:r>
              <a:rPr lang="en-GB" dirty="0"/>
              <a:t> a module</a:t>
            </a:r>
          </a:p>
          <a:p>
            <a:pPr algn="just"/>
            <a:r>
              <a:rPr lang="en-GB" b="1" dirty="0"/>
              <a:t>Read</a:t>
            </a:r>
            <a:r>
              <a:rPr lang="en-GB" dirty="0"/>
              <a:t> — structured state retrieved </a:t>
            </a:r>
            <a:r>
              <a:rPr lang="en-GB" i="1" dirty="0"/>
              <a:t>from</a:t>
            </a:r>
            <a:r>
              <a:rPr lang="en-GB" dirty="0"/>
              <a:t> a module</a:t>
            </a:r>
          </a:p>
          <a:p>
            <a:pPr algn="just"/>
            <a:r>
              <a:rPr lang="en-GB" b="1" dirty="0"/>
              <a:t>Event</a:t>
            </a:r>
            <a:r>
              <a:rPr lang="en-GB" dirty="0"/>
              <a:t> — discrete signals indicating something important has happened</a:t>
            </a:r>
          </a:p>
          <a:p>
            <a:pPr algn="just"/>
            <a:r>
              <a:rPr lang="en-GB" b="1" dirty="0"/>
              <a:t>Stream</a:t>
            </a:r>
            <a:r>
              <a:rPr lang="en-GB" dirty="0"/>
              <a:t> — continuous telemetry for monitoring, modelling, and forecasting</a:t>
            </a:r>
          </a:p>
          <a:p>
            <a:pPr algn="just"/>
            <a:endParaRPr lang="en-GB" dirty="0"/>
          </a:p>
          <a:p>
            <a:pPr algn="just"/>
            <a:r>
              <a:rPr lang="en-GB" dirty="0"/>
              <a:t>These interfaces are </a:t>
            </a:r>
            <a:r>
              <a:rPr lang="en-GB" b="1" dirty="0"/>
              <a:t>typed</a:t>
            </a:r>
            <a:r>
              <a:rPr lang="en-GB" dirty="0"/>
              <a:t>, </a:t>
            </a:r>
            <a:r>
              <a:rPr lang="en-GB" b="1" dirty="0"/>
              <a:t>validated</a:t>
            </a:r>
            <a:r>
              <a:rPr lang="en-GB" dirty="0"/>
              <a:t>, </a:t>
            </a:r>
            <a:r>
              <a:rPr lang="en-GB" b="1" dirty="0"/>
              <a:t>versioned</a:t>
            </a:r>
            <a:r>
              <a:rPr lang="en-GB" dirty="0"/>
              <a:t>, and </a:t>
            </a:r>
            <a:r>
              <a:rPr lang="en-GB" b="1" dirty="0"/>
              <a:t>governed</a:t>
            </a:r>
            <a:r>
              <a:rPr lang="en-GB" dirty="0"/>
              <a:t>, ensuring that all Families speak a common language.</a:t>
            </a:r>
          </a:p>
        </p:txBody>
      </p:sp>
    </p:spTree>
    <p:extLst>
      <p:ext uri="{BB962C8B-B14F-4D97-AF65-F5344CB8AC3E}">
        <p14:creationId xmlns:p14="http://schemas.microsoft.com/office/powerpoint/2010/main" val="10747575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B720B-C118-23E9-36A9-EC452890171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777D756D-A12F-763E-5B9E-4A8DA8F2E5FC}"/>
              </a:ext>
            </a:extLst>
          </p:cNvPr>
          <p:cNvSpPr>
            <a:spLocks noGrp="1"/>
          </p:cNvSpPr>
          <p:nvPr>
            <p:ph type="title"/>
          </p:nvPr>
        </p:nvSpPr>
        <p:spPr>
          <a:xfrm>
            <a:off x="0" y="7725747"/>
            <a:ext cx="15840075" cy="373678"/>
          </a:xfrm>
          <a:solidFill>
            <a:srgbClr val="EDE7F6"/>
          </a:solidFill>
        </p:spPr>
        <p:style>
          <a:lnRef idx="2">
            <a:schemeClr val="accent1">
              <a:shade val="15000"/>
            </a:schemeClr>
          </a:lnRef>
          <a:fillRef idx="1">
            <a:schemeClr val="accent1"/>
          </a:fillRef>
          <a:effectRef idx="0">
            <a:schemeClr val="accent1"/>
          </a:effectRef>
          <a:fontRef idx="minor">
            <a:schemeClr val="lt1"/>
          </a:fontRef>
        </p:style>
        <p:txBody>
          <a:bodyPr rtlCol="0" anchor="t">
            <a:normAutofit fontScale="90000"/>
          </a:bodyPr>
          <a:lstStyle/>
          <a:p>
            <a:pPr defTabSz="457200"/>
            <a:r>
              <a:rPr lang="en-GB" sz="2800" noProof="0" dirty="0">
                <a:solidFill>
                  <a:schemeClr val="tx1"/>
                </a:solidFill>
                <a:latin typeface="+mn-lt"/>
                <a:ea typeface="+mn-ea"/>
                <a:cs typeface="+mn-cs"/>
              </a:rPr>
              <a:t> Layer 6 - Overview</a:t>
            </a:r>
            <a:br>
              <a:rPr lang="en-GB" sz="2800" noProof="0" dirty="0">
                <a:solidFill>
                  <a:schemeClr val="tx1"/>
                </a:solidFill>
                <a:latin typeface="+mn-lt"/>
                <a:ea typeface="+mn-ea"/>
                <a:cs typeface="+mn-cs"/>
              </a:rPr>
            </a:br>
            <a:endParaRPr lang="en-GB" sz="28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BF99EF81-4A64-3273-7867-F0577F479DDD}"/>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8" name="Table 7">
            <a:extLst>
              <a:ext uri="{FF2B5EF4-FFF2-40B4-BE49-F238E27FC236}">
                <a16:creationId xmlns:a16="http://schemas.microsoft.com/office/drawing/2014/main" id="{F079FE67-9B1B-934C-5CBA-CF6909748632}"/>
              </a:ext>
            </a:extLst>
          </p:cNvPr>
          <p:cNvGraphicFramePr>
            <a:graphicFrameLocks noGrp="1"/>
          </p:cNvGraphicFramePr>
          <p:nvPr>
            <p:extLst>
              <p:ext uri="{D42A27DB-BD31-4B8C-83A1-F6EECF244321}">
                <p14:modId xmlns:p14="http://schemas.microsoft.com/office/powerpoint/2010/main" val="2774274884"/>
              </p:ext>
            </p:extLst>
          </p:nvPr>
        </p:nvGraphicFramePr>
        <p:xfrm>
          <a:off x="187446" y="211931"/>
          <a:ext cx="7338696" cy="2077085"/>
        </p:xfrm>
        <a:graphic>
          <a:graphicData uri="http://schemas.openxmlformats.org/drawingml/2006/table">
            <a:tbl>
              <a:tblPr/>
              <a:tblGrid>
                <a:gridCol w="1974215">
                  <a:extLst>
                    <a:ext uri="{9D8B030D-6E8A-4147-A177-3AD203B41FA5}">
                      <a16:colId xmlns:a16="http://schemas.microsoft.com/office/drawing/2014/main" val="1010466193"/>
                    </a:ext>
                  </a:extLst>
                </a:gridCol>
                <a:gridCol w="5364481">
                  <a:extLst>
                    <a:ext uri="{9D8B030D-6E8A-4147-A177-3AD203B41FA5}">
                      <a16:colId xmlns:a16="http://schemas.microsoft.com/office/drawing/2014/main" val="1579850675"/>
                    </a:ext>
                  </a:extLst>
                </a:gridCol>
              </a:tblGrid>
              <a:tr h="415417">
                <a:tc>
                  <a:txBody>
                    <a:bodyPr/>
                    <a:lstStyle/>
                    <a:p>
                      <a:pPr>
                        <a:buNone/>
                      </a:pPr>
                      <a:r>
                        <a:rPr lang="en-GB" sz="2100" dirty="0"/>
                        <a:t>L5 Interface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tc>
                  <a:txBody>
                    <a:bodyPr/>
                    <a:lstStyle/>
                    <a:p>
                      <a:pPr>
                        <a:buNone/>
                      </a:pPr>
                      <a:r>
                        <a:rPr lang="en-GB" sz="2100"/>
                        <a:t>L6 Usage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extLst>
                  <a:ext uri="{0D108BD9-81ED-4DB2-BD59-A6C34878D82A}">
                    <a16:rowId xmlns:a16="http://schemas.microsoft.com/office/drawing/2014/main" val="3121940821"/>
                  </a:ext>
                </a:extLst>
              </a:tr>
              <a:tr h="415417">
                <a:tc>
                  <a:txBody>
                    <a:bodyPr/>
                    <a:lstStyle/>
                    <a:p>
                      <a:pPr>
                        <a:buNone/>
                      </a:pPr>
                      <a:r>
                        <a:rPr lang="en-GB" sz="2100" b="1"/>
                        <a:t>Write</a:t>
                      </a:r>
                      <a:endParaRPr lang="en-GB" sz="2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tc>
                  <a:txBody>
                    <a:bodyPr/>
                    <a:lstStyle/>
                    <a:p>
                      <a:pPr>
                        <a:buNone/>
                      </a:pPr>
                      <a:r>
                        <a:rPr lang="en-GB" sz="2100"/>
                        <a:t>Operators issue structured intent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extLst>
                  <a:ext uri="{0D108BD9-81ED-4DB2-BD59-A6C34878D82A}">
                    <a16:rowId xmlns:a16="http://schemas.microsoft.com/office/drawing/2014/main" val="1194450704"/>
                  </a:ext>
                </a:extLst>
              </a:tr>
              <a:tr h="415417">
                <a:tc>
                  <a:txBody>
                    <a:bodyPr/>
                    <a:lstStyle/>
                    <a:p>
                      <a:pPr>
                        <a:buNone/>
                      </a:pPr>
                      <a:r>
                        <a:rPr lang="en-GB" sz="2100" b="1"/>
                        <a:t>Read</a:t>
                      </a:r>
                      <a:endParaRPr lang="en-GB" sz="2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tc>
                  <a:txBody>
                    <a:bodyPr/>
                    <a:lstStyle/>
                    <a:p>
                      <a:pPr>
                        <a:buNone/>
                      </a:pPr>
                      <a:r>
                        <a:rPr lang="en-GB" sz="2100"/>
                        <a:t>Operators view validated state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extLst>
                  <a:ext uri="{0D108BD9-81ED-4DB2-BD59-A6C34878D82A}">
                    <a16:rowId xmlns:a16="http://schemas.microsoft.com/office/drawing/2014/main" val="4181736098"/>
                  </a:ext>
                </a:extLst>
              </a:tr>
              <a:tr h="415417">
                <a:tc>
                  <a:txBody>
                    <a:bodyPr/>
                    <a:lstStyle/>
                    <a:p>
                      <a:pPr>
                        <a:buNone/>
                      </a:pPr>
                      <a:r>
                        <a:rPr lang="en-GB" sz="2100" b="1" dirty="0"/>
                        <a:t>Event</a:t>
                      </a:r>
                      <a:endParaRPr lang="en-GB" sz="21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tc>
                  <a:txBody>
                    <a:bodyPr/>
                    <a:lstStyle/>
                    <a:p>
                      <a:pPr>
                        <a:buNone/>
                      </a:pPr>
                      <a:r>
                        <a:rPr lang="en-GB" sz="2100"/>
                        <a:t>Operators respond to significant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extLst>
                  <a:ext uri="{0D108BD9-81ED-4DB2-BD59-A6C34878D82A}">
                    <a16:rowId xmlns:a16="http://schemas.microsoft.com/office/drawing/2014/main" val="3238044375"/>
                  </a:ext>
                </a:extLst>
              </a:tr>
              <a:tr h="415417">
                <a:tc>
                  <a:txBody>
                    <a:bodyPr/>
                    <a:lstStyle/>
                    <a:p>
                      <a:pPr>
                        <a:buNone/>
                      </a:pPr>
                      <a:r>
                        <a:rPr lang="en-GB" sz="2100" b="1"/>
                        <a:t>Stream</a:t>
                      </a:r>
                      <a:endParaRPr lang="en-GB" sz="2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tc>
                  <a:txBody>
                    <a:bodyPr/>
                    <a:lstStyle/>
                    <a:p>
                      <a:pPr>
                        <a:buNone/>
                      </a:pPr>
                      <a:r>
                        <a:rPr lang="en-GB" sz="2100" dirty="0"/>
                        <a:t>Operators monitor continuous telemetry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E7F6"/>
                    </a:solidFill>
                  </a:tcPr>
                </a:tc>
                <a:extLst>
                  <a:ext uri="{0D108BD9-81ED-4DB2-BD59-A6C34878D82A}">
                    <a16:rowId xmlns:a16="http://schemas.microsoft.com/office/drawing/2014/main" val="3408698715"/>
                  </a:ext>
                </a:extLst>
              </a:tr>
            </a:tbl>
          </a:graphicData>
        </a:graphic>
      </p:graphicFrame>
      <p:sp>
        <p:nvSpPr>
          <p:cNvPr id="11" name="TextBox 10">
            <a:extLst>
              <a:ext uri="{FF2B5EF4-FFF2-40B4-BE49-F238E27FC236}">
                <a16:creationId xmlns:a16="http://schemas.microsoft.com/office/drawing/2014/main" id="{3E012938-B3BD-580E-9451-19CC753380B4}"/>
              </a:ext>
            </a:extLst>
          </p:cNvPr>
          <p:cNvSpPr txBox="1"/>
          <p:nvPr/>
        </p:nvSpPr>
        <p:spPr>
          <a:xfrm>
            <a:off x="8440614" y="234240"/>
            <a:ext cx="6921305" cy="5078313"/>
          </a:xfrm>
          <a:prstGeom prst="rect">
            <a:avLst/>
          </a:prstGeom>
          <a:solidFill>
            <a:srgbClr val="EDE7F6"/>
          </a:solidFill>
        </p:spPr>
        <p:txBody>
          <a:bodyPr wrap="square" rtlCol="0">
            <a:spAutoFit/>
          </a:bodyPr>
          <a:lstStyle/>
          <a:p>
            <a:r>
              <a:rPr lang="en-GB" b="1" dirty="0"/>
              <a:t>Layer 6 — The Application Layer</a:t>
            </a:r>
          </a:p>
          <a:p>
            <a:endParaRPr lang="en-GB" b="1" dirty="0"/>
          </a:p>
          <a:p>
            <a:r>
              <a:rPr lang="en-GB" b="1" i="1" dirty="0"/>
              <a:t>Operator‑Facing Tools Built on L5</a:t>
            </a:r>
          </a:p>
          <a:p>
            <a:endParaRPr lang="en-GB" b="1" dirty="0"/>
          </a:p>
          <a:p>
            <a:r>
              <a:rPr lang="en-GB" b="1" dirty="0"/>
              <a:t>What L6 Is</a:t>
            </a:r>
          </a:p>
          <a:p>
            <a:endParaRPr lang="en-GB" b="1" dirty="0"/>
          </a:p>
          <a:p>
            <a:r>
              <a:rPr lang="en-GB" dirty="0"/>
              <a:t>Internal applications used by institutions to operate </a:t>
            </a:r>
            <a:r>
              <a:rPr lang="en-GB" dirty="0" err="1"/>
              <a:t>CivOS</a:t>
            </a:r>
            <a:r>
              <a:rPr lang="en-GB" dirty="0"/>
              <a:t>.</a:t>
            </a:r>
          </a:p>
          <a:p>
            <a:endParaRPr lang="en-GB" b="1" dirty="0"/>
          </a:p>
          <a:p>
            <a:r>
              <a:rPr lang="en-GB" b="1" dirty="0"/>
              <a:t>Why L6 Exists</a:t>
            </a:r>
          </a:p>
          <a:p>
            <a:endParaRPr lang="en-GB" b="1" dirty="0"/>
          </a:p>
          <a:p>
            <a:r>
              <a:rPr lang="en-GB" dirty="0"/>
              <a:t>To turn L5’s structured interfaces into real‑world action.</a:t>
            </a:r>
          </a:p>
          <a:p>
            <a:endParaRPr lang="en-GB" dirty="0"/>
          </a:p>
          <a:p>
            <a:r>
              <a:rPr lang="en-GB" b="1" dirty="0"/>
              <a:t>What L6 Enables</a:t>
            </a:r>
          </a:p>
          <a:p>
            <a:r>
              <a:rPr lang="en-GB" dirty="0"/>
              <a:t>Coordinated, accountable operation across all Families.</a:t>
            </a:r>
          </a:p>
          <a:p>
            <a:endParaRPr lang="en-GB" dirty="0"/>
          </a:p>
          <a:p>
            <a:r>
              <a:rPr lang="en-GB" b="1" dirty="0"/>
              <a:t>L6 is where institutions </a:t>
            </a:r>
            <a:r>
              <a:rPr lang="en-GB" b="1" i="1" dirty="0"/>
              <a:t>operate</a:t>
            </a:r>
            <a:r>
              <a:rPr lang="en-GB" b="1" dirty="0"/>
              <a:t> </a:t>
            </a:r>
            <a:r>
              <a:rPr lang="en-GB" b="1" dirty="0" err="1"/>
              <a:t>CivOS</a:t>
            </a:r>
            <a:r>
              <a:rPr lang="en-GB" b="1" dirty="0"/>
              <a:t> — using applications built entirely on L5 contracts.</a:t>
            </a:r>
            <a:endParaRPr lang="en-GB" dirty="0"/>
          </a:p>
          <a:p>
            <a:endParaRPr lang="en-GB" dirty="0"/>
          </a:p>
        </p:txBody>
      </p:sp>
      <p:sp>
        <p:nvSpPr>
          <p:cNvPr id="12" name="TextBox 11">
            <a:extLst>
              <a:ext uri="{FF2B5EF4-FFF2-40B4-BE49-F238E27FC236}">
                <a16:creationId xmlns:a16="http://schemas.microsoft.com/office/drawing/2014/main" id="{ACDAA711-41B9-8D0E-D1AC-BC669BF8D280}"/>
              </a:ext>
            </a:extLst>
          </p:cNvPr>
          <p:cNvSpPr txBox="1"/>
          <p:nvPr/>
        </p:nvSpPr>
        <p:spPr>
          <a:xfrm>
            <a:off x="187446" y="2644726"/>
            <a:ext cx="7338696" cy="923330"/>
          </a:xfrm>
          <a:prstGeom prst="rect">
            <a:avLst/>
          </a:prstGeom>
          <a:solidFill>
            <a:srgbClr val="EDE7F6"/>
          </a:solidFill>
        </p:spPr>
        <p:txBody>
          <a:bodyPr wrap="square" rtlCol="0">
            <a:spAutoFit/>
          </a:bodyPr>
          <a:lstStyle/>
          <a:p>
            <a:r>
              <a:rPr lang="en-GB" b="1" dirty="0"/>
              <a:t>How L6 Works</a:t>
            </a:r>
          </a:p>
          <a:p>
            <a:endParaRPr lang="en-GB" b="1" dirty="0"/>
          </a:p>
          <a:p>
            <a:r>
              <a:rPr lang="en-GB" dirty="0"/>
              <a:t>L6 applications consume L5 interfaces:</a:t>
            </a:r>
          </a:p>
        </p:txBody>
      </p:sp>
    </p:spTree>
    <p:extLst>
      <p:ext uri="{BB962C8B-B14F-4D97-AF65-F5344CB8AC3E}">
        <p14:creationId xmlns:p14="http://schemas.microsoft.com/office/powerpoint/2010/main" val="3063002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D9181-22C2-3E0D-22E5-5800A12E8376}"/>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68C8B3E7-E442-EB86-B746-77DAE9FD7080}"/>
              </a:ext>
            </a:extLst>
          </p:cNvPr>
          <p:cNvSpPr txBox="1"/>
          <p:nvPr/>
        </p:nvSpPr>
        <p:spPr>
          <a:xfrm>
            <a:off x="358726" y="219843"/>
            <a:ext cx="15368954" cy="7571303"/>
          </a:xfrm>
          <a:prstGeom prst="rect">
            <a:avLst/>
          </a:prstGeom>
          <a:solidFill>
            <a:srgbClr val="D6DCDF"/>
          </a:solidFill>
        </p:spPr>
        <p:txBody>
          <a:bodyPr wrap="square">
            <a:spAutoFit/>
          </a:bodyPr>
          <a:lstStyle/>
          <a:p>
            <a:pPr>
              <a:buNone/>
            </a:pPr>
            <a:r>
              <a:rPr lang="en-GB" b="1" dirty="0"/>
              <a:t>Governance &amp; Oversight Applications (L6)</a:t>
            </a:r>
          </a:p>
          <a:p>
            <a:pPr>
              <a:buNone/>
            </a:pPr>
            <a:endParaRPr lang="en-GB" b="1" dirty="0"/>
          </a:p>
          <a:p>
            <a:pPr>
              <a:buNone/>
            </a:pPr>
            <a:r>
              <a:rPr lang="en-GB" b="1" i="1" dirty="0"/>
              <a:t>Operator‑Facing Tools for Running Governance Safely and Consistently</a:t>
            </a:r>
            <a:endParaRPr lang="en-GB" b="1" dirty="0"/>
          </a:p>
          <a:p>
            <a:pPr>
              <a:buNone/>
            </a:pPr>
            <a:endParaRPr lang="en-GB" b="1" dirty="0"/>
          </a:p>
          <a:p>
            <a:pPr>
              <a:buNone/>
            </a:pPr>
            <a:r>
              <a:rPr lang="en-GB" b="1" dirty="0"/>
              <a:t>Purpose</a:t>
            </a:r>
          </a:p>
          <a:p>
            <a:pPr>
              <a:buNone/>
            </a:pPr>
            <a:r>
              <a:rPr lang="en-GB" dirty="0">
                <a:effectLst/>
              </a:rPr>
              <a:t>Provide institutions with the internal consoles and dashboards needed to operate governance, oversight, legitimacy, and participation functions.</a:t>
            </a:r>
            <a:endParaRPr lang="en-GB" dirty="0"/>
          </a:p>
          <a:p>
            <a:pPr>
              <a:buNone/>
            </a:pPr>
            <a:endParaRPr lang="en-GB" b="1" dirty="0"/>
          </a:p>
          <a:p>
            <a:pPr>
              <a:buNone/>
            </a:pPr>
            <a:r>
              <a:rPr lang="en-GB" b="1" dirty="0"/>
              <a:t>Scope</a:t>
            </a:r>
          </a:p>
          <a:p>
            <a:pPr>
              <a:buNone/>
            </a:pPr>
            <a:r>
              <a:rPr lang="en-GB" dirty="0">
                <a:effectLst/>
              </a:rPr>
              <a:t>Covers four operational domains: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pPr>
              <a:buNone/>
            </a:pPr>
            <a:r>
              <a:rPr lang="en-GB" dirty="0">
                <a:effectLst/>
              </a:rPr>
              <a:t>Coherent, accountable, real‑time operation of governance across all institutions.</a:t>
            </a:r>
            <a:endParaRPr lang="en-GB" dirty="0"/>
          </a:p>
        </p:txBody>
      </p:sp>
      <p:sp>
        <p:nvSpPr>
          <p:cNvPr id="6" name="Title 5">
            <a:extLst>
              <a:ext uri="{FF2B5EF4-FFF2-40B4-BE49-F238E27FC236}">
                <a16:creationId xmlns:a16="http://schemas.microsoft.com/office/drawing/2014/main" id="{3B345A3F-0EC1-0AB1-44D5-181EF4703A54}"/>
              </a:ext>
            </a:extLst>
          </p:cNvPr>
          <p:cNvSpPr>
            <a:spLocks noGrp="1"/>
          </p:cNvSpPr>
          <p:nvPr>
            <p:ph type="title"/>
          </p:nvPr>
        </p:nvSpPr>
        <p:spPr>
          <a:xfrm>
            <a:off x="0" y="7725747"/>
            <a:ext cx="15840075" cy="373678"/>
          </a:xfrm>
          <a:solidFill>
            <a:srgbClr val="D6DCDF"/>
          </a:solidFill>
        </p:spPr>
        <p:style>
          <a:lnRef idx="2">
            <a:schemeClr val="accent1">
              <a:shade val="15000"/>
            </a:schemeClr>
          </a:lnRef>
          <a:fillRef idx="1">
            <a:schemeClr val="accent1"/>
          </a:fillRef>
          <a:effectRef idx="0">
            <a:schemeClr val="accent1"/>
          </a:effectRef>
          <a:fontRef idx="minor">
            <a:schemeClr val="lt1"/>
          </a:fontRef>
        </p:style>
        <p:txBody>
          <a:bodyPr rtlCol="0" anchor="t">
            <a:normAutofit fontScale="90000"/>
          </a:bodyPr>
          <a:lstStyle/>
          <a:p>
            <a:pPr defTabSz="457200"/>
            <a:r>
              <a:rPr lang="en-GB" sz="2800" noProof="0" dirty="0">
                <a:solidFill>
                  <a:schemeClr val="tx1"/>
                </a:solidFill>
                <a:latin typeface="+mn-lt"/>
                <a:ea typeface="+mn-ea"/>
                <a:cs typeface="+mn-cs"/>
              </a:rPr>
              <a:t> Layer 6 - Governance &amp; Oversight Applications (Decision, Institutional, Oversight, Participation)</a:t>
            </a:r>
            <a:br>
              <a:rPr lang="en-GB" sz="2800" noProof="0" dirty="0">
                <a:solidFill>
                  <a:schemeClr val="tx1"/>
                </a:solidFill>
                <a:latin typeface="+mn-lt"/>
                <a:ea typeface="+mn-ea"/>
                <a:cs typeface="+mn-cs"/>
              </a:rPr>
            </a:br>
            <a:endParaRPr lang="en-GB" sz="28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506F6C59-411F-BA8A-852E-EF110DFAF3DE}"/>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D0B8AB69-9E4F-61ED-F772-5F6C055A8AB1}"/>
              </a:ext>
            </a:extLst>
          </p:cNvPr>
          <p:cNvGraphicFramePr>
            <a:graphicFrameLocks noGrp="1"/>
          </p:cNvGraphicFramePr>
          <p:nvPr>
            <p:extLst>
              <p:ext uri="{D42A27DB-BD31-4B8C-83A1-F6EECF244321}">
                <p14:modId xmlns:p14="http://schemas.microsoft.com/office/powerpoint/2010/main" val="1938220271"/>
              </p:ext>
            </p:extLst>
          </p:nvPr>
        </p:nvGraphicFramePr>
        <p:xfrm>
          <a:off x="4367652" y="5377743"/>
          <a:ext cx="7463278" cy="1840530"/>
        </p:xfrm>
        <a:graphic>
          <a:graphicData uri="http://schemas.openxmlformats.org/drawingml/2006/table">
            <a:tbl>
              <a:tblPr>
                <a:tableStyleId>{5940675A-B579-460E-94D1-54222C63F5DA}</a:tableStyleId>
              </a:tblPr>
              <a:tblGrid>
                <a:gridCol w="1641824">
                  <a:extLst>
                    <a:ext uri="{9D8B030D-6E8A-4147-A177-3AD203B41FA5}">
                      <a16:colId xmlns:a16="http://schemas.microsoft.com/office/drawing/2014/main" val="2196514509"/>
                    </a:ext>
                  </a:extLst>
                </a:gridCol>
                <a:gridCol w="5821454">
                  <a:extLst>
                    <a:ext uri="{9D8B030D-6E8A-4147-A177-3AD203B41FA5}">
                      <a16:colId xmlns:a16="http://schemas.microsoft.com/office/drawing/2014/main" val="321617900"/>
                    </a:ext>
                  </a:extLst>
                </a:gridCol>
              </a:tblGrid>
              <a:tr h="368106">
                <a:tc>
                  <a:txBody>
                    <a:bodyPr/>
                    <a:lstStyle/>
                    <a:p>
                      <a:pPr>
                        <a:buNone/>
                      </a:pPr>
                      <a:r>
                        <a:rPr lang="en-GB" sz="1800"/>
                        <a:t>L5 Interface</a:t>
                      </a:r>
                    </a:p>
                  </a:txBody>
                  <a:tcPr anchor="ctr">
                    <a:solidFill>
                      <a:srgbClr val="D6DCDF"/>
                    </a:solidFill>
                  </a:tcPr>
                </a:tc>
                <a:tc>
                  <a:txBody>
                    <a:bodyPr/>
                    <a:lstStyle/>
                    <a:p>
                      <a:pPr>
                        <a:buNone/>
                      </a:pPr>
                      <a:r>
                        <a:rPr lang="en-GB" sz="1800" dirty="0"/>
                        <a:t>Used For</a:t>
                      </a:r>
                    </a:p>
                  </a:txBody>
                  <a:tcPr anchor="ctr">
                    <a:solidFill>
                      <a:srgbClr val="D6DCDF"/>
                    </a:solidFill>
                  </a:tcPr>
                </a:tc>
                <a:extLst>
                  <a:ext uri="{0D108BD9-81ED-4DB2-BD59-A6C34878D82A}">
                    <a16:rowId xmlns:a16="http://schemas.microsoft.com/office/drawing/2014/main" val="2978044356"/>
                  </a:ext>
                </a:extLst>
              </a:tr>
              <a:tr h="368106">
                <a:tc>
                  <a:txBody>
                    <a:bodyPr/>
                    <a:lstStyle/>
                    <a:p>
                      <a:pPr>
                        <a:buNone/>
                      </a:pPr>
                      <a:r>
                        <a:rPr lang="en-GB" sz="1800" b="1"/>
                        <a:t>Write</a:t>
                      </a:r>
                      <a:endParaRPr lang="en-GB" sz="1800"/>
                    </a:p>
                  </a:txBody>
                  <a:tcPr anchor="ctr">
                    <a:solidFill>
                      <a:srgbClr val="D6DCDF"/>
                    </a:solidFill>
                  </a:tcPr>
                </a:tc>
                <a:tc>
                  <a:txBody>
                    <a:bodyPr/>
                    <a:lstStyle/>
                    <a:p>
                      <a:pPr>
                        <a:buNone/>
                      </a:pPr>
                      <a:r>
                        <a:rPr lang="en-GB" sz="1800"/>
                        <a:t>Issuing structured governance intent</a:t>
                      </a:r>
                    </a:p>
                  </a:txBody>
                  <a:tcPr anchor="ctr">
                    <a:solidFill>
                      <a:srgbClr val="D6DCDF"/>
                    </a:solidFill>
                  </a:tcPr>
                </a:tc>
                <a:extLst>
                  <a:ext uri="{0D108BD9-81ED-4DB2-BD59-A6C34878D82A}">
                    <a16:rowId xmlns:a16="http://schemas.microsoft.com/office/drawing/2014/main" val="3822240702"/>
                  </a:ext>
                </a:extLst>
              </a:tr>
              <a:tr h="368106">
                <a:tc>
                  <a:txBody>
                    <a:bodyPr/>
                    <a:lstStyle/>
                    <a:p>
                      <a:pPr>
                        <a:buNone/>
                      </a:pPr>
                      <a:r>
                        <a:rPr lang="en-GB" sz="1800" b="1"/>
                        <a:t>Read</a:t>
                      </a:r>
                      <a:endParaRPr lang="en-GB" sz="1800"/>
                    </a:p>
                  </a:txBody>
                  <a:tcPr anchor="ctr">
                    <a:solidFill>
                      <a:srgbClr val="D6DCDF"/>
                    </a:solidFill>
                  </a:tcPr>
                </a:tc>
                <a:tc>
                  <a:txBody>
                    <a:bodyPr/>
                    <a:lstStyle/>
                    <a:p>
                      <a:pPr>
                        <a:buNone/>
                      </a:pPr>
                      <a:r>
                        <a:rPr lang="en-GB" sz="1800" kern="1200" dirty="0">
                          <a:solidFill>
                            <a:schemeClr val="tx1"/>
                          </a:solidFill>
                        </a:rPr>
                        <a:t>Viewing</a:t>
                      </a:r>
                      <a:r>
                        <a:rPr lang="en-GB" sz="1800" dirty="0"/>
                        <a:t> validated institutional and civic state</a:t>
                      </a:r>
                    </a:p>
                  </a:txBody>
                  <a:tcPr anchor="ctr">
                    <a:solidFill>
                      <a:srgbClr val="D6DCDF"/>
                    </a:solidFill>
                  </a:tcPr>
                </a:tc>
                <a:extLst>
                  <a:ext uri="{0D108BD9-81ED-4DB2-BD59-A6C34878D82A}">
                    <a16:rowId xmlns:a16="http://schemas.microsoft.com/office/drawing/2014/main" val="4280361526"/>
                  </a:ext>
                </a:extLst>
              </a:tr>
              <a:tr h="368106">
                <a:tc>
                  <a:txBody>
                    <a:bodyPr/>
                    <a:lstStyle/>
                    <a:p>
                      <a:pPr>
                        <a:buNone/>
                      </a:pPr>
                      <a:r>
                        <a:rPr lang="en-GB" sz="1800" b="1" dirty="0"/>
                        <a:t>Event</a:t>
                      </a:r>
                      <a:endParaRPr lang="en-GB" sz="1800" dirty="0"/>
                    </a:p>
                  </a:txBody>
                  <a:tcPr anchor="ctr">
                    <a:solidFill>
                      <a:srgbClr val="D6DCDF"/>
                    </a:solidFill>
                  </a:tcPr>
                </a:tc>
                <a:tc>
                  <a:txBody>
                    <a:bodyPr/>
                    <a:lstStyle/>
                    <a:p>
                      <a:pPr>
                        <a:buNone/>
                      </a:pPr>
                      <a:r>
                        <a:rPr lang="en-GB" sz="1800"/>
                        <a:t>Responding to integrity, risk, or legitimacy signals</a:t>
                      </a:r>
                    </a:p>
                  </a:txBody>
                  <a:tcPr anchor="ctr">
                    <a:solidFill>
                      <a:srgbClr val="D6DCDF"/>
                    </a:solidFill>
                  </a:tcPr>
                </a:tc>
                <a:extLst>
                  <a:ext uri="{0D108BD9-81ED-4DB2-BD59-A6C34878D82A}">
                    <a16:rowId xmlns:a16="http://schemas.microsoft.com/office/drawing/2014/main" val="4256550791"/>
                  </a:ext>
                </a:extLst>
              </a:tr>
              <a:tr h="368106">
                <a:tc>
                  <a:txBody>
                    <a:bodyPr/>
                    <a:lstStyle/>
                    <a:p>
                      <a:pPr>
                        <a:buNone/>
                      </a:pPr>
                      <a:r>
                        <a:rPr lang="en-GB" sz="1800" b="1"/>
                        <a:t>Stream</a:t>
                      </a:r>
                      <a:endParaRPr lang="en-GB" sz="1800"/>
                    </a:p>
                  </a:txBody>
                  <a:tcPr anchor="ctr">
                    <a:solidFill>
                      <a:srgbClr val="D6DCDF"/>
                    </a:solidFill>
                  </a:tcPr>
                </a:tc>
                <a:tc>
                  <a:txBody>
                    <a:bodyPr/>
                    <a:lstStyle/>
                    <a:p>
                      <a:pPr>
                        <a:buNone/>
                      </a:pPr>
                      <a:r>
                        <a:rPr lang="en-GB" sz="1800" dirty="0"/>
                        <a:t>Monitoring continuous governance telemetry</a:t>
                      </a:r>
                    </a:p>
                  </a:txBody>
                  <a:tcPr anchor="ctr">
                    <a:solidFill>
                      <a:srgbClr val="D6DCDF"/>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04966EE1-E133-0C53-2E51-916BC10CA373}"/>
              </a:ext>
            </a:extLst>
          </p:cNvPr>
          <p:cNvGraphicFramePr>
            <a:graphicFrameLocks noGrp="1"/>
          </p:cNvGraphicFramePr>
          <p:nvPr>
            <p:extLst>
              <p:ext uri="{D42A27DB-BD31-4B8C-83A1-F6EECF244321}">
                <p14:modId xmlns:p14="http://schemas.microsoft.com/office/powerpoint/2010/main" val="3513490834"/>
              </p:ext>
            </p:extLst>
          </p:nvPr>
        </p:nvGraphicFramePr>
        <p:xfrm>
          <a:off x="358725" y="2781005"/>
          <a:ext cx="15368953" cy="2537416"/>
        </p:xfrm>
        <a:graphic>
          <a:graphicData uri="http://schemas.openxmlformats.org/drawingml/2006/table">
            <a:tbl>
              <a:tblPr>
                <a:tableStyleId>{5940675A-B579-460E-94D1-54222C63F5DA}</a:tableStyleId>
              </a:tblPr>
              <a:tblGrid>
                <a:gridCol w="4770716">
                  <a:extLst>
                    <a:ext uri="{9D8B030D-6E8A-4147-A177-3AD203B41FA5}">
                      <a16:colId xmlns:a16="http://schemas.microsoft.com/office/drawing/2014/main" val="3350512552"/>
                    </a:ext>
                  </a:extLst>
                </a:gridCol>
                <a:gridCol w="10598237">
                  <a:extLst>
                    <a:ext uri="{9D8B030D-6E8A-4147-A177-3AD203B41FA5}">
                      <a16:colId xmlns:a16="http://schemas.microsoft.com/office/drawing/2014/main" val="3561048473"/>
                    </a:ext>
                  </a:extLst>
                </a:gridCol>
              </a:tblGrid>
              <a:tr h="366029">
                <a:tc>
                  <a:txBody>
                    <a:bodyPr/>
                    <a:lstStyle/>
                    <a:p>
                      <a:pPr>
                        <a:buNone/>
                      </a:pPr>
                      <a:r>
                        <a:rPr lang="en-GB" sz="2100"/>
                        <a:t>Domain</a:t>
                      </a:r>
                    </a:p>
                  </a:txBody>
                  <a:tcPr anchor="ctr">
                    <a:solidFill>
                      <a:srgbClr val="D6DCDF"/>
                    </a:solidFill>
                  </a:tcPr>
                </a:tc>
                <a:tc>
                  <a:txBody>
                    <a:bodyPr/>
                    <a:lstStyle/>
                    <a:p>
                      <a:pPr>
                        <a:buNone/>
                      </a:pPr>
                      <a:r>
                        <a:rPr lang="en-GB" sz="2100" dirty="0"/>
                        <a:t>Purpose</a:t>
                      </a:r>
                    </a:p>
                  </a:txBody>
                  <a:tcPr anchor="ctr">
                    <a:solidFill>
                      <a:srgbClr val="D6DCDF"/>
                    </a:solidFill>
                  </a:tcPr>
                </a:tc>
                <a:extLst>
                  <a:ext uri="{0D108BD9-81ED-4DB2-BD59-A6C34878D82A}">
                    <a16:rowId xmlns:a16="http://schemas.microsoft.com/office/drawing/2014/main" val="69900846"/>
                  </a:ext>
                </a:extLst>
              </a:tr>
              <a:tr h="366029">
                <a:tc>
                  <a:txBody>
                    <a:bodyPr/>
                    <a:lstStyle/>
                    <a:p>
                      <a:pPr>
                        <a:buNone/>
                      </a:pPr>
                      <a:r>
                        <a:rPr lang="en-GB" sz="2100" b="1"/>
                        <a:t>Decision Systems</a:t>
                      </a:r>
                      <a:endParaRPr lang="en-GB" sz="2100"/>
                    </a:p>
                  </a:txBody>
                  <a:tcPr anchor="ctr">
                    <a:solidFill>
                      <a:srgbClr val="D6DCDF"/>
                    </a:solidFill>
                  </a:tcPr>
                </a:tc>
                <a:tc>
                  <a:txBody>
                    <a:bodyPr/>
                    <a:lstStyle/>
                    <a:p>
                      <a:pPr>
                        <a:buNone/>
                      </a:pPr>
                      <a:r>
                        <a:rPr lang="en-GB" sz="2100" dirty="0"/>
                        <a:t>Drafting, issuing, and tracking governance decisions</a:t>
                      </a:r>
                    </a:p>
                  </a:txBody>
                  <a:tcPr anchor="ctr">
                    <a:solidFill>
                      <a:srgbClr val="D6DCDF"/>
                    </a:solidFill>
                  </a:tcPr>
                </a:tc>
                <a:extLst>
                  <a:ext uri="{0D108BD9-81ED-4DB2-BD59-A6C34878D82A}">
                    <a16:rowId xmlns:a16="http://schemas.microsoft.com/office/drawing/2014/main" val="2923198339"/>
                  </a:ext>
                </a:extLst>
              </a:tr>
              <a:tr h="366029">
                <a:tc>
                  <a:txBody>
                    <a:bodyPr/>
                    <a:lstStyle/>
                    <a:p>
                      <a:pPr>
                        <a:buNone/>
                      </a:pPr>
                      <a:r>
                        <a:rPr lang="en-GB" sz="2100" b="1"/>
                        <a:t>Institutional Architecture</a:t>
                      </a:r>
                      <a:endParaRPr lang="en-GB" sz="2100"/>
                    </a:p>
                  </a:txBody>
                  <a:tcPr anchor="ctr">
                    <a:solidFill>
                      <a:srgbClr val="D6DCDF"/>
                    </a:solidFill>
                  </a:tcPr>
                </a:tc>
                <a:tc>
                  <a:txBody>
                    <a:bodyPr/>
                    <a:lstStyle/>
                    <a:p>
                      <a:pPr>
                        <a:buNone/>
                      </a:pPr>
                      <a:r>
                        <a:rPr lang="en-GB" sz="2100" dirty="0"/>
                        <a:t>Managing authorities, roles, and institutional structure</a:t>
                      </a:r>
                    </a:p>
                  </a:txBody>
                  <a:tcPr anchor="ctr">
                    <a:solidFill>
                      <a:srgbClr val="D6DCDF"/>
                    </a:solidFill>
                  </a:tcPr>
                </a:tc>
                <a:extLst>
                  <a:ext uri="{0D108BD9-81ED-4DB2-BD59-A6C34878D82A}">
                    <a16:rowId xmlns:a16="http://schemas.microsoft.com/office/drawing/2014/main" val="1330039449"/>
                  </a:ext>
                </a:extLst>
              </a:tr>
              <a:tr h="651488">
                <a:tc>
                  <a:txBody>
                    <a:bodyPr/>
                    <a:lstStyle/>
                    <a:p>
                      <a:pPr>
                        <a:buNone/>
                      </a:pPr>
                      <a:r>
                        <a:rPr lang="en-GB" sz="2100" b="1" dirty="0"/>
                        <a:t>Accountability &amp; Oversight</a:t>
                      </a:r>
                      <a:endParaRPr lang="en-GB" sz="2100" dirty="0"/>
                    </a:p>
                  </a:txBody>
                  <a:tcPr anchor="ctr">
                    <a:solidFill>
                      <a:srgbClr val="D6DCDF"/>
                    </a:solidFill>
                  </a:tcPr>
                </a:tc>
                <a:tc>
                  <a:txBody>
                    <a:bodyPr/>
                    <a:lstStyle/>
                    <a:p>
                      <a:pPr>
                        <a:buNone/>
                      </a:pPr>
                      <a:r>
                        <a:rPr lang="en-GB" sz="2100"/>
                        <a:t>Monitoring integrity, audits, transparency, and compliance</a:t>
                      </a:r>
                    </a:p>
                  </a:txBody>
                  <a:tcPr anchor="ctr">
                    <a:solidFill>
                      <a:srgbClr val="D6DCDF"/>
                    </a:solidFill>
                  </a:tcPr>
                </a:tc>
                <a:extLst>
                  <a:ext uri="{0D108BD9-81ED-4DB2-BD59-A6C34878D82A}">
                    <a16:rowId xmlns:a16="http://schemas.microsoft.com/office/drawing/2014/main" val="652575281"/>
                  </a:ext>
                </a:extLst>
              </a:tr>
              <a:tr h="651488">
                <a:tc>
                  <a:txBody>
                    <a:bodyPr/>
                    <a:lstStyle/>
                    <a:p>
                      <a:pPr>
                        <a:buNone/>
                      </a:pPr>
                      <a:r>
                        <a:rPr lang="en-GB" sz="2100" b="1"/>
                        <a:t>Civic Participation &amp; Consent</a:t>
                      </a:r>
                      <a:endParaRPr lang="en-GB" sz="2100"/>
                    </a:p>
                  </a:txBody>
                  <a:tcPr anchor="ctr">
                    <a:solidFill>
                      <a:srgbClr val="D6DCDF"/>
                    </a:solidFill>
                  </a:tcPr>
                </a:tc>
                <a:tc>
                  <a:txBody>
                    <a:bodyPr/>
                    <a:lstStyle/>
                    <a:p>
                      <a:pPr>
                        <a:buNone/>
                      </a:pPr>
                      <a:r>
                        <a:rPr lang="en-GB" sz="2100" dirty="0"/>
                        <a:t>Managing participation signals, consent flows, and legitimacy insights</a:t>
                      </a:r>
                    </a:p>
                  </a:txBody>
                  <a:tcPr anchor="ctr">
                    <a:solidFill>
                      <a:srgbClr val="D6DCDF"/>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1569715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AD84C-A322-B872-2F6A-14FFB93F709B}"/>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9FDE4DD-EE16-11CD-A154-F960E32B67EC}"/>
              </a:ext>
            </a:extLst>
          </p:cNvPr>
          <p:cNvSpPr txBox="1"/>
          <p:nvPr/>
        </p:nvSpPr>
        <p:spPr>
          <a:xfrm>
            <a:off x="358726" y="219843"/>
            <a:ext cx="15244257" cy="7571303"/>
          </a:xfrm>
          <a:prstGeom prst="rect">
            <a:avLst/>
          </a:prstGeom>
          <a:solidFill>
            <a:srgbClr val="F1CBCB"/>
          </a:solidFill>
          <a:ln>
            <a:solidFill>
              <a:schemeClr val="accent1">
                <a:shade val="15000"/>
              </a:schemeClr>
            </a:solidFill>
          </a:ln>
        </p:spPr>
        <p:txBody>
          <a:bodyPr wrap="square">
            <a:spAutoFit/>
          </a:bodyPr>
          <a:lstStyle/>
          <a:p>
            <a:pPr>
              <a:buNone/>
            </a:pPr>
            <a:r>
              <a:rPr lang="en-GB" b="1" dirty="0"/>
              <a:t>Risk &amp; Coordination Applications (L6)</a:t>
            </a:r>
          </a:p>
          <a:p>
            <a:pPr>
              <a:buNone/>
            </a:pPr>
            <a:r>
              <a:rPr lang="en-GB" b="1" i="1" dirty="0"/>
              <a:t>Operator Tools for Managing Hazards, Coordination and Systemic Resilience</a:t>
            </a:r>
            <a:endParaRPr lang="en-GB" b="1" dirty="0"/>
          </a:p>
          <a:p>
            <a:pPr>
              <a:buNone/>
            </a:pPr>
            <a:endParaRPr lang="en-GB" b="1" dirty="0"/>
          </a:p>
          <a:p>
            <a:pPr>
              <a:buNone/>
            </a:pPr>
            <a:r>
              <a:rPr lang="en-GB" b="1" dirty="0"/>
              <a:t>Purpose</a:t>
            </a:r>
          </a:p>
          <a:p>
            <a:pPr>
              <a:buNone/>
            </a:pPr>
            <a:r>
              <a:rPr lang="en-GB" dirty="0">
                <a:effectLst/>
              </a:rPr>
              <a:t>Internal applications for detecting hazards, coordinating responses, and maintaining national/systemic resilience.</a:t>
            </a:r>
            <a:endParaRPr lang="en-GB" dirty="0"/>
          </a:p>
          <a:p>
            <a:pPr>
              <a:buNone/>
            </a:pPr>
            <a:endParaRPr lang="en-GB" b="1" dirty="0"/>
          </a:p>
          <a:p>
            <a:pPr>
              <a:buNone/>
            </a:pPr>
            <a:r>
              <a:rPr lang="en-GB" b="1" dirty="0"/>
              <a:t>Scope</a:t>
            </a:r>
          </a:p>
          <a:p>
            <a:pPr>
              <a:buNone/>
            </a:pPr>
            <a:r>
              <a:rPr lang="en-GB" dirty="0">
                <a:effectLst/>
              </a:rPr>
              <a:t>Four operational domains: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pPr>
              <a:buNone/>
            </a:pPr>
            <a:r>
              <a:rPr lang="en-GB" dirty="0">
                <a:effectLst/>
              </a:rPr>
              <a:t>Coherent, accountable, real‑time operation of governance across all institutions.</a:t>
            </a:r>
            <a:endParaRPr lang="en-GB" dirty="0"/>
          </a:p>
        </p:txBody>
      </p:sp>
      <p:sp>
        <p:nvSpPr>
          <p:cNvPr id="6" name="Title 5">
            <a:extLst>
              <a:ext uri="{FF2B5EF4-FFF2-40B4-BE49-F238E27FC236}">
                <a16:creationId xmlns:a16="http://schemas.microsoft.com/office/drawing/2014/main" id="{7B237397-57DA-BE49-DFEA-010CDC23F4D9}"/>
              </a:ext>
            </a:extLst>
          </p:cNvPr>
          <p:cNvSpPr>
            <a:spLocks noGrp="1"/>
          </p:cNvSpPr>
          <p:nvPr>
            <p:ph type="title"/>
          </p:nvPr>
        </p:nvSpPr>
        <p:spPr>
          <a:xfrm>
            <a:off x="0" y="7725747"/>
            <a:ext cx="15840075" cy="373678"/>
          </a:xfrm>
          <a:solidFill>
            <a:srgbClr val="F1CBCB"/>
          </a:solidFill>
        </p:spPr>
        <p:style>
          <a:lnRef idx="2">
            <a:schemeClr val="accent1">
              <a:shade val="15000"/>
            </a:schemeClr>
          </a:lnRef>
          <a:fillRef idx="1">
            <a:schemeClr val="accent1"/>
          </a:fillRef>
          <a:effectRef idx="0">
            <a:schemeClr val="accent1"/>
          </a:effectRef>
          <a:fontRef idx="minor">
            <a:schemeClr val="lt1"/>
          </a:fontRef>
        </p:style>
        <p:txBody>
          <a:bodyPr rtlCol="0" anchor="t">
            <a:normAutofit fontScale="90000"/>
          </a:bodyPr>
          <a:lstStyle/>
          <a:p>
            <a:pPr defTabSz="457200"/>
            <a:r>
              <a:rPr lang="en-GB" sz="2800" noProof="0" dirty="0">
                <a:solidFill>
                  <a:schemeClr val="tx1"/>
                </a:solidFill>
                <a:latin typeface="+mn-lt"/>
                <a:ea typeface="+mn-ea"/>
                <a:cs typeface="+mn-cs"/>
              </a:rPr>
              <a:t> Layer 6 - </a:t>
            </a:r>
            <a:r>
              <a:rPr lang="en-GB" sz="2800" dirty="0">
                <a:solidFill>
                  <a:schemeClr val="tx1"/>
                </a:solidFill>
              </a:rPr>
              <a:t>Risk &amp; Coordination Applications (Hazard, Coordination, Resilience, Emergency Response)</a:t>
            </a:r>
            <a:br>
              <a:rPr lang="en-GB" sz="2800" noProof="0" dirty="0">
                <a:solidFill>
                  <a:schemeClr val="tx1"/>
                </a:solidFill>
                <a:latin typeface="+mn-lt"/>
                <a:ea typeface="+mn-ea"/>
                <a:cs typeface="+mn-cs"/>
              </a:rPr>
            </a:br>
            <a:endParaRPr lang="en-GB" sz="28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207D9B57-AC37-A6ED-D1CB-BCB47F2F2720}"/>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B9A3D5BB-DF91-8DD7-6489-14A59093E7C0}"/>
              </a:ext>
            </a:extLst>
          </p:cNvPr>
          <p:cNvGraphicFramePr>
            <a:graphicFrameLocks noGrp="1"/>
          </p:cNvGraphicFramePr>
          <p:nvPr>
            <p:extLst>
              <p:ext uri="{D42A27DB-BD31-4B8C-83A1-F6EECF244321}">
                <p14:modId xmlns:p14="http://schemas.microsoft.com/office/powerpoint/2010/main" val="1143864136"/>
              </p:ext>
            </p:extLst>
          </p:nvPr>
        </p:nvGraphicFramePr>
        <p:xfrm>
          <a:off x="4154222" y="5154412"/>
          <a:ext cx="7674073" cy="2077085"/>
        </p:xfrm>
        <a:graphic>
          <a:graphicData uri="http://schemas.openxmlformats.org/drawingml/2006/table">
            <a:tbl>
              <a:tblPr>
                <a:tableStyleId>{5940675A-B579-460E-94D1-54222C63F5DA}</a:tableStyleId>
              </a:tblPr>
              <a:tblGrid>
                <a:gridCol w="1688196">
                  <a:extLst>
                    <a:ext uri="{9D8B030D-6E8A-4147-A177-3AD203B41FA5}">
                      <a16:colId xmlns:a16="http://schemas.microsoft.com/office/drawing/2014/main" val="2196514509"/>
                    </a:ext>
                  </a:extLst>
                </a:gridCol>
                <a:gridCol w="5985877">
                  <a:extLst>
                    <a:ext uri="{9D8B030D-6E8A-4147-A177-3AD203B41FA5}">
                      <a16:colId xmlns:a16="http://schemas.microsoft.com/office/drawing/2014/main" val="321617900"/>
                    </a:ext>
                  </a:extLst>
                </a:gridCol>
              </a:tblGrid>
              <a:tr h="415417">
                <a:tc>
                  <a:txBody>
                    <a:bodyPr/>
                    <a:lstStyle/>
                    <a:p>
                      <a:pPr>
                        <a:buNone/>
                      </a:pPr>
                      <a:r>
                        <a:rPr lang="en-GB" sz="2100" dirty="0"/>
                        <a:t>L5 Interface</a:t>
                      </a:r>
                    </a:p>
                  </a:txBody>
                  <a:tcPr anchor="ctr">
                    <a:solidFill>
                      <a:srgbClr val="F1CBCB"/>
                    </a:solidFill>
                  </a:tcPr>
                </a:tc>
                <a:tc>
                  <a:txBody>
                    <a:bodyPr/>
                    <a:lstStyle/>
                    <a:p>
                      <a:pPr>
                        <a:buNone/>
                      </a:pPr>
                      <a:r>
                        <a:rPr lang="en-GB" sz="2100" dirty="0"/>
                        <a:t>Used For</a:t>
                      </a:r>
                    </a:p>
                  </a:txBody>
                  <a:tcPr anchor="ctr">
                    <a:solidFill>
                      <a:srgbClr val="F1CBCB"/>
                    </a:solidFill>
                  </a:tcPr>
                </a:tc>
                <a:extLst>
                  <a:ext uri="{0D108BD9-81ED-4DB2-BD59-A6C34878D82A}">
                    <a16:rowId xmlns:a16="http://schemas.microsoft.com/office/drawing/2014/main" val="2978044356"/>
                  </a:ext>
                </a:extLst>
              </a:tr>
              <a:tr h="415417">
                <a:tc>
                  <a:txBody>
                    <a:bodyPr/>
                    <a:lstStyle/>
                    <a:p>
                      <a:pPr>
                        <a:buNone/>
                      </a:pPr>
                      <a:r>
                        <a:rPr lang="en-GB" sz="1800" b="1"/>
                        <a:t>Write</a:t>
                      </a:r>
                      <a:endParaRPr lang="en-GB" sz="1800"/>
                    </a:p>
                  </a:txBody>
                  <a:tcPr anchor="ctr">
                    <a:solidFill>
                      <a:srgbClr val="F1CBCB"/>
                    </a:solidFill>
                  </a:tcPr>
                </a:tc>
                <a:tc>
                  <a:txBody>
                    <a:bodyPr/>
                    <a:lstStyle/>
                    <a:p>
                      <a:pPr>
                        <a:buNone/>
                      </a:pPr>
                      <a:r>
                        <a:rPr lang="en-GB" sz="1800"/>
                        <a:t>Issuing response actions and coordination intent</a:t>
                      </a:r>
                    </a:p>
                  </a:txBody>
                  <a:tcPr anchor="ctr">
                    <a:solidFill>
                      <a:srgbClr val="F1CBCB"/>
                    </a:solidFill>
                  </a:tcPr>
                </a:tc>
                <a:extLst>
                  <a:ext uri="{0D108BD9-81ED-4DB2-BD59-A6C34878D82A}">
                    <a16:rowId xmlns:a16="http://schemas.microsoft.com/office/drawing/2014/main" val="3822240702"/>
                  </a:ext>
                </a:extLst>
              </a:tr>
              <a:tr h="415417">
                <a:tc>
                  <a:txBody>
                    <a:bodyPr/>
                    <a:lstStyle/>
                    <a:p>
                      <a:pPr>
                        <a:buNone/>
                      </a:pPr>
                      <a:r>
                        <a:rPr lang="en-GB" sz="1800" b="1"/>
                        <a:t>Read</a:t>
                      </a:r>
                      <a:endParaRPr lang="en-GB" sz="1800"/>
                    </a:p>
                  </a:txBody>
                  <a:tcPr anchor="ctr">
                    <a:solidFill>
                      <a:srgbClr val="F1CBCB"/>
                    </a:solidFill>
                  </a:tcPr>
                </a:tc>
                <a:tc>
                  <a:txBody>
                    <a:bodyPr/>
                    <a:lstStyle/>
                    <a:p>
                      <a:pPr>
                        <a:buNone/>
                      </a:pPr>
                      <a:r>
                        <a:rPr lang="en-GB" sz="1800"/>
                        <a:t>Viewing hazard state, exposure, and system readiness</a:t>
                      </a:r>
                    </a:p>
                  </a:txBody>
                  <a:tcPr anchor="ctr">
                    <a:solidFill>
                      <a:srgbClr val="F1CBCB"/>
                    </a:solidFill>
                  </a:tcPr>
                </a:tc>
                <a:extLst>
                  <a:ext uri="{0D108BD9-81ED-4DB2-BD59-A6C34878D82A}">
                    <a16:rowId xmlns:a16="http://schemas.microsoft.com/office/drawing/2014/main" val="4280361526"/>
                  </a:ext>
                </a:extLst>
              </a:tr>
              <a:tr h="415417">
                <a:tc>
                  <a:txBody>
                    <a:bodyPr/>
                    <a:lstStyle/>
                    <a:p>
                      <a:pPr>
                        <a:buNone/>
                      </a:pPr>
                      <a:r>
                        <a:rPr lang="en-GB" sz="1800" b="1"/>
                        <a:t>Event</a:t>
                      </a:r>
                      <a:endParaRPr lang="en-GB" sz="1800"/>
                    </a:p>
                  </a:txBody>
                  <a:tcPr anchor="ctr">
                    <a:solidFill>
                      <a:srgbClr val="F1CBCB"/>
                    </a:solidFill>
                  </a:tcPr>
                </a:tc>
                <a:tc>
                  <a:txBody>
                    <a:bodyPr/>
                    <a:lstStyle/>
                    <a:p>
                      <a:pPr>
                        <a:buNone/>
                      </a:pPr>
                      <a:r>
                        <a:rPr lang="en-GB" sz="1800"/>
                        <a:t>Responding to alerts, triggers, and threshold crossings</a:t>
                      </a:r>
                    </a:p>
                  </a:txBody>
                  <a:tcPr anchor="ctr">
                    <a:solidFill>
                      <a:srgbClr val="F1CBCB"/>
                    </a:solidFill>
                  </a:tcPr>
                </a:tc>
                <a:extLst>
                  <a:ext uri="{0D108BD9-81ED-4DB2-BD59-A6C34878D82A}">
                    <a16:rowId xmlns:a16="http://schemas.microsoft.com/office/drawing/2014/main" val="4256550791"/>
                  </a:ext>
                </a:extLst>
              </a:tr>
              <a:tr h="415417">
                <a:tc>
                  <a:txBody>
                    <a:bodyPr/>
                    <a:lstStyle/>
                    <a:p>
                      <a:pPr>
                        <a:buNone/>
                      </a:pPr>
                      <a:r>
                        <a:rPr lang="en-GB" sz="1800" b="1"/>
                        <a:t>Stream</a:t>
                      </a:r>
                      <a:endParaRPr lang="en-GB" sz="1800"/>
                    </a:p>
                  </a:txBody>
                  <a:tcPr anchor="ctr">
                    <a:solidFill>
                      <a:srgbClr val="F1CBCB"/>
                    </a:solidFill>
                  </a:tcPr>
                </a:tc>
                <a:tc>
                  <a:txBody>
                    <a:bodyPr/>
                    <a:lstStyle/>
                    <a:p>
                      <a:pPr>
                        <a:buNone/>
                      </a:pPr>
                      <a:r>
                        <a:rPr lang="en-GB" sz="1800" dirty="0"/>
                        <a:t>Monitoring real‑time risk and resilience telemetry</a:t>
                      </a:r>
                    </a:p>
                  </a:txBody>
                  <a:tcPr anchor="ctr">
                    <a:solidFill>
                      <a:srgbClr val="F1CBCB"/>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75FB9CD1-C508-3C30-15FF-86F30376FEB7}"/>
              </a:ext>
            </a:extLst>
          </p:cNvPr>
          <p:cNvGraphicFramePr>
            <a:graphicFrameLocks noGrp="1"/>
          </p:cNvGraphicFramePr>
          <p:nvPr>
            <p:extLst>
              <p:ext uri="{D42A27DB-BD31-4B8C-83A1-F6EECF244321}">
                <p14:modId xmlns:p14="http://schemas.microsoft.com/office/powerpoint/2010/main" val="4226124131"/>
              </p:ext>
            </p:extLst>
          </p:nvPr>
        </p:nvGraphicFramePr>
        <p:xfrm>
          <a:off x="466073" y="2456962"/>
          <a:ext cx="13680831" cy="2537416"/>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66029">
                <a:tc>
                  <a:txBody>
                    <a:bodyPr/>
                    <a:lstStyle/>
                    <a:p>
                      <a:pPr>
                        <a:buNone/>
                      </a:pPr>
                      <a:r>
                        <a:rPr lang="en-GB" sz="2100"/>
                        <a:t>Domain</a:t>
                      </a:r>
                    </a:p>
                  </a:txBody>
                  <a:tcPr anchor="ctr">
                    <a:solidFill>
                      <a:srgbClr val="F1CBCB"/>
                    </a:solidFill>
                  </a:tcPr>
                </a:tc>
                <a:tc>
                  <a:txBody>
                    <a:bodyPr/>
                    <a:lstStyle/>
                    <a:p>
                      <a:pPr>
                        <a:buNone/>
                      </a:pPr>
                      <a:r>
                        <a:rPr lang="en-GB" sz="2100" dirty="0"/>
                        <a:t>Purpose</a:t>
                      </a:r>
                    </a:p>
                  </a:txBody>
                  <a:tcPr anchor="ctr">
                    <a:solidFill>
                      <a:srgbClr val="F1CBCB"/>
                    </a:solidFill>
                  </a:tcPr>
                </a:tc>
                <a:extLst>
                  <a:ext uri="{0D108BD9-81ED-4DB2-BD59-A6C34878D82A}">
                    <a16:rowId xmlns:a16="http://schemas.microsoft.com/office/drawing/2014/main" val="69900846"/>
                  </a:ext>
                </a:extLst>
              </a:tr>
              <a:tr h="366029">
                <a:tc>
                  <a:txBody>
                    <a:bodyPr/>
                    <a:lstStyle/>
                    <a:p>
                      <a:pPr>
                        <a:buNone/>
                      </a:pPr>
                      <a:r>
                        <a:rPr lang="en-GB" sz="2100" b="1"/>
                        <a:t>Decision Systems</a:t>
                      </a:r>
                      <a:endParaRPr lang="en-GB" sz="2100"/>
                    </a:p>
                  </a:txBody>
                  <a:tcPr anchor="ctr">
                    <a:solidFill>
                      <a:srgbClr val="F1CBCB"/>
                    </a:solidFill>
                  </a:tcPr>
                </a:tc>
                <a:tc>
                  <a:txBody>
                    <a:bodyPr/>
                    <a:lstStyle/>
                    <a:p>
                      <a:pPr>
                        <a:buNone/>
                      </a:pPr>
                      <a:r>
                        <a:rPr lang="en-GB" sz="2100" dirty="0"/>
                        <a:t>Drafting, issuing, and tracking governance decisions</a:t>
                      </a:r>
                    </a:p>
                  </a:txBody>
                  <a:tcPr anchor="ctr">
                    <a:solidFill>
                      <a:srgbClr val="F1CBCB"/>
                    </a:solidFill>
                  </a:tcPr>
                </a:tc>
                <a:extLst>
                  <a:ext uri="{0D108BD9-81ED-4DB2-BD59-A6C34878D82A}">
                    <a16:rowId xmlns:a16="http://schemas.microsoft.com/office/drawing/2014/main" val="2923198339"/>
                  </a:ext>
                </a:extLst>
              </a:tr>
              <a:tr h="366029">
                <a:tc>
                  <a:txBody>
                    <a:bodyPr/>
                    <a:lstStyle/>
                    <a:p>
                      <a:pPr>
                        <a:buNone/>
                      </a:pPr>
                      <a:r>
                        <a:rPr lang="en-GB" sz="2100" b="1"/>
                        <a:t>Institutional Architecture</a:t>
                      </a:r>
                      <a:endParaRPr lang="en-GB" sz="2100"/>
                    </a:p>
                  </a:txBody>
                  <a:tcPr anchor="ctr">
                    <a:solidFill>
                      <a:srgbClr val="F1CBCB"/>
                    </a:solidFill>
                  </a:tcPr>
                </a:tc>
                <a:tc>
                  <a:txBody>
                    <a:bodyPr/>
                    <a:lstStyle/>
                    <a:p>
                      <a:pPr>
                        <a:buNone/>
                      </a:pPr>
                      <a:r>
                        <a:rPr lang="en-GB" sz="2100"/>
                        <a:t>Managing authorities, roles, and institutional structure</a:t>
                      </a:r>
                    </a:p>
                  </a:txBody>
                  <a:tcPr anchor="ctr">
                    <a:solidFill>
                      <a:srgbClr val="F1CBCB"/>
                    </a:solidFill>
                  </a:tcPr>
                </a:tc>
                <a:extLst>
                  <a:ext uri="{0D108BD9-81ED-4DB2-BD59-A6C34878D82A}">
                    <a16:rowId xmlns:a16="http://schemas.microsoft.com/office/drawing/2014/main" val="1330039449"/>
                  </a:ext>
                </a:extLst>
              </a:tr>
              <a:tr h="651488">
                <a:tc>
                  <a:txBody>
                    <a:bodyPr/>
                    <a:lstStyle/>
                    <a:p>
                      <a:pPr>
                        <a:buNone/>
                      </a:pPr>
                      <a:r>
                        <a:rPr lang="en-GB" sz="2100" b="1" dirty="0"/>
                        <a:t>Accountability &amp; Oversight</a:t>
                      </a:r>
                      <a:endParaRPr lang="en-GB" sz="2100" dirty="0"/>
                    </a:p>
                  </a:txBody>
                  <a:tcPr anchor="ctr">
                    <a:solidFill>
                      <a:srgbClr val="F1CBCB"/>
                    </a:solidFill>
                  </a:tcPr>
                </a:tc>
                <a:tc>
                  <a:txBody>
                    <a:bodyPr/>
                    <a:lstStyle/>
                    <a:p>
                      <a:pPr>
                        <a:buNone/>
                      </a:pPr>
                      <a:r>
                        <a:rPr lang="en-GB" sz="2100"/>
                        <a:t>Monitoring integrity, audits, transparency, and compliance</a:t>
                      </a:r>
                    </a:p>
                  </a:txBody>
                  <a:tcPr anchor="ctr">
                    <a:solidFill>
                      <a:srgbClr val="F1CBCB"/>
                    </a:solidFill>
                  </a:tcPr>
                </a:tc>
                <a:extLst>
                  <a:ext uri="{0D108BD9-81ED-4DB2-BD59-A6C34878D82A}">
                    <a16:rowId xmlns:a16="http://schemas.microsoft.com/office/drawing/2014/main" val="652575281"/>
                  </a:ext>
                </a:extLst>
              </a:tr>
              <a:tr h="651488">
                <a:tc>
                  <a:txBody>
                    <a:bodyPr/>
                    <a:lstStyle/>
                    <a:p>
                      <a:pPr>
                        <a:buNone/>
                      </a:pPr>
                      <a:r>
                        <a:rPr lang="en-GB" sz="2100" b="1"/>
                        <a:t>Civic Participation &amp; Consent</a:t>
                      </a:r>
                      <a:endParaRPr lang="en-GB" sz="2100"/>
                    </a:p>
                  </a:txBody>
                  <a:tcPr anchor="ctr">
                    <a:solidFill>
                      <a:srgbClr val="F1CBCB"/>
                    </a:solidFill>
                  </a:tcPr>
                </a:tc>
                <a:tc>
                  <a:txBody>
                    <a:bodyPr/>
                    <a:lstStyle/>
                    <a:p>
                      <a:pPr>
                        <a:buNone/>
                      </a:pPr>
                      <a:r>
                        <a:rPr lang="en-GB" sz="2100" dirty="0"/>
                        <a:t>Managing participation signals, consent flows, and legitimacy insights</a:t>
                      </a:r>
                    </a:p>
                  </a:txBody>
                  <a:tcPr anchor="ctr">
                    <a:solidFill>
                      <a:srgbClr val="F1CBCB"/>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3468993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0CF63-7196-57F8-BDA4-0CDB8E5994F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D958A5F-26D4-6A6A-50AE-273B95F805C8}"/>
              </a:ext>
            </a:extLst>
          </p:cNvPr>
          <p:cNvSpPr txBox="1"/>
          <p:nvPr/>
        </p:nvSpPr>
        <p:spPr>
          <a:xfrm>
            <a:off x="358726" y="219843"/>
            <a:ext cx="15244257" cy="7571303"/>
          </a:xfrm>
          <a:prstGeom prst="rect">
            <a:avLst/>
          </a:prstGeom>
          <a:solidFill>
            <a:srgbClr val="BED4EB"/>
          </a:solidFill>
          <a:ln>
            <a:solidFill>
              <a:schemeClr val="accent1">
                <a:shade val="15000"/>
              </a:schemeClr>
            </a:solidFill>
          </a:ln>
        </p:spPr>
        <p:txBody>
          <a:bodyPr wrap="square">
            <a:spAutoFit/>
          </a:bodyPr>
          <a:lstStyle/>
          <a:p>
            <a:r>
              <a:rPr lang="en-GB" b="1" dirty="0"/>
              <a:t>Data Integrity &amp; Audit Applications (L6)</a:t>
            </a:r>
          </a:p>
          <a:p>
            <a:r>
              <a:rPr lang="en-GB" b="1" i="1" dirty="0"/>
              <a:t>Operator Tools for Ensuring Trusted, Traceable, High‑Quality Data</a:t>
            </a:r>
            <a:endParaRPr lang="en-GB" b="1" dirty="0"/>
          </a:p>
          <a:p>
            <a:endParaRPr lang="en-GB" b="1" dirty="0"/>
          </a:p>
          <a:p>
            <a:r>
              <a:rPr lang="en-GB" b="1" dirty="0"/>
              <a:t>Purpose</a:t>
            </a:r>
          </a:p>
          <a:p>
            <a:r>
              <a:rPr lang="en-GB" dirty="0"/>
              <a:t>Internal applications for validating data, tracing provenance, monitoring quality, and running audits across </a:t>
            </a:r>
            <a:r>
              <a:rPr lang="en-GB" dirty="0" err="1"/>
              <a:t>CivOS</a:t>
            </a:r>
            <a:r>
              <a:rPr lang="en-GB" dirty="0"/>
              <a:t>.</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A trusted, transparent, tamper‑evident data foundation for all Families.</a:t>
            </a:r>
          </a:p>
        </p:txBody>
      </p:sp>
      <p:sp>
        <p:nvSpPr>
          <p:cNvPr id="6" name="Title 5">
            <a:extLst>
              <a:ext uri="{FF2B5EF4-FFF2-40B4-BE49-F238E27FC236}">
                <a16:creationId xmlns:a16="http://schemas.microsoft.com/office/drawing/2014/main" id="{153083A3-8846-1489-FA17-A62D9491E703}"/>
              </a:ext>
            </a:extLst>
          </p:cNvPr>
          <p:cNvSpPr>
            <a:spLocks noGrp="1"/>
          </p:cNvSpPr>
          <p:nvPr>
            <p:ph type="title"/>
          </p:nvPr>
        </p:nvSpPr>
        <p:spPr>
          <a:xfrm>
            <a:off x="0" y="7725747"/>
            <a:ext cx="15840075" cy="373678"/>
          </a:xfrm>
          <a:solidFill>
            <a:srgbClr val="BED4EB"/>
          </a:solidFill>
        </p:spPr>
        <p:style>
          <a:lnRef idx="2">
            <a:schemeClr val="accent1">
              <a:shade val="15000"/>
            </a:schemeClr>
          </a:lnRef>
          <a:fillRef idx="1">
            <a:schemeClr val="accent1"/>
          </a:fillRef>
          <a:effectRef idx="0">
            <a:schemeClr val="accent1"/>
          </a:effectRef>
          <a:fontRef idx="minor">
            <a:schemeClr val="lt1"/>
          </a:fontRef>
        </p:style>
        <p:txBody>
          <a:bodyPr rtlCol="0" anchor="t">
            <a:normAutofit fontScale="90000"/>
          </a:bodyPr>
          <a:lstStyle/>
          <a:p>
            <a:pPr defTabSz="457200"/>
            <a:r>
              <a:rPr lang="en-GB" sz="2800" noProof="0" dirty="0">
                <a:solidFill>
                  <a:schemeClr val="tx1"/>
                </a:solidFill>
                <a:latin typeface="+mn-lt"/>
                <a:ea typeface="+mn-ea"/>
                <a:cs typeface="+mn-cs"/>
              </a:rPr>
              <a:t> Layer 6 - </a:t>
            </a:r>
            <a:r>
              <a:rPr lang="en-GB" sz="2800" dirty="0">
                <a:solidFill>
                  <a:schemeClr val="tx1"/>
                </a:solidFill>
              </a:rPr>
              <a:t>Data Integrity &amp; Audit Applications  (Provenance, Validation, Audit, Quality)</a:t>
            </a:r>
            <a:br>
              <a:rPr lang="en-GB" sz="2800" dirty="0">
                <a:solidFill>
                  <a:schemeClr val="tx1"/>
                </a:solidFill>
              </a:rPr>
            </a:br>
            <a:br>
              <a:rPr lang="en-GB" sz="2800" noProof="0" dirty="0">
                <a:solidFill>
                  <a:schemeClr val="tx1"/>
                </a:solidFill>
                <a:latin typeface="+mn-lt"/>
                <a:ea typeface="+mn-ea"/>
                <a:cs typeface="+mn-cs"/>
              </a:rPr>
            </a:br>
            <a:endParaRPr lang="en-GB" sz="28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E9C569A5-D449-61A1-8652-0DB273A23993}"/>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64DA199F-4155-4DFF-6816-989209845CC0}"/>
              </a:ext>
            </a:extLst>
          </p:cNvPr>
          <p:cNvGraphicFramePr>
            <a:graphicFrameLocks noGrp="1"/>
          </p:cNvGraphicFramePr>
          <p:nvPr>
            <p:extLst>
              <p:ext uri="{D42A27DB-BD31-4B8C-83A1-F6EECF244321}">
                <p14:modId xmlns:p14="http://schemas.microsoft.com/office/powerpoint/2010/main" val="1084672647"/>
              </p:ext>
            </p:extLst>
          </p:nvPr>
        </p:nvGraphicFramePr>
        <p:xfrm>
          <a:off x="4154222" y="5154412"/>
          <a:ext cx="8956867" cy="2077085"/>
        </p:xfrm>
        <a:graphic>
          <a:graphicData uri="http://schemas.openxmlformats.org/drawingml/2006/table">
            <a:tbl>
              <a:tblPr>
                <a:tableStyleId>{5940675A-B579-460E-94D1-54222C63F5DA}</a:tableStyleId>
              </a:tblPr>
              <a:tblGrid>
                <a:gridCol w="1970394">
                  <a:extLst>
                    <a:ext uri="{9D8B030D-6E8A-4147-A177-3AD203B41FA5}">
                      <a16:colId xmlns:a16="http://schemas.microsoft.com/office/drawing/2014/main" val="2196514509"/>
                    </a:ext>
                  </a:extLst>
                </a:gridCol>
                <a:gridCol w="6986473">
                  <a:extLst>
                    <a:ext uri="{9D8B030D-6E8A-4147-A177-3AD203B41FA5}">
                      <a16:colId xmlns:a16="http://schemas.microsoft.com/office/drawing/2014/main" val="321617900"/>
                    </a:ext>
                  </a:extLst>
                </a:gridCol>
              </a:tblGrid>
              <a:tr h="415417">
                <a:tc>
                  <a:txBody>
                    <a:bodyPr/>
                    <a:lstStyle/>
                    <a:p>
                      <a:pPr>
                        <a:buNone/>
                      </a:pPr>
                      <a:r>
                        <a:rPr lang="en-GB" sz="2100" dirty="0"/>
                        <a:t>L5 Interface</a:t>
                      </a:r>
                    </a:p>
                  </a:txBody>
                  <a:tcPr anchor="ctr">
                    <a:solidFill>
                      <a:srgbClr val="BED4EB"/>
                    </a:solidFill>
                  </a:tcPr>
                </a:tc>
                <a:tc>
                  <a:txBody>
                    <a:bodyPr/>
                    <a:lstStyle/>
                    <a:p>
                      <a:pPr>
                        <a:buNone/>
                      </a:pPr>
                      <a:r>
                        <a:rPr lang="en-GB" sz="2100" dirty="0"/>
                        <a:t>Used For</a:t>
                      </a:r>
                    </a:p>
                  </a:txBody>
                  <a:tcPr anchor="ctr">
                    <a:solidFill>
                      <a:srgbClr val="BED4EB"/>
                    </a:solidFill>
                  </a:tcPr>
                </a:tc>
                <a:extLst>
                  <a:ext uri="{0D108BD9-81ED-4DB2-BD59-A6C34878D82A}">
                    <a16:rowId xmlns:a16="http://schemas.microsoft.com/office/drawing/2014/main" val="2978044356"/>
                  </a:ext>
                </a:extLst>
              </a:tr>
              <a:tr h="415417">
                <a:tc>
                  <a:txBody>
                    <a:bodyPr/>
                    <a:lstStyle/>
                    <a:p>
                      <a:pPr>
                        <a:buNone/>
                      </a:pPr>
                      <a:r>
                        <a:rPr lang="en-GB" b="1"/>
                        <a:t>Write</a:t>
                      </a:r>
                      <a:endParaRPr lang="en-GB"/>
                    </a:p>
                  </a:txBody>
                  <a:tcPr anchor="ctr">
                    <a:solidFill>
                      <a:srgbClr val="BED4EB"/>
                    </a:solidFill>
                  </a:tcPr>
                </a:tc>
                <a:tc>
                  <a:txBody>
                    <a:bodyPr/>
                    <a:lstStyle/>
                    <a:p>
                      <a:pPr>
                        <a:buNone/>
                      </a:pPr>
                      <a:r>
                        <a:rPr lang="en-GB"/>
                        <a:t>Submitting corrections, remediation, or validation intent</a:t>
                      </a:r>
                    </a:p>
                  </a:txBody>
                  <a:tcPr anchor="ctr">
                    <a:solidFill>
                      <a:srgbClr val="BED4EB"/>
                    </a:solidFill>
                  </a:tcPr>
                </a:tc>
                <a:extLst>
                  <a:ext uri="{0D108BD9-81ED-4DB2-BD59-A6C34878D82A}">
                    <a16:rowId xmlns:a16="http://schemas.microsoft.com/office/drawing/2014/main" val="3822240702"/>
                  </a:ext>
                </a:extLst>
              </a:tr>
              <a:tr h="415417">
                <a:tc>
                  <a:txBody>
                    <a:bodyPr/>
                    <a:lstStyle/>
                    <a:p>
                      <a:pPr>
                        <a:buNone/>
                      </a:pPr>
                      <a:r>
                        <a:rPr lang="en-GB" b="1"/>
                        <a:t>Read</a:t>
                      </a:r>
                      <a:endParaRPr lang="en-GB"/>
                    </a:p>
                  </a:txBody>
                  <a:tcPr anchor="ctr">
                    <a:solidFill>
                      <a:srgbClr val="BED4EB"/>
                    </a:solidFill>
                  </a:tcPr>
                </a:tc>
                <a:tc>
                  <a:txBody>
                    <a:bodyPr/>
                    <a:lstStyle/>
                    <a:p>
                      <a:pPr>
                        <a:buNone/>
                      </a:pPr>
                      <a:r>
                        <a:rPr lang="en-GB"/>
                        <a:t>Accessing verified state, lineage, and audit records</a:t>
                      </a:r>
                    </a:p>
                  </a:txBody>
                  <a:tcPr anchor="ctr">
                    <a:solidFill>
                      <a:srgbClr val="BED4EB"/>
                    </a:solidFill>
                  </a:tcPr>
                </a:tc>
                <a:extLst>
                  <a:ext uri="{0D108BD9-81ED-4DB2-BD59-A6C34878D82A}">
                    <a16:rowId xmlns:a16="http://schemas.microsoft.com/office/drawing/2014/main" val="4280361526"/>
                  </a:ext>
                </a:extLst>
              </a:tr>
              <a:tr h="415417">
                <a:tc>
                  <a:txBody>
                    <a:bodyPr/>
                    <a:lstStyle/>
                    <a:p>
                      <a:pPr>
                        <a:buNone/>
                      </a:pPr>
                      <a:r>
                        <a:rPr lang="en-GB" b="1"/>
                        <a:t>Event</a:t>
                      </a:r>
                      <a:endParaRPr lang="en-GB"/>
                    </a:p>
                  </a:txBody>
                  <a:tcPr anchor="ctr">
                    <a:solidFill>
                      <a:srgbClr val="BED4EB"/>
                    </a:solidFill>
                  </a:tcPr>
                </a:tc>
                <a:tc>
                  <a:txBody>
                    <a:bodyPr/>
                    <a:lstStyle/>
                    <a:p>
                      <a:pPr>
                        <a:buNone/>
                      </a:pPr>
                      <a:r>
                        <a:rPr lang="en-GB"/>
                        <a:t>Responding to integrity violations or rule failures</a:t>
                      </a:r>
                    </a:p>
                  </a:txBody>
                  <a:tcPr anchor="ctr">
                    <a:solidFill>
                      <a:srgbClr val="BED4EB"/>
                    </a:solidFill>
                  </a:tcPr>
                </a:tc>
                <a:extLst>
                  <a:ext uri="{0D108BD9-81ED-4DB2-BD59-A6C34878D82A}">
                    <a16:rowId xmlns:a16="http://schemas.microsoft.com/office/drawing/2014/main" val="4256550791"/>
                  </a:ext>
                </a:extLst>
              </a:tr>
              <a:tr h="415417">
                <a:tc>
                  <a:txBody>
                    <a:bodyPr/>
                    <a:lstStyle/>
                    <a:p>
                      <a:pPr>
                        <a:buNone/>
                      </a:pPr>
                      <a:r>
                        <a:rPr lang="en-GB" b="1"/>
                        <a:t>Stream</a:t>
                      </a:r>
                      <a:endParaRPr lang="en-GB"/>
                    </a:p>
                  </a:txBody>
                  <a:tcPr anchor="ctr">
                    <a:solidFill>
                      <a:srgbClr val="BED4EB"/>
                    </a:solidFill>
                  </a:tcPr>
                </a:tc>
                <a:tc>
                  <a:txBody>
                    <a:bodyPr/>
                    <a:lstStyle/>
                    <a:p>
                      <a:pPr>
                        <a:buNone/>
                      </a:pPr>
                      <a:r>
                        <a:rPr lang="en-GB" dirty="0"/>
                        <a:t>Monitoring continuous data‑quality telemetry</a:t>
                      </a:r>
                    </a:p>
                  </a:txBody>
                  <a:tcPr anchor="ctr">
                    <a:solidFill>
                      <a:srgbClr val="BED4EB"/>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0C7643EA-D158-F308-2E2E-85847F7A31BE}"/>
              </a:ext>
            </a:extLst>
          </p:cNvPr>
          <p:cNvGraphicFramePr>
            <a:graphicFrameLocks noGrp="1"/>
          </p:cNvGraphicFramePr>
          <p:nvPr>
            <p:extLst>
              <p:ext uri="{D42A27DB-BD31-4B8C-83A1-F6EECF244321}">
                <p14:modId xmlns:p14="http://schemas.microsoft.com/office/powerpoint/2010/main" val="1095550898"/>
              </p:ext>
            </p:extLst>
          </p:nvPr>
        </p:nvGraphicFramePr>
        <p:xfrm>
          <a:off x="466073" y="2456962"/>
          <a:ext cx="13680831" cy="2414412"/>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sz="2100"/>
                        <a:t>Domain</a:t>
                      </a:r>
                    </a:p>
                  </a:txBody>
                  <a:tcPr anchor="ctr">
                    <a:solidFill>
                      <a:srgbClr val="BED4EB"/>
                    </a:solidFill>
                  </a:tcPr>
                </a:tc>
                <a:tc>
                  <a:txBody>
                    <a:bodyPr/>
                    <a:lstStyle/>
                    <a:p>
                      <a:pPr>
                        <a:buNone/>
                      </a:pPr>
                      <a:r>
                        <a:rPr lang="en-GB" sz="2100" dirty="0"/>
                        <a:t>Purpose</a:t>
                      </a:r>
                    </a:p>
                  </a:txBody>
                  <a:tcPr anchor="ctr">
                    <a:solidFill>
                      <a:srgbClr val="BED4EB"/>
                    </a:solidFill>
                  </a:tcPr>
                </a:tc>
                <a:extLst>
                  <a:ext uri="{0D108BD9-81ED-4DB2-BD59-A6C34878D82A}">
                    <a16:rowId xmlns:a16="http://schemas.microsoft.com/office/drawing/2014/main" val="69900846"/>
                  </a:ext>
                </a:extLst>
              </a:tr>
              <a:tr h="500733">
                <a:tc>
                  <a:txBody>
                    <a:bodyPr/>
                    <a:lstStyle/>
                    <a:p>
                      <a:pPr>
                        <a:buNone/>
                      </a:pPr>
                      <a:r>
                        <a:rPr lang="en-GB" b="1"/>
                        <a:t>Provenance</a:t>
                      </a:r>
                      <a:endParaRPr lang="en-GB"/>
                    </a:p>
                  </a:txBody>
                  <a:tcPr anchor="ctr">
                    <a:solidFill>
                      <a:srgbClr val="BED4EB"/>
                    </a:solidFill>
                  </a:tcPr>
                </a:tc>
                <a:tc>
                  <a:txBody>
                    <a:bodyPr/>
                    <a:lstStyle/>
                    <a:p>
                      <a:pPr>
                        <a:buNone/>
                      </a:pPr>
                      <a:r>
                        <a:rPr lang="en-GB"/>
                        <a:t>Tracking origins, lineage, and transformations</a:t>
                      </a:r>
                    </a:p>
                  </a:txBody>
                  <a:tcPr anchor="ctr">
                    <a:solidFill>
                      <a:srgbClr val="BED4EB"/>
                    </a:solidFill>
                  </a:tcPr>
                </a:tc>
                <a:extLst>
                  <a:ext uri="{0D108BD9-81ED-4DB2-BD59-A6C34878D82A}">
                    <a16:rowId xmlns:a16="http://schemas.microsoft.com/office/drawing/2014/main" val="2923198339"/>
                  </a:ext>
                </a:extLst>
              </a:tr>
              <a:tr h="500733">
                <a:tc>
                  <a:txBody>
                    <a:bodyPr/>
                    <a:lstStyle/>
                    <a:p>
                      <a:pPr>
                        <a:buNone/>
                      </a:pPr>
                      <a:r>
                        <a:rPr lang="en-GB" b="1"/>
                        <a:t>Validation</a:t>
                      </a:r>
                      <a:endParaRPr lang="en-GB"/>
                    </a:p>
                  </a:txBody>
                  <a:tcPr anchor="ctr">
                    <a:solidFill>
                      <a:srgbClr val="BED4EB"/>
                    </a:solidFill>
                  </a:tcPr>
                </a:tc>
                <a:tc>
                  <a:txBody>
                    <a:bodyPr/>
                    <a:lstStyle/>
                    <a:p>
                      <a:pPr>
                        <a:buNone/>
                      </a:pPr>
                      <a:r>
                        <a:rPr lang="en-GB"/>
                        <a:t>Enforcing rules, standards, and integrity checks</a:t>
                      </a:r>
                    </a:p>
                  </a:txBody>
                  <a:tcPr anchor="ctr">
                    <a:solidFill>
                      <a:srgbClr val="BED4EB"/>
                    </a:solidFill>
                  </a:tcPr>
                </a:tc>
                <a:extLst>
                  <a:ext uri="{0D108BD9-81ED-4DB2-BD59-A6C34878D82A}">
                    <a16:rowId xmlns:a16="http://schemas.microsoft.com/office/drawing/2014/main" val="1330039449"/>
                  </a:ext>
                </a:extLst>
              </a:tr>
              <a:tr h="500733">
                <a:tc>
                  <a:txBody>
                    <a:bodyPr/>
                    <a:lstStyle/>
                    <a:p>
                      <a:pPr>
                        <a:buNone/>
                      </a:pPr>
                      <a:r>
                        <a:rPr lang="en-GB" b="1"/>
                        <a:t>Audit</a:t>
                      </a:r>
                      <a:endParaRPr lang="en-GB"/>
                    </a:p>
                  </a:txBody>
                  <a:tcPr anchor="ctr">
                    <a:solidFill>
                      <a:srgbClr val="BED4EB"/>
                    </a:solidFill>
                  </a:tcPr>
                </a:tc>
                <a:tc>
                  <a:txBody>
                    <a:bodyPr/>
                    <a:lstStyle/>
                    <a:p>
                      <a:pPr>
                        <a:buNone/>
                      </a:pPr>
                      <a:r>
                        <a:rPr lang="en-GB"/>
                        <a:t>Reviewing logs, overrides, compliance, and traceability</a:t>
                      </a:r>
                    </a:p>
                  </a:txBody>
                  <a:tcPr anchor="ctr">
                    <a:solidFill>
                      <a:srgbClr val="BED4EB"/>
                    </a:solidFill>
                  </a:tcPr>
                </a:tc>
                <a:extLst>
                  <a:ext uri="{0D108BD9-81ED-4DB2-BD59-A6C34878D82A}">
                    <a16:rowId xmlns:a16="http://schemas.microsoft.com/office/drawing/2014/main" val="652575281"/>
                  </a:ext>
                </a:extLst>
              </a:tr>
              <a:tr h="500733">
                <a:tc>
                  <a:txBody>
                    <a:bodyPr/>
                    <a:lstStyle/>
                    <a:p>
                      <a:pPr>
                        <a:buNone/>
                      </a:pPr>
                      <a:r>
                        <a:rPr lang="en-GB" b="1"/>
                        <a:t>Quality</a:t>
                      </a:r>
                      <a:endParaRPr lang="en-GB"/>
                    </a:p>
                  </a:txBody>
                  <a:tcPr anchor="ctr">
                    <a:solidFill>
                      <a:srgbClr val="BED4EB"/>
                    </a:solidFill>
                  </a:tcPr>
                </a:tc>
                <a:tc>
                  <a:txBody>
                    <a:bodyPr/>
                    <a:lstStyle/>
                    <a:p>
                      <a:pPr>
                        <a:buNone/>
                      </a:pPr>
                      <a:r>
                        <a:rPr lang="en-GB" dirty="0"/>
                        <a:t>Monitoring accuracy, completeness, and consistency</a:t>
                      </a:r>
                    </a:p>
                  </a:txBody>
                  <a:tcPr anchor="ctr">
                    <a:solidFill>
                      <a:srgbClr val="BED4EB"/>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37756346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DBE16-DAC8-C529-6094-7BC22C115D9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9E769AA-906F-20C4-5B02-5431AB622279}"/>
              </a:ext>
            </a:extLst>
          </p:cNvPr>
          <p:cNvSpPr txBox="1"/>
          <p:nvPr/>
        </p:nvSpPr>
        <p:spPr>
          <a:xfrm>
            <a:off x="358726" y="219843"/>
            <a:ext cx="15244257" cy="7571303"/>
          </a:xfrm>
          <a:prstGeom prst="rect">
            <a:avLst/>
          </a:prstGeom>
          <a:solidFill>
            <a:srgbClr val="B9DDDA"/>
          </a:solidFill>
          <a:ln>
            <a:solidFill>
              <a:schemeClr val="accent1">
                <a:shade val="15000"/>
              </a:schemeClr>
            </a:solidFill>
          </a:ln>
        </p:spPr>
        <p:txBody>
          <a:bodyPr wrap="square">
            <a:spAutoFit/>
          </a:bodyPr>
          <a:lstStyle/>
          <a:p>
            <a:r>
              <a:rPr lang="en-GB" b="1" dirty="0"/>
              <a:t>Civic Feedback &amp; Cultural Applications (L6)</a:t>
            </a:r>
          </a:p>
          <a:p>
            <a:r>
              <a:rPr lang="en-GB" b="1" i="1" dirty="0"/>
              <a:t>Operator Tools for Understanding Civic Signals and Cultural Dynamics</a:t>
            </a:r>
          </a:p>
          <a:p>
            <a:endParaRPr lang="en-GB" b="1" dirty="0"/>
          </a:p>
          <a:p>
            <a:r>
              <a:rPr lang="en-GB" b="1" dirty="0"/>
              <a:t>Purpose</a:t>
            </a:r>
          </a:p>
          <a:p>
            <a:r>
              <a:rPr lang="en-GB" dirty="0"/>
              <a:t>Internal applications for analysing sentiment, narratives, cultural patterns, and participation signals across society.</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A real‑time understanding of civic mood, cultural health, and participation patterns.</a:t>
            </a:r>
          </a:p>
        </p:txBody>
      </p:sp>
      <p:sp>
        <p:nvSpPr>
          <p:cNvPr id="6" name="Title 5">
            <a:extLst>
              <a:ext uri="{FF2B5EF4-FFF2-40B4-BE49-F238E27FC236}">
                <a16:creationId xmlns:a16="http://schemas.microsoft.com/office/drawing/2014/main" id="{AEEDB68E-AD0A-6FCE-48D6-6472B11A130D}"/>
              </a:ext>
            </a:extLst>
          </p:cNvPr>
          <p:cNvSpPr>
            <a:spLocks noGrp="1"/>
          </p:cNvSpPr>
          <p:nvPr>
            <p:ph type="title"/>
          </p:nvPr>
        </p:nvSpPr>
        <p:spPr>
          <a:xfrm>
            <a:off x="0" y="7725747"/>
            <a:ext cx="15840075" cy="373678"/>
          </a:xfrm>
          <a:solidFill>
            <a:srgbClr val="B9DDDA"/>
          </a:solidFill>
        </p:spPr>
        <p:style>
          <a:lnRef idx="2">
            <a:schemeClr val="accent1">
              <a:shade val="15000"/>
            </a:schemeClr>
          </a:lnRef>
          <a:fillRef idx="1">
            <a:schemeClr val="accent1"/>
          </a:fillRef>
          <a:effectRef idx="0">
            <a:schemeClr val="accent1"/>
          </a:effectRef>
          <a:fontRef idx="minor">
            <a:schemeClr val="lt1"/>
          </a:fontRef>
        </p:style>
        <p:txBody>
          <a:bodyPr rtlCol="0" anchor="t">
            <a:normAutofit fontScale="90000"/>
          </a:bodyPr>
          <a:lstStyle/>
          <a:p>
            <a:pPr defTabSz="457200"/>
            <a:r>
              <a:rPr lang="en-GB" sz="2800" noProof="0" dirty="0">
                <a:solidFill>
                  <a:schemeClr val="tx1"/>
                </a:solidFill>
                <a:latin typeface="+mn-lt"/>
                <a:ea typeface="+mn-ea"/>
                <a:cs typeface="+mn-cs"/>
              </a:rPr>
              <a:t> Layer 6 - </a:t>
            </a:r>
            <a:r>
              <a:rPr lang="fr-FR" sz="2800" dirty="0">
                <a:solidFill>
                  <a:schemeClr val="tx1"/>
                </a:solidFill>
              </a:rPr>
              <a:t>Civic Feedback &amp; Cultural Applications (Sentiment, Narrative, Culture, Participation </a:t>
            </a:r>
            <a:r>
              <a:rPr lang="fr-FR" sz="2800" dirty="0" err="1">
                <a:solidFill>
                  <a:schemeClr val="tx1"/>
                </a:solidFill>
              </a:rPr>
              <a:t>Signals</a:t>
            </a:r>
            <a:r>
              <a:rPr lang="fr-FR" sz="2800" dirty="0">
                <a:solidFill>
                  <a:schemeClr val="tx1"/>
                </a:solidFill>
              </a:rPr>
              <a:t>)</a:t>
            </a:r>
            <a:br>
              <a:rPr lang="en-GB" sz="2800" dirty="0">
                <a:solidFill>
                  <a:schemeClr val="tx1"/>
                </a:solidFill>
              </a:rPr>
            </a:br>
            <a:br>
              <a:rPr lang="en-GB" sz="2800" noProof="0" dirty="0">
                <a:solidFill>
                  <a:schemeClr val="tx1"/>
                </a:solidFill>
                <a:latin typeface="+mn-lt"/>
                <a:ea typeface="+mn-ea"/>
                <a:cs typeface="+mn-cs"/>
              </a:rPr>
            </a:br>
            <a:endParaRPr lang="en-GB" sz="28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AE021D9F-1A6E-D012-A7A9-039E32AD2F70}"/>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1768EFFD-AA96-6319-8D34-A6E21EBC15F5}"/>
              </a:ext>
            </a:extLst>
          </p:cNvPr>
          <p:cNvGraphicFramePr>
            <a:graphicFrameLocks noGrp="1"/>
          </p:cNvGraphicFramePr>
          <p:nvPr>
            <p:extLst>
              <p:ext uri="{D42A27DB-BD31-4B8C-83A1-F6EECF244321}">
                <p14:modId xmlns:p14="http://schemas.microsoft.com/office/powerpoint/2010/main" val="354784143"/>
              </p:ext>
            </p:extLst>
          </p:nvPr>
        </p:nvGraphicFramePr>
        <p:xfrm>
          <a:off x="4154222" y="5154412"/>
          <a:ext cx="8956867" cy="2077085"/>
        </p:xfrm>
        <a:graphic>
          <a:graphicData uri="http://schemas.openxmlformats.org/drawingml/2006/table">
            <a:tbl>
              <a:tblPr>
                <a:tableStyleId>{5940675A-B579-460E-94D1-54222C63F5DA}</a:tableStyleId>
              </a:tblPr>
              <a:tblGrid>
                <a:gridCol w="1970394">
                  <a:extLst>
                    <a:ext uri="{9D8B030D-6E8A-4147-A177-3AD203B41FA5}">
                      <a16:colId xmlns:a16="http://schemas.microsoft.com/office/drawing/2014/main" val="2196514509"/>
                    </a:ext>
                  </a:extLst>
                </a:gridCol>
                <a:gridCol w="6986473">
                  <a:extLst>
                    <a:ext uri="{9D8B030D-6E8A-4147-A177-3AD203B41FA5}">
                      <a16:colId xmlns:a16="http://schemas.microsoft.com/office/drawing/2014/main" val="321617900"/>
                    </a:ext>
                  </a:extLst>
                </a:gridCol>
              </a:tblGrid>
              <a:tr h="415417">
                <a:tc>
                  <a:txBody>
                    <a:bodyPr/>
                    <a:lstStyle/>
                    <a:p>
                      <a:pPr>
                        <a:buNone/>
                      </a:pPr>
                      <a:r>
                        <a:rPr lang="en-GB" sz="2100" dirty="0"/>
                        <a:t>L5 Interface</a:t>
                      </a:r>
                    </a:p>
                  </a:txBody>
                  <a:tcPr anchor="ctr">
                    <a:solidFill>
                      <a:srgbClr val="B9DDDA"/>
                    </a:solidFill>
                  </a:tcPr>
                </a:tc>
                <a:tc>
                  <a:txBody>
                    <a:bodyPr/>
                    <a:lstStyle/>
                    <a:p>
                      <a:pPr>
                        <a:buNone/>
                      </a:pPr>
                      <a:r>
                        <a:rPr lang="en-GB" sz="2100" dirty="0"/>
                        <a:t>Used For</a:t>
                      </a:r>
                    </a:p>
                  </a:txBody>
                  <a:tcPr anchor="ctr">
                    <a:solidFill>
                      <a:srgbClr val="B9DDDA"/>
                    </a:solidFill>
                  </a:tcPr>
                </a:tc>
                <a:extLst>
                  <a:ext uri="{0D108BD9-81ED-4DB2-BD59-A6C34878D82A}">
                    <a16:rowId xmlns:a16="http://schemas.microsoft.com/office/drawing/2014/main" val="2978044356"/>
                  </a:ext>
                </a:extLst>
              </a:tr>
              <a:tr h="415417">
                <a:tc>
                  <a:txBody>
                    <a:bodyPr/>
                    <a:lstStyle/>
                    <a:p>
                      <a:pPr>
                        <a:buNone/>
                      </a:pPr>
                      <a:r>
                        <a:rPr lang="en-GB" b="1"/>
                        <a:t>Write</a:t>
                      </a:r>
                      <a:endParaRPr lang="en-GB"/>
                    </a:p>
                  </a:txBody>
                  <a:tcPr anchor="ctr">
                    <a:solidFill>
                      <a:srgbClr val="B9DDDA"/>
                    </a:solidFill>
                  </a:tcPr>
                </a:tc>
                <a:tc>
                  <a:txBody>
                    <a:bodyPr/>
                    <a:lstStyle/>
                    <a:p>
                      <a:pPr>
                        <a:buNone/>
                      </a:pPr>
                      <a:r>
                        <a:rPr lang="en-GB"/>
                        <a:t>Submitting interpretation, tagging, or classification intent</a:t>
                      </a:r>
                    </a:p>
                  </a:txBody>
                  <a:tcPr anchor="ctr">
                    <a:solidFill>
                      <a:srgbClr val="B9DDDA"/>
                    </a:solidFill>
                  </a:tcPr>
                </a:tc>
                <a:extLst>
                  <a:ext uri="{0D108BD9-81ED-4DB2-BD59-A6C34878D82A}">
                    <a16:rowId xmlns:a16="http://schemas.microsoft.com/office/drawing/2014/main" val="3822240702"/>
                  </a:ext>
                </a:extLst>
              </a:tr>
              <a:tr h="415417">
                <a:tc>
                  <a:txBody>
                    <a:bodyPr/>
                    <a:lstStyle/>
                    <a:p>
                      <a:pPr>
                        <a:buNone/>
                      </a:pPr>
                      <a:r>
                        <a:rPr lang="en-GB" b="1"/>
                        <a:t>Read</a:t>
                      </a:r>
                      <a:endParaRPr lang="en-GB"/>
                    </a:p>
                  </a:txBody>
                  <a:tcPr anchor="ctr">
                    <a:solidFill>
                      <a:srgbClr val="B9DDDA"/>
                    </a:solidFill>
                  </a:tcPr>
                </a:tc>
                <a:tc>
                  <a:txBody>
                    <a:bodyPr/>
                    <a:lstStyle/>
                    <a:p>
                      <a:pPr>
                        <a:buNone/>
                      </a:pPr>
                      <a:r>
                        <a:rPr lang="en-GB"/>
                        <a:t>Accessing validated civic and cultural signal data</a:t>
                      </a:r>
                    </a:p>
                  </a:txBody>
                  <a:tcPr anchor="ctr">
                    <a:solidFill>
                      <a:srgbClr val="B9DDDA"/>
                    </a:solidFill>
                  </a:tcPr>
                </a:tc>
                <a:extLst>
                  <a:ext uri="{0D108BD9-81ED-4DB2-BD59-A6C34878D82A}">
                    <a16:rowId xmlns:a16="http://schemas.microsoft.com/office/drawing/2014/main" val="4280361526"/>
                  </a:ext>
                </a:extLst>
              </a:tr>
              <a:tr h="415417">
                <a:tc>
                  <a:txBody>
                    <a:bodyPr/>
                    <a:lstStyle/>
                    <a:p>
                      <a:pPr>
                        <a:buNone/>
                      </a:pPr>
                      <a:r>
                        <a:rPr lang="en-GB" b="1"/>
                        <a:t>Event</a:t>
                      </a:r>
                      <a:endParaRPr lang="en-GB"/>
                    </a:p>
                  </a:txBody>
                  <a:tcPr anchor="ctr">
                    <a:solidFill>
                      <a:srgbClr val="B9DDDA"/>
                    </a:solidFill>
                  </a:tcPr>
                </a:tc>
                <a:tc>
                  <a:txBody>
                    <a:bodyPr/>
                    <a:lstStyle/>
                    <a:p>
                      <a:pPr>
                        <a:buNone/>
                      </a:pPr>
                      <a:r>
                        <a:rPr lang="en-GB"/>
                        <a:t>Responding to narrative shifts or sentiment inflections</a:t>
                      </a:r>
                    </a:p>
                  </a:txBody>
                  <a:tcPr anchor="ctr">
                    <a:solidFill>
                      <a:srgbClr val="B9DDDA"/>
                    </a:solidFill>
                  </a:tcPr>
                </a:tc>
                <a:extLst>
                  <a:ext uri="{0D108BD9-81ED-4DB2-BD59-A6C34878D82A}">
                    <a16:rowId xmlns:a16="http://schemas.microsoft.com/office/drawing/2014/main" val="4256550791"/>
                  </a:ext>
                </a:extLst>
              </a:tr>
              <a:tr h="415417">
                <a:tc>
                  <a:txBody>
                    <a:bodyPr/>
                    <a:lstStyle/>
                    <a:p>
                      <a:pPr>
                        <a:buNone/>
                      </a:pPr>
                      <a:r>
                        <a:rPr lang="en-GB" b="1"/>
                        <a:t>Stream</a:t>
                      </a:r>
                      <a:endParaRPr lang="en-GB"/>
                    </a:p>
                  </a:txBody>
                  <a:tcPr anchor="ctr">
                    <a:solidFill>
                      <a:srgbClr val="B9DDDA"/>
                    </a:solidFill>
                  </a:tcPr>
                </a:tc>
                <a:tc>
                  <a:txBody>
                    <a:bodyPr/>
                    <a:lstStyle/>
                    <a:p>
                      <a:pPr>
                        <a:buNone/>
                      </a:pPr>
                      <a:r>
                        <a:rPr lang="en-GB" dirty="0"/>
                        <a:t>Monitoring continuous cultural and participation telemetry</a:t>
                      </a:r>
                    </a:p>
                  </a:txBody>
                  <a:tcPr anchor="ctr">
                    <a:solidFill>
                      <a:srgbClr val="B9DDDA"/>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9901BF11-DAFA-1F4D-0984-48D0C6242B25}"/>
              </a:ext>
            </a:extLst>
          </p:cNvPr>
          <p:cNvGraphicFramePr>
            <a:graphicFrameLocks noGrp="1"/>
          </p:cNvGraphicFramePr>
          <p:nvPr>
            <p:extLst>
              <p:ext uri="{D42A27DB-BD31-4B8C-83A1-F6EECF244321}">
                <p14:modId xmlns:p14="http://schemas.microsoft.com/office/powerpoint/2010/main" val="1115225859"/>
              </p:ext>
            </p:extLst>
          </p:nvPr>
        </p:nvGraphicFramePr>
        <p:xfrm>
          <a:off x="466073" y="2456962"/>
          <a:ext cx="13680831" cy="2414412"/>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sz="2100"/>
                        <a:t>Domain</a:t>
                      </a:r>
                    </a:p>
                  </a:txBody>
                  <a:tcPr anchor="ctr">
                    <a:solidFill>
                      <a:srgbClr val="B9DDDA"/>
                    </a:solidFill>
                  </a:tcPr>
                </a:tc>
                <a:tc>
                  <a:txBody>
                    <a:bodyPr/>
                    <a:lstStyle/>
                    <a:p>
                      <a:pPr>
                        <a:buNone/>
                      </a:pPr>
                      <a:r>
                        <a:rPr lang="en-GB" sz="2100" dirty="0"/>
                        <a:t>Purpose</a:t>
                      </a:r>
                    </a:p>
                  </a:txBody>
                  <a:tcPr anchor="ctr">
                    <a:solidFill>
                      <a:srgbClr val="B9DDDA"/>
                    </a:solidFill>
                  </a:tcPr>
                </a:tc>
                <a:extLst>
                  <a:ext uri="{0D108BD9-81ED-4DB2-BD59-A6C34878D82A}">
                    <a16:rowId xmlns:a16="http://schemas.microsoft.com/office/drawing/2014/main" val="69900846"/>
                  </a:ext>
                </a:extLst>
              </a:tr>
              <a:tr h="500733">
                <a:tc>
                  <a:txBody>
                    <a:bodyPr/>
                    <a:lstStyle/>
                    <a:p>
                      <a:pPr>
                        <a:buNone/>
                      </a:pPr>
                      <a:r>
                        <a:rPr lang="en-GB" b="1"/>
                        <a:t>Sentiment</a:t>
                      </a:r>
                      <a:endParaRPr lang="en-GB"/>
                    </a:p>
                  </a:txBody>
                  <a:tcPr anchor="ctr">
                    <a:solidFill>
                      <a:srgbClr val="B9DDDA"/>
                    </a:solidFill>
                  </a:tcPr>
                </a:tc>
                <a:tc>
                  <a:txBody>
                    <a:bodyPr/>
                    <a:lstStyle/>
                    <a:p>
                      <a:pPr>
                        <a:buNone/>
                      </a:pPr>
                      <a:r>
                        <a:rPr lang="en-GB"/>
                        <a:t>Tracking public mood, shifts, and emotional signals</a:t>
                      </a:r>
                    </a:p>
                  </a:txBody>
                  <a:tcPr anchor="ctr">
                    <a:solidFill>
                      <a:srgbClr val="B9DDDA"/>
                    </a:solidFill>
                  </a:tcPr>
                </a:tc>
                <a:extLst>
                  <a:ext uri="{0D108BD9-81ED-4DB2-BD59-A6C34878D82A}">
                    <a16:rowId xmlns:a16="http://schemas.microsoft.com/office/drawing/2014/main" val="2923198339"/>
                  </a:ext>
                </a:extLst>
              </a:tr>
              <a:tr h="500733">
                <a:tc>
                  <a:txBody>
                    <a:bodyPr/>
                    <a:lstStyle/>
                    <a:p>
                      <a:pPr>
                        <a:buNone/>
                      </a:pPr>
                      <a:r>
                        <a:rPr lang="en-GB" b="1"/>
                        <a:t>Narrative</a:t>
                      </a:r>
                      <a:endParaRPr lang="en-GB"/>
                    </a:p>
                  </a:txBody>
                  <a:tcPr anchor="ctr">
                    <a:solidFill>
                      <a:srgbClr val="B9DDDA"/>
                    </a:solidFill>
                  </a:tcPr>
                </a:tc>
                <a:tc>
                  <a:txBody>
                    <a:bodyPr/>
                    <a:lstStyle/>
                    <a:p>
                      <a:pPr>
                        <a:buNone/>
                      </a:pPr>
                      <a:r>
                        <a:rPr lang="en-GB"/>
                        <a:t>Mapping dominant stories, frames, and discourse flows</a:t>
                      </a:r>
                    </a:p>
                  </a:txBody>
                  <a:tcPr anchor="ctr">
                    <a:solidFill>
                      <a:srgbClr val="B9DDDA"/>
                    </a:solidFill>
                  </a:tcPr>
                </a:tc>
                <a:extLst>
                  <a:ext uri="{0D108BD9-81ED-4DB2-BD59-A6C34878D82A}">
                    <a16:rowId xmlns:a16="http://schemas.microsoft.com/office/drawing/2014/main" val="1330039449"/>
                  </a:ext>
                </a:extLst>
              </a:tr>
              <a:tr h="500733">
                <a:tc>
                  <a:txBody>
                    <a:bodyPr/>
                    <a:lstStyle/>
                    <a:p>
                      <a:pPr>
                        <a:buNone/>
                      </a:pPr>
                      <a:r>
                        <a:rPr lang="en-GB" b="1"/>
                        <a:t>Culture</a:t>
                      </a:r>
                      <a:endParaRPr lang="en-GB"/>
                    </a:p>
                  </a:txBody>
                  <a:tcPr anchor="ctr">
                    <a:solidFill>
                      <a:srgbClr val="B9DDDA"/>
                    </a:solidFill>
                  </a:tcPr>
                </a:tc>
                <a:tc>
                  <a:txBody>
                    <a:bodyPr/>
                    <a:lstStyle/>
                    <a:p>
                      <a:pPr>
                        <a:buNone/>
                      </a:pPr>
                      <a:r>
                        <a:rPr lang="en-GB"/>
                        <a:t>Observing norms, values, cohesion, and cultural dynamics</a:t>
                      </a:r>
                    </a:p>
                  </a:txBody>
                  <a:tcPr anchor="ctr">
                    <a:solidFill>
                      <a:srgbClr val="B9DDDA"/>
                    </a:solidFill>
                  </a:tcPr>
                </a:tc>
                <a:extLst>
                  <a:ext uri="{0D108BD9-81ED-4DB2-BD59-A6C34878D82A}">
                    <a16:rowId xmlns:a16="http://schemas.microsoft.com/office/drawing/2014/main" val="652575281"/>
                  </a:ext>
                </a:extLst>
              </a:tr>
              <a:tr h="500733">
                <a:tc>
                  <a:txBody>
                    <a:bodyPr/>
                    <a:lstStyle/>
                    <a:p>
                      <a:pPr>
                        <a:buNone/>
                      </a:pPr>
                      <a:r>
                        <a:rPr lang="en-GB" b="1"/>
                        <a:t>Participation Signals</a:t>
                      </a:r>
                      <a:endParaRPr lang="en-GB"/>
                    </a:p>
                  </a:txBody>
                  <a:tcPr anchor="ctr">
                    <a:solidFill>
                      <a:srgbClr val="B9DDDA"/>
                    </a:solidFill>
                  </a:tcPr>
                </a:tc>
                <a:tc>
                  <a:txBody>
                    <a:bodyPr/>
                    <a:lstStyle/>
                    <a:p>
                      <a:pPr>
                        <a:buNone/>
                      </a:pPr>
                      <a:r>
                        <a:rPr lang="en-GB" dirty="0"/>
                        <a:t>Monitoring engagement, input quality, and civic activity</a:t>
                      </a:r>
                    </a:p>
                  </a:txBody>
                  <a:tcPr anchor="ctr">
                    <a:solidFill>
                      <a:srgbClr val="B9DDDA"/>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2745098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1711D-EDE3-4040-7930-C8A877856375}"/>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F8588B8-CB4D-FB59-497B-36D1ECD31C45}"/>
              </a:ext>
            </a:extLst>
          </p:cNvPr>
          <p:cNvSpPr txBox="1"/>
          <p:nvPr/>
        </p:nvSpPr>
        <p:spPr>
          <a:xfrm>
            <a:off x="358726" y="219843"/>
            <a:ext cx="15244257" cy="7571303"/>
          </a:xfrm>
          <a:prstGeom prst="rect">
            <a:avLst/>
          </a:prstGeom>
          <a:solidFill>
            <a:srgbClr val="F5E4C6"/>
          </a:solidFill>
          <a:ln>
            <a:solidFill>
              <a:schemeClr val="accent1">
                <a:shade val="15000"/>
              </a:schemeClr>
            </a:solidFill>
          </a:ln>
        </p:spPr>
        <p:txBody>
          <a:bodyPr wrap="square">
            <a:spAutoFit/>
          </a:bodyPr>
          <a:lstStyle/>
          <a:p>
            <a:pPr>
              <a:buNone/>
            </a:pPr>
            <a:r>
              <a:rPr lang="en-GB" b="1" dirty="0"/>
              <a:t>Incentives &amp; Behavioural Applications (L6)</a:t>
            </a:r>
          </a:p>
          <a:p>
            <a:pPr>
              <a:buNone/>
            </a:pPr>
            <a:r>
              <a:rPr lang="en-GB" b="1" i="1" dirty="0"/>
              <a:t>Operator Tools for Understanding and Shaping System‑Level Behaviour</a:t>
            </a:r>
          </a:p>
          <a:p>
            <a:pPr>
              <a:buNone/>
            </a:pPr>
            <a:endParaRPr lang="en-GB" b="1" i="1" dirty="0"/>
          </a:p>
          <a:p>
            <a:pPr>
              <a:buNone/>
            </a:pPr>
            <a:r>
              <a:rPr lang="en-GB" b="1" dirty="0"/>
              <a:t>Purpose</a:t>
            </a:r>
          </a:p>
          <a:p>
            <a:pPr>
              <a:buNone/>
            </a:pPr>
            <a:r>
              <a:rPr lang="en-GB" dirty="0">
                <a:effectLst/>
              </a:rPr>
              <a:t>Internal applications for analysing behavioural patterns, designing incentives, mapping influence, and assessing systemic impacts.</a:t>
            </a:r>
            <a:endParaRPr lang="en-GB" dirty="0"/>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A coherent, evidence‑based approach to shaping behaviour and system outcomes.</a:t>
            </a:r>
          </a:p>
        </p:txBody>
      </p:sp>
      <p:sp>
        <p:nvSpPr>
          <p:cNvPr id="6" name="Title 5">
            <a:extLst>
              <a:ext uri="{FF2B5EF4-FFF2-40B4-BE49-F238E27FC236}">
                <a16:creationId xmlns:a16="http://schemas.microsoft.com/office/drawing/2014/main" id="{FB3F385E-D52F-84D4-91CF-1743C9FB338B}"/>
              </a:ext>
            </a:extLst>
          </p:cNvPr>
          <p:cNvSpPr>
            <a:spLocks noGrp="1"/>
          </p:cNvSpPr>
          <p:nvPr>
            <p:ph type="title"/>
          </p:nvPr>
        </p:nvSpPr>
        <p:spPr>
          <a:xfrm>
            <a:off x="0" y="7725747"/>
            <a:ext cx="15840075" cy="373678"/>
          </a:xfrm>
          <a:solidFill>
            <a:srgbClr val="F5E4C6"/>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400" noProof="0" dirty="0">
                <a:solidFill>
                  <a:schemeClr val="tx1"/>
                </a:solidFill>
                <a:latin typeface="+mn-lt"/>
                <a:ea typeface="+mn-ea"/>
                <a:cs typeface="+mn-cs"/>
              </a:rPr>
              <a:t> Layer 6 - </a:t>
            </a:r>
            <a:r>
              <a:rPr lang="en-GB" sz="2400" dirty="0">
                <a:solidFill>
                  <a:schemeClr val="tx1"/>
                </a:solidFill>
              </a:rPr>
              <a:t>Incentives &amp; Behavioural App.  (Behavioural Dynamics, Incentive Design, Influence Mapping, Impact Analysis)</a:t>
            </a:r>
            <a:br>
              <a:rPr lang="en-GB" sz="2400" dirty="0">
                <a:solidFill>
                  <a:schemeClr val="tx1"/>
                </a:solidFill>
              </a:rPr>
            </a:br>
            <a:br>
              <a:rPr lang="en-GB" sz="2400" dirty="0">
                <a:solidFill>
                  <a:schemeClr val="tx1"/>
                </a:solidFill>
              </a:rPr>
            </a:br>
            <a:br>
              <a:rPr lang="en-GB" sz="2400" noProof="0" dirty="0">
                <a:solidFill>
                  <a:schemeClr val="tx1"/>
                </a:solidFill>
                <a:latin typeface="+mn-lt"/>
                <a:ea typeface="+mn-ea"/>
                <a:cs typeface="+mn-cs"/>
              </a:rPr>
            </a:br>
            <a:endParaRPr lang="en-GB" sz="24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E57DA0D3-741C-31C8-9EF2-5AC4E0362149}"/>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8C5D23AD-235F-0DFC-75C0-AD36288EF656}"/>
              </a:ext>
            </a:extLst>
          </p:cNvPr>
          <p:cNvGraphicFramePr>
            <a:graphicFrameLocks noGrp="1"/>
          </p:cNvGraphicFramePr>
          <p:nvPr>
            <p:extLst>
              <p:ext uri="{D42A27DB-BD31-4B8C-83A1-F6EECF244321}">
                <p14:modId xmlns:p14="http://schemas.microsoft.com/office/powerpoint/2010/main" val="717596713"/>
              </p:ext>
            </p:extLst>
          </p:nvPr>
        </p:nvGraphicFramePr>
        <p:xfrm>
          <a:off x="4154222" y="5154412"/>
          <a:ext cx="10166689" cy="2077085"/>
        </p:xfrm>
        <a:graphic>
          <a:graphicData uri="http://schemas.openxmlformats.org/drawingml/2006/table">
            <a:tbl>
              <a:tblPr>
                <a:tableStyleId>{5940675A-B579-460E-94D1-54222C63F5DA}</a:tableStyleId>
              </a:tblPr>
              <a:tblGrid>
                <a:gridCol w="2236539">
                  <a:extLst>
                    <a:ext uri="{9D8B030D-6E8A-4147-A177-3AD203B41FA5}">
                      <a16:colId xmlns:a16="http://schemas.microsoft.com/office/drawing/2014/main" val="2196514509"/>
                    </a:ext>
                  </a:extLst>
                </a:gridCol>
                <a:gridCol w="7930150">
                  <a:extLst>
                    <a:ext uri="{9D8B030D-6E8A-4147-A177-3AD203B41FA5}">
                      <a16:colId xmlns:a16="http://schemas.microsoft.com/office/drawing/2014/main" val="321617900"/>
                    </a:ext>
                  </a:extLst>
                </a:gridCol>
              </a:tblGrid>
              <a:tr h="415417">
                <a:tc>
                  <a:txBody>
                    <a:bodyPr/>
                    <a:lstStyle/>
                    <a:p>
                      <a:pPr>
                        <a:buNone/>
                      </a:pPr>
                      <a:r>
                        <a:rPr lang="en-GB" sz="2100" dirty="0"/>
                        <a:t>L5 Interface</a:t>
                      </a:r>
                    </a:p>
                  </a:txBody>
                  <a:tcPr anchor="ctr">
                    <a:solidFill>
                      <a:srgbClr val="F5E4C6"/>
                    </a:solidFill>
                  </a:tcPr>
                </a:tc>
                <a:tc>
                  <a:txBody>
                    <a:bodyPr/>
                    <a:lstStyle/>
                    <a:p>
                      <a:pPr>
                        <a:buNone/>
                      </a:pPr>
                      <a:r>
                        <a:rPr lang="en-GB" sz="2100" dirty="0"/>
                        <a:t>Used For</a:t>
                      </a:r>
                    </a:p>
                  </a:txBody>
                  <a:tcPr anchor="ctr">
                    <a:solidFill>
                      <a:srgbClr val="F5E4C6"/>
                    </a:solidFill>
                  </a:tcPr>
                </a:tc>
                <a:extLst>
                  <a:ext uri="{0D108BD9-81ED-4DB2-BD59-A6C34878D82A}">
                    <a16:rowId xmlns:a16="http://schemas.microsoft.com/office/drawing/2014/main" val="2978044356"/>
                  </a:ext>
                </a:extLst>
              </a:tr>
              <a:tr h="415417">
                <a:tc>
                  <a:txBody>
                    <a:bodyPr/>
                    <a:lstStyle/>
                    <a:p>
                      <a:pPr>
                        <a:buNone/>
                      </a:pPr>
                      <a:r>
                        <a:rPr lang="en-GB" b="1"/>
                        <a:t>Write</a:t>
                      </a:r>
                      <a:endParaRPr lang="en-GB"/>
                    </a:p>
                  </a:txBody>
                  <a:tcPr anchor="ctr">
                    <a:solidFill>
                      <a:srgbClr val="F5E4C6"/>
                    </a:solidFill>
                  </a:tcPr>
                </a:tc>
                <a:tc>
                  <a:txBody>
                    <a:bodyPr/>
                    <a:lstStyle/>
                    <a:p>
                      <a:pPr>
                        <a:buNone/>
                      </a:pPr>
                      <a:r>
                        <a:rPr lang="en-GB"/>
                        <a:t>Issuing incentive adjustments or behavioural interventions</a:t>
                      </a:r>
                    </a:p>
                  </a:txBody>
                  <a:tcPr anchor="ctr">
                    <a:solidFill>
                      <a:srgbClr val="F5E4C6"/>
                    </a:solidFill>
                  </a:tcPr>
                </a:tc>
                <a:extLst>
                  <a:ext uri="{0D108BD9-81ED-4DB2-BD59-A6C34878D82A}">
                    <a16:rowId xmlns:a16="http://schemas.microsoft.com/office/drawing/2014/main" val="3822240702"/>
                  </a:ext>
                </a:extLst>
              </a:tr>
              <a:tr h="415417">
                <a:tc>
                  <a:txBody>
                    <a:bodyPr/>
                    <a:lstStyle/>
                    <a:p>
                      <a:pPr>
                        <a:buNone/>
                      </a:pPr>
                      <a:r>
                        <a:rPr lang="en-GB" b="1"/>
                        <a:t>Read</a:t>
                      </a:r>
                      <a:endParaRPr lang="en-GB"/>
                    </a:p>
                  </a:txBody>
                  <a:tcPr anchor="ctr">
                    <a:solidFill>
                      <a:srgbClr val="F5E4C6"/>
                    </a:solidFill>
                  </a:tcPr>
                </a:tc>
                <a:tc>
                  <a:txBody>
                    <a:bodyPr/>
                    <a:lstStyle/>
                    <a:p>
                      <a:pPr>
                        <a:buNone/>
                      </a:pPr>
                      <a:r>
                        <a:rPr lang="en-GB" dirty="0"/>
                        <a:t>Viewing behavioural state, influence maps, and impact data</a:t>
                      </a:r>
                    </a:p>
                  </a:txBody>
                  <a:tcPr anchor="ctr">
                    <a:solidFill>
                      <a:srgbClr val="F5E4C6"/>
                    </a:solidFill>
                  </a:tcPr>
                </a:tc>
                <a:extLst>
                  <a:ext uri="{0D108BD9-81ED-4DB2-BD59-A6C34878D82A}">
                    <a16:rowId xmlns:a16="http://schemas.microsoft.com/office/drawing/2014/main" val="4280361526"/>
                  </a:ext>
                </a:extLst>
              </a:tr>
              <a:tr h="415417">
                <a:tc>
                  <a:txBody>
                    <a:bodyPr/>
                    <a:lstStyle/>
                    <a:p>
                      <a:pPr>
                        <a:buNone/>
                      </a:pPr>
                      <a:r>
                        <a:rPr lang="en-GB" b="1"/>
                        <a:t>Event</a:t>
                      </a:r>
                      <a:endParaRPr lang="en-GB"/>
                    </a:p>
                  </a:txBody>
                  <a:tcPr anchor="ctr">
                    <a:solidFill>
                      <a:srgbClr val="F5E4C6"/>
                    </a:solidFill>
                  </a:tcPr>
                </a:tc>
                <a:tc>
                  <a:txBody>
                    <a:bodyPr/>
                    <a:lstStyle/>
                    <a:p>
                      <a:pPr>
                        <a:buNone/>
                      </a:pPr>
                      <a:r>
                        <a:rPr lang="en-GB"/>
                        <a:t>Responding to behavioural shifts or threshold triggers</a:t>
                      </a:r>
                    </a:p>
                  </a:txBody>
                  <a:tcPr anchor="ctr">
                    <a:solidFill>
                      <a:srgbClr val="F5E4C6"/>
                    </a:solidFill>
                  </a:tcPr>
                </a:tc>
                <a:extLst>
                  <a:ext uri="{0D108BD9-81ED-4DB2-BD59-A6C34878D82A}">
                    <a16:rowId xmlns:a16="http://schemas.microsoft.com/office/drawing/2014/main" val="4256550791"/>
                  </a:ext>
                </a:extLst>
              </a:tr>
              <a:tr h="415417">
                <a:tc>
                  <a:txBody>
                    <a:bodyPr/>
                    <a:lstStyle/>
                    <a:p>
                      <a:pPr>
                        <a:buNone/>
                      </a:pPr>
                      <a:r>
                        <a:rPr lang="en-GB" b="1"/>
                        <a:t>Stream</a:t>
                      </a:r>
                      <a:endParaRPr lang="en-GB"/>
                    </a:p>
                  </a:txBody>
                  <a:tcPr anchor="ctr">
                    <a:solidFill>
                      <a:srgbClr val="F5E4C6"/>
                    </a:solidFill>
                  </a:tcPr>
                </a:tc>
                <a:tc>
                  <a:txBody>
                    <a:bodyPr/>
                    <a:lstStyle/>
                    <a:p>
                      <a:pPr>
                        <a:buNone/>
                      </a:pPr>
                      <a:r>
                        <a:rPr lang="en-GB" dirty="0"/>
                        <a:t>Monitoring continuous behavioural and incentive telemetry</a:t>
                      </a:r>
                    </a:p>
                  </a:txBody>
                  <a:tcPr anchor="ctr">
                    <a:solidFill>
                      <a:srgbClr val="F5E4C6"/>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4020996B-64A6-83A6-F431-C6438D8EBBC6}"/>
              </a:ext>
            </a:extLst>
          </p:cNvPr>
          <p:cNvGraphicFramePr>
            <a:graphicFrameLocks noGrp="1"/>
          </p:cNvGraphicFramePr>
          <p:nvPr>
            <p:extLst>
              <p:ext uri="{D42A27DB-BD31-4B8C-83A1-F6EECF244321}">
                <p14:modId xmlns:p14="http://schemas.microsoft.com/office/powerpoint/2010/main" val="3441197113"/>
              </p:ext>
            </p:extLst>
          </p:nvPr>
        </p:nvGraphicFramePr>
        <p:xfrm>
          <a:off x="466073" y="2456962"/>
          <a:ext cx="13680831" cy="2414412"/>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sz="2100"/>
                        <a:t>Domain</a:t>
                      </a:r>
                    </a:p>
                  </a:txBody>
                  <a:tcPr anchor="ctr">
                    <a:solidFill>
                      <a:srgbClr val="F5E4C6"/>
                    </a:solidFill>
                  </a:tcPr>
                </a:tc>
                <a:tc>
                  <a:txBody>
                    <a:bodyPr/>
                    <a:lstStyle/>
                    <a:p>
                      <a:pPr>
                        <a:buNone/>
                      </a:pPr>
                      <a:r>
                        <a:rPr lang="en-GB" sz="2100" dirty="0"/>
                        <a:t>Purpose</a:t>
                      </a:r>
                    </a:p>
                  </a:txBody>
                  <a:tcPr anchor="ctr">
                    <a:solidFill>
                      <a:srgbClr val="F5E4C6"/>
                    </a:solidFill>
                  </a:tcPr>
                </a:tc>
                <a:extLst>
                  <a:ext uri="{0D108BD9-81ED-4DB2-BD59-A6C34878D82A}">
                    <a16:rowId xmlns:a16="http://schemas.microsoft.com/office/drawing/2014/main" val="69900846"/>
                  </a:ext>
                </a:extLst>
              </a:tr>
              <a:tr h="500733">
                <a:tc>
                  <a:txBody>
                    <a:bodyPr/>
                    <a:lstStyle/>
                    <a:p>
                      <a:pPr>
                        <a:buNone/>
                      </a:pPr>
                      <a:r>
                        <a:rPr lang="en-GB" b="1"/>
                        <a:t>Behavioural Dynamics</a:t>
                      </a:r>
                      <a:endParaRPr lang="en-GB"/>
                    </a:p>
                  </a:txBody>
                  <a:tcPr anchor="ctr">
                    <a:solidFill>
                      <a:srgbClr val="F5E4C6"/>
                    </a:solidFill>
                  </a:tcPr>
                </a:tc>
                <a:tc>
                  <a:txBody>
                    <a:bodyPr/>
                    <a:lstStyle/>
                    <a:p>
                      <a:pPr>
                        <a:buNone/>
                      </a:pPr>
                      <a:r>
                        <a:rPr lang="en-GB"/>
                        <a:t>Understanding how groups respond to signals and conditions</a:t>
                      </a:r>
                    </a:p>
                  </a:txBody>
                  <a:tcPr anchor="ctr">
                    <a:solidFill>
                      <a:srgbClr val="F5E4C6"/>
                    </a:solidFill>
                  </a:tcPr>
                </a:tc>
                <a:extLst>
                  <a:ext uri="{0D108BD9-81ED-4DB2-BD59-A6C34878D82A}">
                    <a16:rowId xmlns:a16="http://schemas.microsoft.com/office/drawing/2014/main" val="2923198339"/>
                  </a:ext>
                </a:extLst>
              </a:tr>
              <a:tr h="500733">
                <a:tc>
                  <a:txBody>
                    <a:bodyPr/>
                    <a:lstStyle/>
                    <a:p>
                      <a:pPr>
                        <a:buNone/>
                      </a:pPr>
                      <a:r>
                        <a:rPr lang="en-GB" b="1"/>
                        <a:t>Incentive Design</a:t>
                      </a:r>
                      <a:endParaRPr lang="en-GB"/>
                    </a:p>
                  </a:txBody>
                  <a:tcPr anchor="ctr">
                    <a:solidFill>
                      <a:srgbClr val="F5E4C6"/>
                    </a:solidFill>
                  </a:tcPr>
                </a:tc>
                <a:tc>
                  <a:txBody>
                    <a:bodyPr/>
                    <a:lstStyle/>
                    <a:p>
                      <a:pPr>
                        <a:buNone/>
                      </a:pPr>
                      <a:r>
                        <a:rPr lang="en-GB"/>
                        <a:t>Structuring rewards, constraints, and behavioural nudges</a:t>
                      </a:r>
                    </a:p>
                  </a:txBody>
                  <a:tcPr anchor="ctr">
                    <a:solidFill>
                      <a:srgbClr val="F5E4C6"/>
                    </a:solidFill>
                  </a:tcPr>
                </a:tc>
                <a:extLst>
                  <a:ext uri="{0D108BD9-81ED-4DB2-BD59-A6C34878D82A}">
                    <a16:rowId xmlns:a16="http://schemas.microsoft.com/office/drawing/2014/main" val="1330039449"/>
                  </a:ext>
                </a:extLst>
              </a:tr>
              <a:tr h="500733">
                <a:tc>
                  <a:txBody>
                    <a:bodyPr/>
                    <a:lstStyle/>
                    <a:p>
                      <a:pPr>
                        <a:buNone/>
                      </a:pPr>
                      <a:r>
                        <a:rPr lang="en-GB" b="1"/>
                        <a:t>Influence Mapping</a:t>
                      </a:r>
                      <a:endParaRPr lang="en-GB"/>
                    </a:p>
                  </a:txBody>
                  <a:tcPr anchor="ctr">
                    <a:solidFill>
                      <a:srgbClr val="F5E4C6"/>
                    </a:solidFill>
                  </a:tcPr>
                </a:tc>
                <a:tc>
                  <a:txBody>
                    <a:bodyPr/>
                    <a:lstStyle/>
                    <a:p>
                      <a:pPr>
                        <a:buNone/>
                      </a:pPr>
                      <a:r>
                        <a:rPr lang="en-GB"/>
                        <a:t>Identifying drivers, feedback loops, and leverage points</a:t>
                      </a:r>
                    </a:p>
                  </a:txBody>
                  <a:tcPr anchor="ctr">
                    <a:solidFill>
                      <a:srgbClr val="F5E4C6"/>
                    </a:solidFill>
                  </a:tcPr>
                </a:tc>
                <a:extLst>
                  <a:ext uri="{0D108BD9-81ED-4DB2-BD59-A6C34878D82A}">
                    <a16:rowId xmlns:a16="http://schemas.microsoft.com/office/drawing/2014/main" val="652575281"/>
                  </a:ext>
                </a:extLst>
              </a:tr>
              <a:tr h="500733">
                <a:tc>
                  <a:txBody>
                    <a:bodyPr/>
                    <a:lstStyle/>
                    <a:p>
                      <a:pPr>
                        <a:buNone/>
                      </a:pPr>
                      <a:r>
                        <a:rPr lang="en-GB" b="1"/>
                        <a:t>Impact Analysis</a:t>
                      </a:r>
                      <a:endParaRPr lang="en-GB"/>
                    </a:p>
                  </a:txBody>
                  <a:tcPr anchor="ctr">
                    <a:solidFill>
                      <a:srgbClr val="F5E4C6"/>
                    </a:solidFill>
                  </a:tcPr>
                </a:tc>
                <a:tc>
                  <a:txBody>
                    <a:bodyPr/>
                    <a:lstStyle/>
                    <a:p>
                      <a:pPr>
                        <a:buNone/>
                      </a:pPr>
                      <a:r>
                        <a:rPr lang="en-GB" dirty="0"/>
                        <a:t>Assessing downstream effects of incentives and interventions</a:t>
                      </a:r>
                    </a:p>
                  </a:txBody>
                  <a:tcPr anchor="ctr">
                    <a:solidFill>
                      <a:srgbClr val="F5E4C6"/>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38605004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A504B-57BB-56D0-73AE-E5AA4DC29E50}"/>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21F8A75-964C-244E-7033-732E848DCA4B}"/>
              </a:ext>
            </a:extLst>
          </p:cNvPr>
          <p:cNvSpPr txBox="1"/>
          <p:nvPr/>
        </p:nvSpPr>
        <p:spPr>
          <a:xfrm>
            <a:off x="358726" y="219843"/>
            <a:ext cx="15244257" cy="7571303"/>
          </a:xfrm>
          <a:prstGeom prst="rect">
            <a:avLst/>
          </a:prstGeom>
          <a:solidFill>
            <a:srgbClr val="D3CECC"/>
          </a:solidFill>
          <a:ln>
            <a:solidFill>
              <a:schemeClr val="accent1">
                <a:shade val="15000"/>
              </a:schemeClr>
            </a:solidFill>
          </a:ln>
        </p:spPr>
        <p:txBody>
          <a:bodyPr wrap="square">
            <a:spAutoFit/>
          </a:bodyPr>
          <a:lstStyle/>
          <a:p>
            <a:pPr>
              <a:buNone/>
            </a:pPr>
            <a:r>
              <a:rPr lang="en-GB" b="1" dirty="0"/>
              <a:t>Resource &amp; Infrastructure Applications (L6)</a:t>
            </a:r>
          </a:p>
          <a:p>
            <a:pPr>
              <a:buNone/>
            </a:pPr>
            <a:r>
              <a:rPr lang="en-GB" b="1" i="1" dirty="0"/>
              <a:t>Operator Tools for Managing Resources, Infrastructure, and System Continuity</a:t>
            </a:r>
          </a:p>
          <a:p>
            <a:pPr>
              <a:buNone/>
            </a:pPr>
            <a:endParaRPr lang="en-GB" b="1" i="1" dirty="0"/>
          </a:p>
          <a:p>
            <a:pPr>
              <a:buNone/>
            </a:pPr>
            <a:r>
              <a:rPr lang="en-GB" b="1" dirty="0"/>
              <a:t>Purpose</a:t>
            </a:r>
          </a:p>
          <a:p>
            <a:pPr>
              <a:buNone/>
            </a:pPr>
            <a:r>
              <a:rPr lang="en-GB" dirty="0">
                <a:effectLst/>
              </a:rPr>
              <a:t>Internal applications for monitoring resource flows, assessing infrastructure health, and ensuring continuity and capacity across critical systems.</a:t>
            </a:r>
            <a:endParaRPr lang="en-GB" dirty="0"/>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Stable, predictable, and resilient operation of critical resources and infrastructure.</a:t>
            </a:r>
          </a:p>
        </p:txBody>
      </p:sp>
      <p:sp>
        <p:nvSpPr>
          <p:cNvPr id="6" name="Title 5">
            <a:extLst>
              <a:ext uri="{FF2B5EF4-FFF2-40B4-BE49-F238E27FC236}">
                <a16:creationId xmlns:a16="http://schemas.microsoft.com/office/drawing/2014/main" id="{3516D210-7B5B-77ED-E48C-0994FBDD2D0B}"/>
              </a:ext>
            </a:extLst>
          </p:cNvPr>
          <p:cNvSpPr>
            <a:spLocks noGrp="1"/>
          </p:cNvSpPr>
          <p:nvPr>
            <p:ph type="title"/>
          </p:nvPr>
        </p:nvSpPr>
        <p:spPr>
          <a:xfrm>
            <a:off x="0" y="7725747"/>
            <a:ext cx="15840075" cy="373678"/>
          </a:xfrm>
          <a:solidFill>
            <a:srgbClr val="D3CECC"/>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000" noProof="0" dirty="0">
                <a:solidFill>
                  <a:schemeClr val="tx1"/>
                </a:solidFill>
                <a:latin typeface="+mn-lt"/>
                <a:ea typeface="+mn-ea"/>
                <a:cs typeface="+mn-cs"/>
              </a:rPr>
              <a:t> Layer 6 - </a:t>
            </a:r>
            <a:r>
              <a:rPr lang="en-GB" sz="2000" dirty="0">
                <a:solidFill>
                  <a:schemeClr val="tx1"/>
                </a:solidFill>
              </a:rPr>
              <a:t>Resource &amp; Infrastructure Applications  (Resource Flows, Infrastructure Health, Continuity, Capacity Management)</a:t>
            </a:r>
          </a:p>
        </p:txBody>
      </p:sp>
      <p:pic>
        <p:nvPicPr>
          <p:cNvPr id="7" name="Picture 6">
            <a:hlinkClick r:id="rId2" action="ppaction://hlinksldjump"/>
            <a:extLst>
              <a:ext uri="{FF2B5EF4-FFF2-40B4-BE49-F238E27FC236}">
                <a16:creationId xmlns:a16="http://schemas.microsoft.com/office/drawing/2014/main" id="{5D3D293C-2A1A-E014-43B9-C1307B4D10BB}"/>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E1366041-9B10-AA31-B71C-715D09437214}"/>
              </a:ext>
            </a:extLst>
          </p:cNvPr>
          <p:cNvGraphicFramePr>
            <a:graphicFrameLocks noGrp="1"/>
          </p:cNvGraphicFramePr>
          <p:nvPr>
            <p:extLst>
              <p:ext uri="{D42A27DB-BD31-4B8C-83A1-F6EECF244321}">
                <p14:modId xmlns:p14="http://schemas.microsoft.com/office/powerpoint/2010/main" val="2957696615"/>
              </p:ext>
            </p:extLst>
          </p:nvPr>
        </p:nvGraphicFramePr>
        <p:xfrm>
          <a:off x="4154222" y="5154412"/>
          <a:ext cx="10166689" cy="2077085"/>
        </p:xfrm>
        <a:graphic>
          <a:graphicData uri="http://schemas.openxmlformats.org/drawingml/2006/table">
            <a:tbl>
              <a:tblPr>
                <a:tableStyleId>{5940675A-B579-460E-94D1-54222C63F5DA}</a:tableStyleId>
              </a:tblPr>
              <a:tblGrid>
                <a:gridCol w="2236539">
                  <a:extLst>
                    <a:ext uri="{9D8B030D-6E8A-4147-A177-3AD203B41FA5}">
                      <a16:colId xmlns:a16="http://schemas.microsoft.com/office/drawing/2014/main" val="2196514509"/>
                    </a:ext>
                  </a:extLst>
                </a:gridCol>
                <a:gridCol w="7930150">
                  <a:extLst>
                    <a:ext uri="{9D8B030D-6E8A-4147-A177-3AD203B41FA5}">
                      <a16:colId xmlns:a16="http://schemas.microsoft.com/office/drawing/2014/main" val="321617900"/>
                    </a:ext>
                  </a:extLst>
                </a:gridCol>
              </a:tblGrid>
              <a:tr h="415417">
                <a:tc>
                  <a:txBody>
                    <a:bodyPr/>
                    <a:lstStyle/>
                    <a:p>
                      <a:pPr>
                        <a:buNone/>
                      </a:pPr>
                      <a:r>
                        <a:rPr lang="en-GB" sz="2100" dirty="0"/>
                        <a:t>L5 Interface</a:t>
                      </a:r>
                    </a:p>
                  </a:txBody>
                  <a:tcPr anchor="ctr">
                    <a:solidFill>
                      <a:srgbClr val="D3CECC"/>
                    </a:solidFill>
                  </a:tcPr>
                </a:tc>
                <a:tc>
                  <a:txBody>
                    <a:bodyPr/>
                    <a:lstStyle/>
                    <a:p>
                      <a:pPr>
                        <a:buNone/>
                      </a:pPr>
                      <a:r>
                        <a:rPr lang="en-GB" sz="2100" dirty="0"/>
                        <a:t>Used For</a:t>
                      </a:r>
                    </a:p>
                  </a:txBody>
                  <a:tcPr anchor="ctr">
                    <a:solidFill>
                      <a:srgbClr val="D3CECC"/>
                    </a:solidFill>
                  </a:tcPr>
                </a:tc>
                <a:extLst>
                  <a:ext uri="{0D108BD9-81ED-4DB2-BD59-A6C34878D82A}">
                    <a16:rowId xmlns:a16="http://schemas.microsoft.com/office/drawing/2014/main" val="2978044356"/>
                  </a:ext>
                </a:extLst>
              </a:tr>
              <a:tr h="415417">
                <a:tc>
                  <a:txBody>
                    <a:bodyPr/>
                    <a:lstStyle/>
                    <a:p>
                      <a:pPr>
                        <a:buNone/>
                      </a:pPr>
                      <a:r>
                        <a:rPr lang="en-GB" b="1"/>
                        <a:t>Write</a:t>
                      </a:r>
                      <a:endParaRPr lang="en-GB"/>
                    </a:p>
                  </a:txBody>
                  <a:tcPr anchor="ctr">
                    <a:solidFill>
                      <a:srgbClr val="D3CECC"/>
                    </a:solidFill>
                  </a:tcPr>
                </a:tc>
                <a:tc>
                  <a:txBody>
                    <a:bodyPr/>
                    <a:lstStyle/>
                    <a:p>
                      <a:pPr>
                        <a:buNone/>
                      </a:pPr>
                      <a:r>
                        <a:rPr lang="en-GB"/>
                        <a:t>Issuing adjustments, allocations, or continuity actions</a:t>
                      </a:r>
                    </a:p>
                  </a:txBody>
                  <a:tcPr anchor="ctr">
                    <a:solidFill>
                      <a:srgbClr val="D3CECC"/>
                    </a:solidFill>
                  </a:tcPr>
                </a:tc>
                <a:extLst>
                  <a:ext uri="{0D108BD9-81ED-4DB2-BD59-A6C34878D82A}">
                    <a16:rowId xmlns:a16="http://schemas.microsoft.com/office/drawing/2014/main" val="3822240702"/>
                  </a:ext>
                </a:extLst>
              </a:tr>
              <a:tr h="415417">
                <a:tc>
                  <a:txBody>
                    <a:bodyPr/>
                    <a:lstStyle/>
                    <a:p>
                      <a:pPr>
                        <a:buNone/>
                      </a:pPr>
                      <a:r>
                        <a:rPr lang="en-GB" b="1"/>
                        <a:t>Read</a:t>
                      </a:r>
                      <a:endParaRPr lang="en-GB"/>
                    </a:p>
                  </a:txBody>
                  <a:tcPr anchor="ctr">
                    <a:solidFill>
                      <a:srgbClr val="D3CECC"/>
                    </a:solidFill>
                  </a:tcPr>
                </a:tc>
                <a:tc>
                  <a:txBody>
                    <a:bodyPr/>
                    <a:lstStyle/>
                    <a:p>
                      <a:pPr>
                        <a:buNone/>
                      </a:pPr>
                      <a:r>
                        <a:rPr lang="en-GB"/>
                        <a:t>Viewing validated resource and infrastructure state</a:t>
                      </a:r>
                    </a:p>
                  </a:txBody>
                  <a:tcPr anchor="ctr">
                    <a:solidFill>
                      <a:srgbClr val="D3CECC"/>
                    </a:solidFill>
                  </a:tcPr>
                </a:tc>
                <a:extLst>
                  <a:ext uri="{0D108BD9-81ED-4DB2-BD59-A6C34878D82A}">
                    <a16:rowId xmlns:a16="http://schemas.microsoft.com/office/drawing/2014/main" val="4280361526"/>
                  </a:ext>
                </a:extLst>
              </a:tr>
              <a:tr h="415417">
                <a:tc>
                  <a:txBody>
                    <a:bodyPr/>
                    <a:lstStyle/>
                    <a:p>
                      <a:pPr>
                        <a:buNone/>
                      </a:pPr>
                      <a:r>
                        <a:rPr lang="en-GB" b="1"/>
                        <a:t>Event</a:t>
                      </a:r>
                      <a:endParaRPr lang="en-GB"/>
                    </a:p>
                  </a:txBody>
                  <a:tcPr anchor="ctr">
                    <a:solidFill>
                      <a:srgbClr val="D3CECC"/>
                    </a:solidFill>
                  </a:tcPr>
                </a:tc>
                <a:tc>
                  <a:txBody>
                    <a:bodyPr/>
                    <a:lstStyle/>
                    <a:p>
                      <a:pPr>
                        <a:buNone/>
                      </a:pPr>
                      <a:r>
                        <a:rPr lang="en-GB"/>
                        <a:t>Responding to outages, failures, or threshold breaches</a:t>
                      </a:r>
                    </a:p>
                  </a:txBody>
                  <a:tcPr anchor="ctr">
                    <a:solidFill>
                      <a:srgbClr val="D3CECC"/>
                    </a:solidFill>
                  </a:tcPr>
                </a:tc>
                <a:extLst>
                  <a:ext uri="{0D108BD9-81ED-4DB2-BD59-A6C34878D82A}">
                    <a16:rowId xmlns:a16="http://schemas.microsoft.com/office/drawing/2014/main" val="4256550791"/>
                  </a:ext>
                </a:extLst>
              </a:tr>
              <a:tr h="415417">
                <a:tc>
                  <a:txBody>
                    <a:bodyPr/>
                    <a:lstStyle/>
                    <a:p>
                      <a:pPr>
                        <a:buNone/>
                      </a:pPr>
                      <a:r>
                        <a:rPr lang="en-GB" b="1"/>
                        <a:t>Stream</a:t>
                      </a:r>
                      <a:endParaRPr lang="en-GB"/>
                    </a:p>
                  </a:txBody>
                  <a:tcPr anchor="ctr">
                    <a:solidFill>
                      <a:srgbClr val="D3CECC"/>
                    </a:solidFill>
                  </a:tcPr>
                </a:tc>
                <a:tc>
                  <a:txBody>
                    <a:bodyPr/>
                    <a:lstStyle/>
                    <a:p>
                      <a:pPr>
                        <a:buNone/>
                      </a:pPr>
                      <a:r>
                        <a:rPr lang="en-GB" dirty="0"/>
                        <a:t>Monitoring continuous infrastructure and resource telemetry</a:t>
                      </a:r>
                    </a:p>
                  </a:txBody>
                  <a:tcPr anchor="ctr">
                    <a:solidFill>
                      <a:srgbClr val="D3CECC"/>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98109757-2E47-438E-4B8E-025889BE6656}"/>
              </a:ext>
            </a:extLst>
          </p:cNvPr>
          <p:cNvGraphicFramePr>
            <a:graphicFrameLocks noGrp="1"/>
          </p:cNvGraphicFramePr>
          <p:nvPr>
            <p:extLst>
              <p:ext uri="{D42A27DB-BD31-4B8C-83A1-F6EECF244321}">
                <p14:modId xmlns:p14="http://schemas.microsoft.com/office/powerpoint/2010/main" val="2567705331"/>
              </p:ext>
            </p:extLst>
          </p:nvPr>
        </p:nvGraphicFramePr>
        <p:xfrm>
          <a:off x="466073" y="2456962"/>
          <a:ext cx="13680831" cy="2414412"/>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sz="2100"/>
                        <a:t>Domain</a:t>
                      </a:r>
                    </a:p>
                  </a:txBody>
                  <a:tcPr anchor="ctr">
                    <a:solidFill>
                      <a:srgbClr val="D3CECC"/>
                    </a:solidFill>
                  </a:tcPr>
                </a:tc>
                <a:tc>
                  <a:txBody>
                    <a:bodyPr/>
                    <a:lstStyle/>
                    <a:p>
                      <a:pPr>
                        <a:buNone/>
                      </a:pPr>
                      <a:r>
                        <a:rPr lang="en-GB" sz="2100" dirty="0"/>
                        <a:t>Purpose</a:t>
                      </a:r>
                    </a:p>
                  </a:txBody>
                  <a:tcPr anchor="ctr">
                    <a:solidFill>
                      <a:srgbClr val="D3CECC"/>
                    </a:solidFill>
                  </a:tcPr>
                </a:tc>
                <a:extLst>
                  <a:ext uri="{0D108BD9-81ED-4DB2-BD59-A6C34878D82A}">
                    <a16:rowId xmlns:a16="http://schemas.microsoft.com/office/drawing/2014/main" val="69900846"/>
                  </a:ext>
                </a:extLst>
              </a:tr>
              <a:tr h="500733">
                <a:tc>
                  <a:txBody>
                    <a:bodyPr/>
                    <a:lstStyle/>
                    <a:p>
                      <a:pPr>
                        <a:buNone/>
                      </a:pPr>
                      <a:r>
                        <a:rPr lang="en-GB" b="1"/>
                        <a:t>Resource Flows</a:t>
                      </a:r>
                      <a:endParaRPr lang="en-GB"/>
                    </a:p>
                  </a:txBody>
                  <a:tcPr anchor="ctr">
                    <a:solidFill>
                      <a:srgbClr val="D3CECC"/>
                    </a:solidFill>
                  </a:tcPr>
                </a:tc>
                <a:tc>
                  <a:txBody>
                    <a:bodyPr/>
                    <a:lstStyle/>
                    <a:p>
                      <a:pPr>
                        <a:buNone/>
                      </a:pPr>
                      <a:r>
                        <a:rPr lang="en-GB"/>
                        <a:t>Tracking supply, demand, allocation, and bottlenecks</a:t>
                      </a:r>
                    </a:p>
                  </a:txBody>
                  <a:tcPr anchor="ctr">
                    <a:solidFill>
                      <a:srgbClr val="D3CECC"/>
                    </a:solidFill>
                  </a:tcPr>
                </a:tc>
                <a:extLst>
                  <a:ext uri="{0D108BD9-81ED-4DB2-BD59-A6C34878D82A}">
                    <a16:rowId xmlns:a16="http://schemas.microsoft.com/office/drawing/2014/main" val="2923198339"/>
                  </a:ext>
                </a:extLst>
              </a:tr>
              <a:tr h="500733">
                <a:tc>
                  <a:txBody>
                    <a:bodyPr/>
                    <a:lstStyle/>
                    <a:p>
                      <a:pPr>
                        <a:buNone/>
                      </a:pPr>
                      <a:r>
                        <a:rPr lang="en-GB" b="1"/>
                        <a:t>Infrastructure Health</a:t>
                      </a:r>
                      <a:endParaRPr lang="en-GB"/>
                    </a:p>
                  </a:txBody>
                  <a:tcPr anchor="ctr">
                    <a:solidFill>
                      <a:srgbClr val="D3CECC"/>
                    </a:solidFill>
                  </a:tcPr>
                </a:tc>
                <a:tc>
                  <a:txBody>
                    <a:bodyPr/>
                    <a:lstStyle/>
                    <a:p>
                      <a:pPr>
                        <a:buNone/>
                      </a:pPr>
                      <a:r>
                        <a:rPr lang="en-GB"/>
                        <a:t>Monitoring condition, performance, and degradation</a:t>
                      </a:r>
                    </a:p>
                  </a:txBody>
                  <a:tcPr anchor="ctr">
                    <a:solidFill>
                      <a:srgbClr val="D3CECC"/>
                    </a:solidFill>
                  </a:tcPr>
                </a:tc>
                <a:extLst>
                  <a:ext uri="{0D108BD9-81ED-4DB2-BD59-A6C34878D82A}">
                    <a16:rowId xmlns:a16="http://schemas.microsoft.com/office/drawing/2014/main" val="1330039449"/>
                  </a:ext>
                </a:extLst>
              </a:tr>
              <a:tr h="500733">
                <a:tc>
                  <a:txBody>
                    <a:bodyPr/>
                    <a:lstStyle/>
                    <a:p>
                      <a:pPr>
                        <a:buNone/>
                      </a:pPr>
                      <a:r>
                        <a:rPr lang="en-GB" b="1"/>
                        <a:t>Continuity</a:t>
                      </a:r>
                      <a:endParaRPr lang="en-GB"/>
                    </a:p>
                  </a:txBody>
                  <a:tcPr anchor="ctr">
                    <a:solidFill>
                      <a:srgbClr val="D3CECC"/>
                    </a:solidFill>
                  </a:tcPr>
                </a:tc>
                <a:tc>
                  <a:txBody>
                    <a:bodyPr/>
                    <a:lstStyle/>
                    <a:p>
                      <a:pPr>
                        <a:buNone/>
                      </a:pPr>
                      <a:r>
                        <a:rPr lang="en-GB"/>
                        <a:t>Ensuring systems remain operational under stress</a:t>
                      </a:r>
                    </a:p>
                  </a:txBody>
                  <a:tcPr anchor="ctr">
                    <a:solidFill>
                      <a:srgbClr val="D3CECC"/>
                    </a:solidFill>
                  </a:tcPr>
                </a:tc>
                <a:extLst>
                  <a:ext uri="{0D108BD9-81ED-4DB2-BD59-A6C34878D82A}">
                    <a16:rowId xmlns:a16="http://schemas.microsoft.com/office/drawing/2014/main" val="652575281"/>
                  </a:ext>
                </a:extLst>
              </a:tr>
              <a:tr h="500733">
                <a:tc>
                  <a:txBody>
                    <a:bodyPr/>
                    <a:lstStyle/>
                    <a:p>
                      <a:pPr>
                        <a:buNone/>
                      </a:pPr>
                      <a:r>
                        <a:rPr lang="en-GB" b="1"/>
                        <a:t>Capacity Management</a:t>
                      </a:r>
                      <a:endParaRPr lang="en-GB"/>
                    </a:p>
                  </a:txBody>
                  <a:tcPr anchor="ctr">
                    <a:solidFill>
                      <a:srgbClr val="D3CECC"/>
                    </a:solidFill>
                  </a:tcPr>
                </a:tc>
                <a:tc>
                  <a:txBody>
                    <a:bodyPr/>
                    <a:lstStyle/>
                    <a:p>
                      <a:pPr>
                        <a:buNone/>
                      </a:pPr>
                      <a:r>
                        <a:rPr lang="en-GB" dirty="0"/>
                        <a:t>Managing load, utilisation, and future requirements</a:t>
                      </a:r>
                    </a:p>
                  </a:txBody>
                  <a:tcPr anchor="ctr">
                    <a:solidFill>
                      <a:srgbClr val="D3CECC"/>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22302021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1DB63-6BC9-DCA5-FCC7-D3AADF87A43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7401147-2C85-8910-174F-D7681F5320C5}"/>
              </a:ext>
            </a:extLst>
          </p:cNvPr>
          <p:cNvSpPr txBox="1"/>
          <p:nvPr/>
        </p:nvSpPr>
        <p:spPr>
          <a:xfrm>
            <a:off x="358726" y="219843"/>
            <a:ext cx="15244257" cy="7571303"/>
          </a:xfrm>
          <a:prstGeom prst="rect">
            <a:avLst/>
          </a:prstGeom>
          <a:solidFill>
            <a:srgbClr val="C4DAC9"/>
          </a:solidFill>
          <a:ln>
            <a:solidFill>
              <a:schemeClr val="accent1">
                <a:shade val="15000"/>
              </a:schemeClr>
            </a:solidFill>
          </a:ln>
        </p:spPr>
        <p:txBody>
          <a:bodyPr wrap="square">
            <a:spAutoFit/>
          </a:bodyPr>
          <a:lstStyle/>
          <a:p>
            <a:pPr>
              <a:buNone/>
            </a:pPr>
            <a:r>
              <a:rPr lang="en-GB" b="1" dirty="0"/>
              <a:t>Planetary &amp; Ecological Applications (L6)</a:t>
            </a:r>
          </a:p>
          <a:p>
            <a:pPr>
              <a:buNone/>
            </a:pPr>
            <a:r>
              <a:rPr lang="en-GB" b="1" i="1" dirty="0"/>
              <a:t>Operator Tools for Monitoring and Protecting Planetary Systems</a:t>
            </a:r>
            <a:endParaRPr lang="en-GB" b="1" dirty="0"/>
          </a:p>
          <a:p>
            <a:pPr>
              <a:buNone/>
            </a:pPr>
            <a:endParaRPr lang="en-GB" b="1" dirty="0"/>
          </a:p>
          <a:p>
            <a:pPr>
              <a:buNone/>
            </a:pPr>
            <a:r>
              <a:rPr lang="en-GB" b="1" dirty="0"/>
              <a:t>Purpose</a:t>
            </a:r>
          </a:p>
          <a:p>
            <a:pPr>
              <a:buNone/>
            </a:pPr>
            <a:r>
              <a:rPr lang="en-GB" dirty="0">
                <a:effectLst/>
              </a:rPr>
              <a:t>Internal applications for tracking ecological boundaries, monitoring climate and biodiversity, and supporting regenerative action.</a:t>
            </a:r>
            <a:endParaRPr lang="en-GB" dirty="0"/>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Real‑time stewardship of planetary health and ecological stability.</a:t>
            </a:r>
          </a:p>
        </p:txBody>
      </p:sp>
      <p:sp>
        <p:nvSpPr>
          <p:cNvPr id="6" name="Title 5">
            <a:extLst>
              <a:ext uri="{FF2B5EF4-FFF2-40B4-BE49-F238E27FC236}">
                <a16:creationId xmlns:a16="http://schemas.microsoft.com/office/drawing/2014/main" id="{7D845552-C7ED-78A8-FD53-F27A30EF3FA7}"/>
              </a:ext>
            </a:extLst>
          </p:cNvPr>
          <p:cNvSpPr>
            <a:spLocks noGrp="1"/>
          </p:cNvSpPr>
          <p:nvPr>
            <p:ph type="title"/>
          </p:nvPr>
        </p:nvSpPr>
        <p:spPr>
          <a:xfrm>
            <a:off x="0" y="7725747"/>
            <a:ext cx="15840075" cy="373678"/>
          </a:xfrm>
          <a:solidFill>
            <a:srgbClr val="C4DAC9"/>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400" noProof="0" dirty="0">
                <a:solidFill>
                  <a:schemeClr val="tx1"/>
                </a:solidFill>
                <a:latin typeface="+mn-lt"/>
                <a:ea typeface="+mn-ea"/>
                <a:cs typeface="+mn-cs"/>
              </a:rPr>
              <a:t> Layer 6 - </a:t>
            </a:r>
            <a:r>
              <a:rPr lang="en-GB" sz="2400" b="1" dirty="0">
                <a:solidFill>
                  <a:schemeClr val="tx1"/>
                </a:solidFill>
              </a:rPr>
              <a:t>Planetary &amp; Ecological Applications  </a:t>
            </a:r>
            <a:r>
              <a:rPr lang="en-GB" sz="2400" dirty="0">
                <a:solidFill>
                  <a:schemeClr val="tx1"/>
                </a:solidFill>
              </a:rPr>
              <a:t>(Boundaries, Biodiversity, Climate, Regeneration)</a:t>
            </a:r>
            <a:br>
              <a:rPr lang="en-GB" sz="2400" dirty="0">
                <a:solidFill>
                  <a:schemeClr val="tx1"/>
                </a:solidFill>
              </a:rPr>
            </a:br>
            <a:endParaRPr lang="en-GB" sz="24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D56E45EC-2345-E2F0-237A-081945DA576B}"/>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5041B743-7F75-4F51-82D9-40A9F2986448}"/>
              </a:ext>
            </a:extLst>
          </p:cNvPr>
          <p:cNvGraphicFramePr>
            <a:graphicFrameLocks noGrp="1"/>
          </p:cNvGraphicFramePr>
          <p:nvPr>
            <p:extLst>
              <p:ext uri="{D42A27DB-BD31-4B8C-83A1-F6EECF244321}">
                <p14:modId xmlns:p14="http://schemas.microsoft.com/office/powerpoint/2010/main" val="660800260"/>
              </p:ext>
            </p:extLst>
          </p:nvPr>
        </p:nvGraphicFramePr>
        <p:xfrm>
          <a:off x="4154222" y="5154412"/>
          <a:ext cx="10166689" cy="2077085"/>
        </p:xfrm>
        <a:graphic>
          <a:graphicData uri="http://schemas.openxmlformats.org/drawingml/2006/table">
            <a:tbl>
              <a:tblPr>
                <a:tableStyleId>{5940675A-B579-460E-94D1-54222C63F5DA}</a:tableStyleId>
              </a:tblPr>
              <a:tblGrid>
                <a:gridCol w="2236539">
                  <a:extLst>
                    <a:ext uri="{9D8B030D-6E8A-4147-A177-3AD203B41FA5}">
                      <a16:colId xmlns:a16="http://schemas.microsoft.com/office/drawing/2014/main" val="2196514509"/>
                    </a:ext>
                  </a:extLst>
                </a:gridCol>
                <a:gridCol w="7930150">
                  <a:extLst>
                    <a:ext uri="{9D8B030D-6E8A-4147-A177-3AD203B41FA5}">
                      <a16:colId xmlns:a16="http://schemas.microsoft.com/office/drawing/2014/main" val="321617900"/>
                    </a:ext>
                  </a:extLst>
                </a:gridCol>
              </a:tblGrid>
              <a:tr h="415417">
                <a:tc>
                  <a:txBody>
                    <a:bodyPr/>
                    <a:lstStyle/>
                    <a:p>
                      <a:pPr>
                        <a:buNone/>
                      </a:pPr>
                      <a:r>
                        <a:rPr lang="en-GB" sz="2100" dirty="0"/>
                        <a:t>L5 Interface</a:t>
                      </a:r>
                    </a:p>
                  </a:txBody>
                  <a:tcPr anchor="ctr">
                    <a:solidFill>
                      <a:srgbClr val="C4DAC9"/>
                    </a:solidFill>
                  </a:tcPr>
                </a:tc>
                <a:tc>
                  <a:txBody>
                    <a:bodyPr/>
                    <a:lstStyle/>
                    <a:p>
                      <a:pPr>
                        <a:buNone/>
                      </a:pPr>
                      <a:r>
                        <a:rPr lang="en-GB" sz="2100" dirty="0"/>
                        <a:t>Used For</a:t>
                      </a:r>
                    </a:p>
                  </a:txBody>
                  <a:tcPr anchor="ctr">
                    <a:solidFill>
                      <a:srgbClr val="C4DAC9"/>
                    </a:solidFill>
                  </a:tcPr>
                </a:tc>
                <a:extLst>
                  <a:ext uri="{0D108BD9-81ED-4DB2-BD59-A6C34878D82A}">
                    <a16:rowId xmlns:a16="http://schemas.microsoft.com/office/drawing/2014/main" val="2978044356"/>
                  </a:ext>
                </a:extLst>
              </a:tr>
              <a:tr h="415417">
                <a:tc>
                  <a:txBody>
                    <a:bodyPr/>
                    <a:lstStyle/>
                    <a:p>
                      <a:pPr>
                        <a:buNone/>
                      </a:pPr>
                      <a:r>
                        <a:rPr lang="en-GB" b="1"/>
                        <a:t>Write</a:t>
                      </a:r>
                      <a:endParaRPr lang="en-GB"/>
                    </a:p>
                  </a:txBody>
                  <a:tcPr anchor="ctr">
                    <a:solidFill>
                      <a:srgbClr val="C4DAC9"/>
                    </a:solidFill>
                  </a:tcPr>
                </a:tc>
                <a:tc>
                  <a:txBody>
                    <a:bodyPr/>
                    <a:lstStyle/>
                    <a:p>
                      <a:pPr>
                        <a:buNone/>
                      </a:pPr>
                      <a:r>
                        <a:rPr lang="en-GB"/>
                        <a:t>Issuing ecological interventions or restoration actions</a:t>
                      </a:r>
                    </a:p>
                  </a:txBody>
                  <a:tcPr anchor="ctr">
                    <a:solidFill>
                      <a:srgbClr val="C4DAC9"/>
                    </a:solidFill>
                  </a:tcPr>
                </a:tc>
                <a:extLst>
                  <a:ext uri="{0D108BD9-81ED-4DB2-BD59-A6C34878D82A}">
                    <a16:rowId xmlns:a16="http://schemas.microsoft.com/office/drawing/2014/main" val="3822240702"/>
                  </a:ext>
                </a:extLst>
              </a:tr>
              <a:tr h="415417">
                <a:tc>
                  <a:txBody>
                    <a:bodyPr/>
                    <a:lstStyle/>
                    <a:p>
                      <a:pPr>
                        <a:buNone/>
                      </a:pPr>
                      <a:r>
                        <a:rPr lang="en-GB" b="1"/>
                        <a:t>Read</a:t>
                      </a:r>
                      <a:endParaRPr lang="en-GB"/>
                    </a:p>
                  </a:txBody>
                  <a:tcPr anchor="ctr">
                    <a:solidFill>
                      <a:srgbClr val="C4DAC9"/>
                    </a:solidFill>
                  </a:tcPr>
                </a:tc>
                <a:tc>
                  <a:txBody>
                    <a:bodyPr/>
                    <a:lstStyle/>
                    <a:p>
                      <a:pPr>
                        <a:buNone/>
                      </a:pPr>
                      <a:r>
                        <a:rPr lang="en-GB"/>
                        <a:t>Viewing validated climate, biodiversity, and boundary state</a:t>
                      </a:r>
                    </a:p>
                  </a:txBody>
                  <a:tcPr anchor="ctr">
                    <a:solidFill>
                      <a:srgbClr val="C4DAC9"/>
                    </a:solidFill>
                  </a:tcPr>
                </a:tc>
                <a:extLst>
                  <a:ext uri="{0D108BD9-81ED-4DB2-BD59-A6C34878D82A}">
                    <a16:rowId xmlns:a16="http://schemas.microsoft.com/office/drawing/2014/main" val="4280361526"/>
                  </a:ext>
                </a:extLst>
              </a:tr>
              <a:tr h="415417">
                <a:tc>
                  <a:txBody>
                    <a:bodyPr/>
                    <a:lstStyle/>
                    <a:p>
                      <a:pPr>
                        <a:buNone/>
                      </a:pPr>
                      <a:r>
                        <a:rPr lang="en-GB" b="1"/>
                        <a:t>Event</a:t>
                      </a:r>
                      <a:endParaRPr lang="en-GB"/>
                    </a:p>
                  </a:txBody>
                  <a:tcPr anchor="ctr">
                    <a:solidFill>
                      <a:srgbClr val="C4DAC9"/>
                    </a:solidFill>
                  </a:tcPr>
                </a:tc>
                <a:tc>
                  <a:txBody>
                    <a:bodyPr/>
                    <a:lstStyle/>
                    <a:p>
                      <a:pPr>
                        <a:buNone/>
                      </a:pPr>
                      <a:r>
                        <a:rPr lang="en-GB"/>
                        <a:t>Responding to breaches, anomalies, or ecological alerts</a:t>
                      </a:r>
                    </a:p>
                  </a:txBody>
                  <a:tcPr anchor="ctr">
                    <a:solidFill>
                      <a:srgbClr val="C4DAC9"/>
                    </a:solidFill>
                  </a:tcPr>
                </a:tc>
                <a:extLst>
                  <a:ext uri="{0D108BD9-81ED-4DB2-BD59-A6C34878D82A}">
                    <a16:rowId xmlns:a16="http://schemas.microsoft.com/office/drawing/2014/main" val="4256550791"/>
                  </a:ext>
                </a:extLst>
              </a:tr>
              <a:tr h="415417">
                <a:tc>
                  <a:txBody>
                    <a:bodyPr/>
                    <a:lstStyle/>
                    <a:p>
                      <a:pPr>
                        <a:buNone/>
                      </a:pPr>
                      <a:r>
                        <a:rPr lang="en-GB" b="1"/>
                        <a:t>Stream</a:t>
                      </a:r>
                      <a:endParaRPr lang="en-GB"/>
                    </a:p>
                  </a:txBody>
                  <a:tcPr anchor="ctr">
                    <a:solidFill>
                      <a:srgbClr val="C4DAC9"/>
                    </a:solidFill>
                  </a:tcPr>
                </a:tc>
                <a:tc>
                  <a:txBody>
                    <a:bodyPr/>
                    <a:lstStyle/>
                    <a:p>
                      <a:pPr>
                        <a:buNone/>
                      </a:pPr>
                      <a:r>
                        <a:rPr lang="en-GB" dirty="0"/>
                        <a:t>Monitoring continuous environmental and planetary telemetry</a:t>
                      </a:r>
                    </a:p>
                  </a:txBody>
                  <a:tcPr anchor="ctr">
                    <a:solidFill>
                      <a:srgbClr val="C4DAC9"/>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DA63DB54-3298-5F33-6749-F92C4F5D21D0}"/>
              </a:ext>
            </a:extLst>
          </p:cNvPr>
          <p:cNvGraphicFramePr>
            <a:graphicFrameLocks noGrp="1"/>
          </p:cNvGraphicFramePr>
          <p:nvPr>
            <p:extLst>
              <p:ext uri="{D42A27DB-BD31-4B8C-83A1-F6EECF244321}">
                <p14:modId xmlns:p14="http://schemas.microsoft.com/office/powerpoint/2010/main" val="997281138"/>
              </p:ext>
            </p:extLst>
          </p:nvPr>
        </p:nvGraphicFramePr>
        <p:xfrm>
          <a:off x="466073" y="2456962"/>
          <a:ext cx="13680831" cy="2414412"/>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sz="2100"/>
                        <a:t>Domain</a:t>
                      </a:r>
                    </a:p>
                  </a:txBody>
                  <a:tcPr anchor="ctr">
                    <a:solidFill>
                      <a:srgbClr val="C4DAC9"/>
                    </a:solidFill>
                  </a:tcPr>
                </a:tc>
                <a:tc>
                  <a:txBody>
                    <a:bodyPr/>
                    <a:lstStyle/>
                    <a:p>
                      <a:pPr>
                        <a:buNone/>
                      </a:pPr>
                      <a:r>
                        <a:rPr lang="en-GB" sz="2100" dirty="0"/>
                        <a:t>Purpose</a:t>
                      </a:r>
                    </a:p>
                  </a:txBody>
                  <a:tcPr anchor="ctr">
                    <a:solidFill>
                      <a:srgbClr val="C4DAC9"/>
                    </a:solidFill>
                  </a:tcPr>
                </a:tc>
                <a:extLst>
                  <a:ext uri="{0D108BD9-81ED-4DB2-BD59-A6C34878D82A}">
                    <a16:rowId xmlns:a16="http://schemas.microsoft.com/office/drawing/2014/main" val="69900846"/>
                  </a:ext>
                </a:extLst>
              </a:tr>
              <a:tr h="500733">
                <a:tc>
                  <a:txBody>
                    <a:bodyPr/>
                    <a:lstStyle/>
                    <a:p>
                      <a:pPr>
                        <a:buNone/>
                      </a:pPr>
                      <a:r>
                        <a:rPr lang="en-GB" b="1"/>
                        <a:t>Boundaries</a:t>
                      </a:r>
                      <a:endParaRPr lang="en-GB"/>
                    </a:p>
                  </a:txBody>
                  <a:tcPr anchor="ctr">
                    <a:solidFill>
                      <a:srgbClr val="C4DAC9"/>
                    </a:solidFill>
                  </a:tcPr>
                </a:tc>
                <a:tc>
                  <a:txBody>
                    <a:bodyPr/>
                    <a:lstStyle/>
                    <a:p>
                      <a:pPr>
                        <a:buNone/>
                      </a:pPr>
                      <a:r>
                        <a:rPr lang="en-GB"/>
                        <a:t>Monitoring planetary limits and threshold conditions</a:t>
                      </a:r>
                    </a:p>
                  </a:txBody>
                  <a:tcPr anchor="ctr">
                    <a:solidFill>
                      <a:srgbClr val="C4DAC9"/>
                    </a:solidFill>
                  </a:tcPr>
                </a:tc>
                <a:extLst>
                  <a:ext uri="{0D108BD9-81ED-4DB2-BD59-A6C34878D82A}">
                    <a16:rowId xmlns:a16="http://schemas.microsoft.com/office/drawing/2014/main" val="2923198339"/>
                  </a:ext>
                </a:extLst>
              </a:tr>
              <a:tr h="500733">
                <a:tc>
                  <a:txBody>
                    <a:bodyPr/>
                    <a:lstStyle/>
                    <a:p>
                      <a:pPr>
                        <a:buNone/>
                      </a:pPr>
                      <a:r>
                        <a:rPr lang="en-GB" b="1"/>
                        <a:t>Biodiversity</a:t>
                      </a:r>
                      <a:endParaRPr lang="en-GB"/>
                    </a:p>
                  </a:txBody>
                  <a:tcPr anchor="ctr">
                    <a:solidFill>
                      <a:srgbClr val="C4DAC9"/>
                    </a:solidFill>
                  </a:tcPr>
                </a:tc>
                <a:tc>
                  <a:txBody>
                    <a:bodyPr/>
                    <a:lstStyle/>
                    <a:p>
                      <a:pPr>
                        <a:buNone/>
                      </a:pPr>
                      <a:r>
                        <a:rPr lang="en-GB"/>
                        <a:t>Tracking species health, ecosystems, and ecological networks</a:t>
                      </a:r>
                    </a:p>
                  </a:txBody>
                  <a:tcPr anchor="ctr">
                    <a:solidFill>
                      <a:srgbClr val="C4DAC9"/>
                    </a:solidFill>
                  </a:tcPr>
                </a:tc>
                <a:extLst>
                  <a:ext uri="{0D108BD9-81ED-4DB2-BD59-A6C34878D82A}">
                    <a16:rowId xmlns:a16="http://schemas.microsoft.com/office/drawing/2014/main" val="1330039449"/>
                  </a:ext>
                </a:extLst>
              </a:tr>
              <a:tr h="500733">
                <a:tc>
                  <a:txBody>
                    <a:bodyPr/>
                    <a:lstStyle/>
                    <a:p>
                      <a:pPr>
                        <a:buNone/>
                      </a:pPr>
                      <a:r>
                        <a:rPr lang="en-GB" b="1"/>
                        <a:t>Climate</a:t>
                      </a:r>
                      <a:endParaRPr lang="en-GB"/>
                    </a:p>
                  </a:txBody>
                  <a:tcPr anchor="ctr">
                    <a:solidFill>
                      <a:srgbClr val="C4DAC9"/>
                    </a:solidFill>
                  </a:tcPr>
                </a:tc>
                <a:tc>
                  <a:txBody>
                    <a:bodyPr/>
                    <a:lstStyle/>
                    <a:p>
                      <a:pPr>
                        <a:buNone/>
                      </a:pPr>
                      <a:r>
                        <a:rPr lang="en-GB"/>
                        <a:t>Observing emissions, climate indicators, and environmental stress</a:t>
                      </a:r>
                    </a:p>
                  </a:txBody>
                  <a:tcPr anchor="ctr">
                    <a:solidFill>
                      <a:srgbClr val="C4DAC9"/>
                    </a:solidFill>
                  </a:tcPr>
                </a:tc>
                <a:extLst>
                  <a:ext uri="{0D108BD9-81ED-4DB2-BD59-A6C34878D82A}">
                    <a16:rowId xmlns:a16="http://schemas.microsoft.com/office/drawing/2014/main" val="652575281"/>
                  </a:ext>
                </a:extLst>
              </a:tr>
              <a:tr h="500733">
                <a:tc>
                  <a:txBody>
                    <a:bodyPr/>
                    <a:lstStyle/>
                    <a:p>
                      <a:pPr>
                        <a:buNone/>
                      </a:pPr>
                      <a:r>
                        <a:rPr lang="en-GB" b="1"/>
                        <a:t>Regeneration</a:t>
                      </a:r>
                      <a:endParaRPr lang="en-GB"/>
                    </a:p>
                  </a:txBody>
                  <a:tcPr anchor="ctr">
                    <a:solidFill>
                      <a:srgbClr val="C4DAC9"/>
                    </a:solidFill>
                  </a:tcPr>
                </a:tc>
                <a:tc>
                  <a:txBody>
                    <a:bodyPr/>
                    <a:lstStyle/>
                    <a:p>
                      <a:pPr>
                        <a:buNone/>
                      </a:pPr>
                      <a:r>
                        <a:rPr lang="en-GB" dirty="0"/>
                        <a:t>Supporting restoration, recovery, and ecological repair actions</a:t>
                      </a:r>
                    </a:p>
                  </a:txBody>
                  <a:tcPr anchor="ctr">
                    <a:solidFill>
                      <a:srgbClr val="C4DAC9"/>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3041193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D41ED-112F-5904-3D12-D2DC8EB348B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9FA4447A-F2CE-6AB5-3847-C6103E0ED4A4}"/>
              </a:ext>
            </a:extLst>
          </p:cNvPr>
          <p:cNvSpPr txBox="1"/>
          <p:nvPr/>
        </p:nvSpPr>
        <p:spPr>
          <a:xfrm>
            <a:off x="358726" y="219843"/>
            <a:ext cx="15244257" cy="7571303"/>
          </a:xfrm>
          <a:prstGeom prst="rect">
            <a:avLst/>
          </a:prstGeom>
          <a:solidFill>
            <a:srgbClr val="D2C2E2"/>
          </a:solidFill>
          <a:ln>
            <a:solidFill>
              <a:schemeClr val="accent1">
                <a:shade val="15000"/>
              </a:schemeClr>
            </a:solidFill>
          </a:ln>
        </p:spPr>
        <p:txBody>
          <a:bodyPr wrap="square">
            <a:spAutoFit/>
          </a:bodyPr>
          <a:lstStyle/>
          <a:p>
            <a:r>
              <a:rPr lang="en-GB" b="1" dirty="0"/>
              <a:t>Meta‑Integration Applications (L6)</a:t>
            </a:r>
          </a:p>
          <a:p>
            <a:r>
              <a:rPr lang="en-GB" b="1" i="1" dirty="0"/>
              <a:t>Operator Tools for Monitoring and Coordinating the Whole‑System Architecture</a:t>
            </a:r>
            <a:endParaRPr lang="en-GB" b="1" dirty="0"/>
          </a:p>
          <a:p>
            <a:endParaRPr lang="en-GB" b="1" dirty="0"/>
          </a:p>
          <a:p>
            <a:r>
              <a:rPr lang="en-GB" b="1" dirty="0"/>
              <a:t>Purpose</a:t>
            </a:r>
          </a:p>
          <a:p>
            <a:r>
              <a:rPr lang="en-GB" dirty="0"/>
              <a:t>Internal applications for observing dependencies, validating integration health, and coordinating cross‑Family behaviour across </a:t>
            </a:r>
            <a:r>
              <a:rPr lang="en-GB" dirty="0" err="1"/>
              <a:t>CivOS</a:t>
            </a:r>
            <a:r>
              <a:rPr lang="en-GB" dirty="0"/>
              <a:t>.</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A coherent, observable, self‑aware system that understands how all Families interact.</a:t>
            </a:r>
          </a:p>
        </p:txBody>
      </p:sp>
      <p:sp>
        <p:nvSpPr>
          <p:cNvPr id="6" name="Title 5">
            <a:extLst>
              <a:ext uri="{FF2B5EF4-FFF2-40B4-BE49-F238E27FC236}">
                <a16:creationId xmlns:a16="http://schemas.microsoft.com/office/drawing/2014/main" id="{83AC1463-1CB2-C174-797E-2AF9D81E7F3E}"/>
              </a:ext>
            </a:extLst>
          </p:cNvPr>
          <p:cNvSpPr>
            <a:spLocks noGrp="1"/>
          </p:cNvSpPr>
          <p:nvPr>
            <p:ph type="title"/>
          </p:nvPr>
        </p:nvSpPr>
        <p:spPr>
          <a:xfrm>
            <a:off x="0" y="7725747"/>
            <a:ext cx="15840075" cy="373678"/>
          </a:xfrm>
          <a:solidFill>
            <a:srgbClr val="D2C2E2"/>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400" noProof="0" dirty="0">
                <a:solidFill>
                  <a:schemeClr val="tx1"/>
                </a:solidFill>
                <a:latin typeface="+mn-lt"/>
                <a:ea typeface="+mn-ea"/>
                <a:cs typeface="+mn-cs"/>
              </a:rPr>
              <a:t> Layer 6 - </a:t>
            </a:r>
            <a:r>
              <a:rPr lang="en-GB" sz="2400" b="1" dirty="0">
                <a:solidFill>
                  <a:schemeClr val="tx1"/>
                </a:solidFill>
              </a:rPr>
              <a:t>Meta‑Integration Applications  </a:t>
            </a:r>
            <a:r>
              <a:rPr lang="en-GB" sz="2400" dirty="0">
                <a:solidFill>
                  <a:schemeClr val="tx1"/>
                </a:solidFill>
              </a:rPr>
              <a:t>(Dependencies, Integration Health, Cross‑Family Feedback, System Mapping)</a:t>
            </a:r>
            <a:br>
              <a:rPr lang="en-GB" sz="2400" dirty="0">
                <a:solidFill>
                  <a:schemeClr val="tx1"/>
                </a:solidFill>
              </a:rPr>
            </a:br>
            <a:br>
              <a:rPr lang="en-GB" sz="2400" dirty="0">
                <a:solidFill>
                  <a:schemeClr val="tx1"/>
                </a:solidFill>
              </a:rPr>
            </a:br>
            <a:endParaRPr lang="en-GB" sz="24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E8E9B8E9-8D2F-F564-D521-29E2584FF334}"/>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2B99001C-2749-F100-FC01-18E4D603BDD1}"/>
              </a:ext>
            </a:extLst>
          </p:cNvPr>
          <p:cNvGraphicFramePr>
            <a:graphicFrameLocks noGrp="1"/>
          </p:cNvGraphicFramePr>
          <p:nvPr>
            <p:extLst>
              <p:ext uri="{D42A27DB-BD31-4B8C-83A1-F6EECF244321}">
                <p14:modId xmlns:p14="http://schemas.microsoft.com/office/powerpoint/2010/main" val="1383166476"/>
              </p:ext>
            </p:extLst>
          </p:nvPr>
        </p:nvGraphicFramePr>
        <p:xfrm>
          <a:off x="4154222" y="5154412"/>
          <a:ext cx="10166689" cy="2077085"/>
        </p:xfrm>
        <a:graphic>
          <a:graphicData uri="http://schemas.openxmlformats.org/drawingml/2006/table">
            <a:tbl>
              <a:tblPr>
                <a:tableStyleId>{5940675A-B579-460E-94D1-54222C63F5DA}</a:tableStyleId>
              </a:tblPr>
              <a:tblGrid>
                <a:gridCol w="2236539">
                  <a:extLst>
                    <a:ext uri="{9D8B030D-6E8A-4147-A177-3AD203B41FA5}">
                      <a16:colId xmlns:a16="http://schemas.microsoft.com/office/drawing/2014/main" val="2196514509"/>
                    </a:ext>
                  </a:extLst>
                </a:gridCol>
                <a:gridCol w="7930150">
                  <a:extLst>
                    <a:ext uri="{9D8B030D-6E8A-4147-A177-3AD203B41FA5}">
                      <a16:colId xmlns:a16="http://schemas.microsoft.com/office/drawing/2014/main" val="321617900"/>
                    </a:ext>
                  </a:extLst>
                </a:gridCol>
              </a:tblGrid>
              <a:tr h="415417">
                <a:tc>
                  <a:txBody>
                    <a:bodyPr/>
                    <a:lstStyle/>
                    <a:p>
                      <a:pPr>
                        <a:buNone/>
                      </a:pPr>
                      <a:r>
                        <a:rPr lang="en-GB" sz="2100" dirty="0"/>
                        <a:t>L5 Interface</a:t>
                      </a:r>
                    </a:p>
                  </a:txBody>
                  <a:tcPr anchor="ctr">
                    <a:solidFill>
                      <a:srgbClr val="D2C2E2"/>
                    </a:solidFill>
                  </a:tcPr>
                </a:tc>
                <a:tc>
                  <a:txBody>
                    <a:bodyPr/>
                    <a:lstStyle/>
                    <a:p>
                      <a:pPr>
                        <a:buNone/>
                      </a:pPr>
                      <a:r>
                        <a:rPr lang="en-GB" sz="2100" dirty="0"/>
                        <a:t>Used For</a:t>
                      </a:r>
                    </a:p>
                  </a:txBody>
                  <a:tcPr anchor="ctr">
                    <a:solidFill>
                      <a:srgbClr val="D2C2E2"/>
                    </a:solidFill>
                  </a:tcPr>
                </a:tc>
                <a:extLst>
                  <a:ext uri="{0D108BD9-81ED-4DB2-BD59-A6C34878D82A}">
                    <a16:rowId xmlns:a16="http://schemas.microsoft.com/office/drawing/2014/main" val="2978044356"/>
                  </a:ext>
                </a:extLst>
              </a:tr>
              <a:tr h="415417">
                <a:tc>
                  <a:txBody>
                    <a:bodyPr/>
                    <a:lstStyle/>
                    <a:p>
                      <a:pPr>
                        <a:buNone/>
                      </a:pPr>
                      <a:r>
                        <a:rPr lang="en-GB" b="1"/>
                        <a:t>Write</a:t>
                      </a:r>
                      <a:endParaRPr lang="en-GB"/>
                    </a:p>
                  </a:txBody>
                  <a:tcPr anchor="ctr">
                    <a:solidFill>
                      <a:srgbClr val="D2C2E2"/>
                    </a:solidFill>
                  </a:tcPr>
                </a:tc>
                <a:tc>
                  <a:txBody>
                    <a:bodyPr/>
                    <a:lstStyle/>
                    <a:p>
                      <a:pPr>
                        <a:buNone/>
                      </a:pPr>
                      <a:r>
                        <a:rPr lang="en-GB"/>
                        <a:t>Issuing integration checks or cross‑system coordination actions</a:t>
                      </a:r>
                    </a:p>
                  </a:txBody>
                  <a:tcPr anchor="ctr">
                    <a:solidFill>
                      <a:srgbClr val="D2C2E2"/>
                    </a:solidFill>
                  </a:tcPr>
                </a:tc>
                <a:extLst>
                  <a:ext uri="{0D108BD9-81ED-4DB2-BD59-A6C34878D82A}">
                    <a16:rowId xmlns:a16="http://schemas.microsoft.com/office/drawing/2014/main" val="3822240702"/>
                  </a:ext>
                </a:extLst>
              </a:tr>
              <a:tr h="415417">
                <a:tc>
                  <a:txBody>
                    <a:bodyPr/>
                    <a:lstStyle/>
                    <a:p>
                      <a:pPr>
                        <a:buNone/>
                      </a:pPr>
                      <a:r>
                        <a:rPr lang="en-GB" b="1"/>
                        <a:t>Read</a:t>
                      </a:r>
                      <a:endParaRPr lang="en-GB"/>
                    </a:p>
                  </a:txBody>
                  <a:tcPr anchor="ctr">
                    <a:solidFill>
                      <a:srgbClr val="D2C2E2"/>
                    </a:solidFill>
                  </a:tcPr>
                </a:tc>
                <a:tc>
                  <a:txBody>
                    <a:bodyPr/>
                    <a:lstStyle/>
                    <a:p>
                      <a:pPr>
                        <a:buNone/>
                      </a:pPr>
                      <a:r>
                        <a:rPr lang="en-GB"/>
                        <a:t>Viewing dependency graphs and integration state</a:t>
                      </a:r>
                    </a:p>
                  </a:txBody>
                  <a:tcPr anchor="ctr">
                    <a:solidFill>
                      <a:srgbClr val="D2C2E2"/>
                    </a:solidFill>
                  </a:tcPr>
                </a:tc>
                <a:extLst>
                  <a:ext uri="{0D108BD9-81ED-4DB2-BD59-A6C34878D82A}">
                    <a16:rowId xmlns:a16="http://schemas.microsoft.com/office/drawing/2014/main" val="4280361526"/>
                  </a:ext>
                </a:extLst>
              </a:tr>
              <a:tr h="415417">
                <a:tc>
                  <a:txBody>
                    <a:bodyPr/>
                    <a:lstStyle/>
                    <a:p>
                      <a:pPr>
                        <a:buNone/>
                      </a:pPr>
                      <a:r>
                        <a:rPr lang="en-GB" b="1"/>
                        <a:t>Event</a:t>
                      </a:r>
                      <a:endParaRPr lang="en-GB"/>
                    </a:p>
                  </a:txBody>
                  <a:tcPr anchor="ctr">
                    <a:solidFill>
                      <a:srgbClr val="D2C2E2"/>
                    </a:solidFill>
                  </a:tcPr>
                </a:tc>
                <a:tc>
                  <a:txBody>
                    <a:bodyPr/>
                    <a:lstStyle/>
                    <a:p>
                      <a:pPr>
                        <a:buNone/>
                      </a:pPr>
                      <a:r>
                        <a:rPr lang="en-GB"/>
                        <a:t>Responding to integration failures or cross‑Family anomalies</a:t>
                      </a:r>
                    </a:p>
                  </a:txBody>
                  <a:tcPr anchor="ctr">
                    <a:solidFill>
                      <a:srgbClr val="D2C2E2"/>
                    </a:solidFill>
                  </a:tcPr>
                </a:tc>
                <a:extLst>
                  <a:ext uri="{0D108BD9-81ED-4DB2-BD59-A6C34878D82A}">
                    <a16:rowId xmlns:a16="http://schemas.microsoft.com/office/drawing/2014/main" val="4256550791"/>
                  </a:ext>
                </a:extLst>
              </a:tr>
              <a:tr h="415417">
                <a:tc>
                  <a:txBody>
                    <a:bodyPr/>
                    <a:lstStyle/>
                    <a:p>
                      <a:pPr>
                        <a:buNone/>
                      </a:pPr>
                      <a:r>
                        <a:rPr lang="en-GB" b="1"/>
                        <a:t>Stream</a:t>
                      </a:r>
                      <a:endParaRPr lang="en-GB"/>
                    </a:p>
                  </a:txBody>
                  <a:tcPr anchor="ctr">
                    <a:solidFill>
                      <a:srgbClr val="D2C2E2"/>
                    </a:solidFill>
                  </a:tcPr>
                </a:tc>
                <a:tc>
                  <a:txBody>
                    <a:bodyPr/>
                    <a:lstStyle/>
                    <a:p>
                      <a:pPr>
                        <a:buNone/>
                      </a:pPr>
                      <a:r>
                        <a:rPr lang="en-GB" dirty="0"/>
                        <a:t>Monitoring continuous whole‑system telemetry</a:t>
                      </a:r>
                    </a:p>
                  </a:txBody>
                  <a:tcPr anchor="ctr">
                    <a:solidFill>
                      <a:srgbClr val="D2C2E2"/>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786DEBBA-A7A9-EDD7-F963-8AF5B808C59F}"/>
              </a:ext>
            </a:extLst>
          </p:cNvPr>
          <p:cNvGraphicFramePr>
            <a:graphicFrameLocks noGrp="1"/>
          </p:cNvGraphicFramePr>
          <p:nvPr>
            <p:extLst>
              <p:ext uri="{D42A27DB-BD31-4B8C-83A1-F6EECF244321}">
                <p14:modId xmlns:p14="http://schemas.microsoft.com/office/powerpoint/2010/main" val="590509038"/>
              </p:ext>
            </p:extLst>
          </p:nvPr>
        </p:nvGraphicFramePr>
        <p:xfrm>
          <a:off x="466073" y="2456962"/>
          <a:ext cx="13680831" cy="2414412"/>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sz="2100"/>
                        <a:t>Domain</a:t>
                      </a:r>
                    </a:p>
                  </a:txBody>
                  <a:tcPr anchor="ctr">
                    <a:solidFill>
                      <a:srgbClr val="D2C2E2"/>
                    </a:solidFill>
                  </a:tcPr>
                </a:tc>
                <a:tc>
                  <a:txBody>
                    <a:bodyPr/>
                    <a:lstStyle/>
                    <a:p>
                      <a:pPr>
                        <a:buNone/>
                      </a:pPr>
                      <a:r>
                        <a:rPr lang="en-GB" sz="2100" dirty="0"/>
                        <a:t>Purpose</a:t>
                      </a:r>
                    </a:p>
                  </a:txBody>
                  <a:tcPr anchor="ctr">
                    <a:solidFill>
                      <a:srgbClr val="D2C2E2"/>
                    </a:solidFill>
                  </a:tcPr>
                </a:tc>
                <a:extLst>
                  <a:ext uri="{0D108BD9-81ED-4DB2-BD59-A6C34878D82A}">
                    <a16:rowId xmlns:a16="http://schemas.microsoft.com/office/drawing/2014/main" val="69900846"/>
                  </a:ext>
                </a:extLst>
              </a:tr>
              <a:tr h="500733">
                <a:tc>
                  <a:txBody>
                    <a:bodyPr/>
                    <a:lstStyle/>
                    <a:p>
                      <a:pPr>
                        <a:buNone/>
                      </a:pPr>
                      <a:r>
                        <a:rPr lang="en-GB" b="1"/>
                        <a:t>Dependencies</a:t>
                      </a:r>
                      <a:endParaRPr lang="en-GB"/>
                    </a:p>
                  </a:txBody>
                  <a:tcPr anchor="ctr">
                    <a:solidFill>
                      <a:srgbClr val="D2C2E2"/>
                    </a:solidFill>
                  </a:tcPr>
                </a:tc>
                <a:tc>
                  <a:txBody>
                    <a:bodyPr/>
                    <a:lstStyle/>
                    <a:p>
                      <a:pPr>
                        <a:buNone/>
                      </a:pPr>
                      <a:r>
                        <a:rPr lang="en-GB"/>
                        <a:t>Tracking inter‑Family links, requirements, and coupling</a:t>
                      </a:r>
                    </a:p>
                  </a:txBody>
                  <a:tcPr anchor="ctr">
                    <a:solidFill>
                      <a:srgbClr val="D2C2E2"/>
                    </a:solidFill>
                  </a:tcPr>
                </a:tc>
                <a:extLst>
                  <a:ext uri="{0D108BD9-81ED-4DB2-BD59-A6C34878D82A}">
                    <a16:rowId xmlns:a16="http://schemas.microsoft.com/office/drawing/2014/main" val="2923198339"/>
                  </a:ext>
                </a:extLst>
              </a:tr>
              <a:tr h="500733">
                <a:tc>
                  <a:txBody>
                    <a:bodyPr/>
                    <a:lstStyle/>
                    <a:p>
                      <a:pPr>
                        <a:buNone/>
                      </a:pPr>
                      <a:r>
                        <a:rPr lang="en-GB" b="1"/>
                        <a:t>Integration Health</a:t>
                      </a:r>
                      <a:endParaRPr lang="en-GB"/>
                    </a:p>
                  </a:txBody>
                  <a:tcPr anchor="ctr">
                    <a:solidFill>
                      <a:srgbClr val="D2C2E2"/>
                    </a:solidFill>
                  </a:tcPr>
                </a:tc>
                <a:tc>
                  <a:txBody>
                    <a:bodyPr/>
                    <a:lstStyle/>
                    <a:p>
                      <a:pPr>
                        <a:buNone/>
                      </a:pPr>
                      <a:r>
                        <a:rPr lang="en-GB"/>
                        <a:t>Monitoring interface stability and cross‑system performance</a:t>
                      </a:r>
                    </a:p>
                  </a:txBody>
                  <a:tcPr anchor="ctr">
                    <a:solidFill>
                      <a:srgbClr val="D2C2E2"/>
                    </a:solidFill>
                  </a:tcPr>
                </a:tc>
                <a:extLst>
                  <a:ext uri="{0D108BD9-81ED-4DB2-BD59-A6C34878D82A}">
                    <a16:rowId xmlns:a16="http://schemas.microsoft.com/office/drawing/2014/main" val="1330039449"/>
                  </a:ext>
                </a:extLst>
              </a:tr>
              <a:tr h="500733">
                <a:tc>
                  <a:txBody>
                    <a:bodyPr/>
                    <a:lstStyle/>
                    <a:p>
                      <a:pPr>
                        <a:buNone/>
                      </a:pPr>
                      <a:r>
                        <a:rPr lang="en-GB" b="1"/>
                        <a:t>Cross‑Family Feedback</a:t>
                      </a:r>
                      <a:endParaRPr lang="en-GB"/>
                    </a:p>
                  </a:txBody>
                  <a:tcPr anchor="ctr">
                    <a:solidFill>
                      <a:srgbClr val="D2C2E2"/>
                    </a:solidFill>
                  </a:tcPr>
                </a:tc>
                <a:tc>
                  <a:txBody>
                    <a:bodyPr/>
                    <a:lstStyle/>
                    <a:p>
                      <a:pPr>
                        <a:buNone/>
                      </a:pPr>
                      <a:r>
                        <a:rPr lang="en-GB"/>
                        <a:t>Observing how changes propagate across the architecture</a:t>
                      </a:r>
                    </a:p>
                  </a:txBody>
                  <a:tcPr anchor="ctr">
                    <a:solidFill>
                      <a:srgbClr val="D2C2E2"/>
                    </a:solidFill>
                  </a:tcPr>
                </a:tc>
                <a:extLst>
                  <a:ext uri="{0D108BD9-81ED-4DB2-BD59-A6C34878D82A}">
                    <a16:rowId xmlns:a16="http://schemas.microsoft.com/office/drawing/2014/main" val="652575281"/>
                  </a:ext>
                </a:extLst>
              </a:tr>
              <a:tr h="500733">
                <a:tc>
                  <a:txBody>
                    <a:bodyPr/>
                    <a:lstStyle/>
                    <a:p>
                      <a:pPr>
                        <a:buNone/>
                      </a:pPr>
                      <a:r>
                        <a:rPr lang="en-GB" b="1"/>
                        <a:t>System Mapping</a:t>
                      </a:r>
                      <a:endParaRPr lang="en-GB"/>
                    </a:p>
                  </a:txBody>
                  <a:tcPr anchor="ctr">
                    <a:solidFill>
                      <a:srgbClr val="D2C2E2"/>
                    </a:solidFill>
                  </a:tcPr>
                </a:tc>
                <a:tc>
                  <a:txBody>
                    <a:bodyPr/>
                    <a:lstStyle/>
                    <a:p>
                      <a:pPr>
                        <a:buNone/>
                      </a:pPr>
                      <a:r>
                        <a:rPr lang="en-GB" dirty="0"/>
                        <a:t>Visualising structure, flows, and systemic relationships</a:t>
                      </a:r>
                    </a:p>
                  </a:txBody>
                  <a:tcPr anchor="ctr">
                    <a:solidFill>
                      <a:srgbClr val="D2C2E2"/>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30670884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3D299-A3F7-D7E5-50F5-ED736CD1A9CE}"/>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083E0313-8BBB-8D6C-E4E6-AAB192BA550D}"/>
              </a:ext>
            </a:extLst>
          </p:cNvPr>
          <p:cNvSpPr txBox="1"/>
          <p:nvPr/>
        </p:nvSpPr>
        <p:spPr>
          <a:xfrm>
            <a:off x="358726" y="219843"/>
            <a:ext cx="15244257" cy="7571303"/>
          </a:xfrm>
          <a:prstGeom prst="rect">
            <a:avLst/>
          </a:prstGeom>
          <a:solidFill>
            <a:schemeClr val="tx1"/>
          </a:solidFill>
          <a:ln>
            <a:solidFill>
              <a:schemeClr val="accent1">
                <a:shade val="15000"/>
              </a:schemeClr>
            </a:solidFill>
          </a:ln>
        </p:spPr>
        <p:txBody>
          <a:bodyPr wrap="square">
            <a:spAutoFit/>
          </a:bodyPr>
          <a:lstStyle/>
          <a:p>
            <a:r>
              <a:rPr lang="en-GB" b="1" dirty="0">
                <a:solidFill>
                  <a:schemeClr val="bg1"/>
                </a:solidFill>
              </a:rPr>
              <a:t>Minimum Viable Systems Applications (L6)</a:t>
            </a:r>
          </a:p>
          <a:p>
            <a:r>
              <a:rPr lang="en-GB" b="1" i="1" dirty="0">
                <a:solidFill>
                  <a:schemeClr val="bg1"/>
                </a:solidFill>
              </a:rPr>
              <a:t>Operator Tools for Running the Core Foundations of </a:t>
            </a:r>
            <a:r>
              <a:rPr lang="en-GB" b="1" i="1" dirty="0" err="1">
                <a:solidFill>
                  <a:schemeClr val="bg1"/>
                </a:solidFill>
              </a:rPr>
              <a:t>CivOS</a:t>
            </a:r>
            <a:endParaRPr lang="en-GB" b="1" dirty="0">
              <a:solidFill>
                <a:schemeClr val="bg1"/>
              </a:solidFill>
            </a:endParaRPr>
          </a:p>
          <a:p>
            <a:endParaRPr lang="en-GB" b="1" dirty="0">
              <a:solidFill>
                <a:schemeClr val="bg1"/>
              </a:solidFill>
            </a:endParaRPr>
          </a:p>
          <a:p>
            <a:r>
              <a:rPr lang="en-GB" b="1" dirty="0">
                <a:solidFill>
                  <a:schemeClr val="bg1"/>
                </a:solidFill>
              </a:rPr>
              <a:t>Purpose</a:t>
            </a:r>
          </a:p>
          <a:p>
            <a:r>
              <a:rPr lang="en-GB" dirty="0">
                <a:solidFill>
                  <a:schemeClr val="bg1"/>
                </a:solidFill>
              </a:rPr>
              <a:t>Internal applications for managing identity, core records, messaging, and the essential protocols that keep </a:t>
            </a:r>
            <a:r>
              <a:rPr lang="en-GB" dirty="0" err="1">
                <a:solidFill>
                  <a:schemeClr val="bg1"/>
                </a:solidFill>
              </a:rPr>
              <a:t>CivOS</a:t>
            </a:r>
            <a:r>
              <a:rPr lang="en-GB" dirty="0">
                <a:solidFill>
                  <a:schemeClr val="bg1"/>
                </a:solidFill>
              </a:rPr>
              <a:t> functioning.</a:t>
            </a:r>
          </a:p>
          <a:p>
            <a:endParaRPr lang="en-GB" b="1" dirty="0">
              <a:solidFill>
                <a:schemeClr val="bg1"/>
              </a:solidFill>
            </a:endParaRPr>
          </a:p>
          <a:p>
            <a:r>
              <a:rPr lang="en-GB" b="1" dirty="0">
                <a:solidFill>
                  <a:schemeClr val="bg1"/>
                </a:solidFill>
              </a:rPr>
              <a:t>Scope</a:t>
            </a:r>
          </a:p>
          <a:p>
            <a:r>
              <a:rPr lang="en-GB" dirty="0">
                <a:solidFill>
                  <a:schemeClr val="bg1"/>
                </a:solidFill>
              </a:rPr>
              <a:t>Four operational domains:</a:t>
            </a: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r>
              <a:rPr lang="en-GB" b="1" dirty="0">
                <a:solidFill>
                  <a:schemeClr val="bg1"/>
                </a:solidFill>
              </a:rPr>
              <a:t>How It Works</a:t>
            </a:r>
          </a:p>
          <a:p>
            <a:pPr>
              <a:buNone/>
            </a:pPr>
            <a:r>
              <a:rPr lang="en-GB" dirty="0">
                <a:solidFill>
                  <a:schemeClr val="bg1"/>
                </a:solidFill>
                <a:effectLst/>
              </a:rPr>
              <a:t>Applications consume L5 interfaces:</a:t>
            </a:r>
            <a:endParaRPr lang="en-GB"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r>
              <a:rPr lang="en-GB" b="1" dirty="0">
                <a:solidFill>
                  <a:schemeClr val="bg1"/>
                </a:solidFill>
              </a:rPr>
              <a:t>What This Layer Enables</a:t>
            </a:r>
          </a:p>
          <a:p>
            <a:r>
              <a:rPr lang="en-GB" dirty="0">
                <a:solidFill>
                  <a:schemeClr val="bg1"/>
                </a:solidFill>
              </a:rPr>
              <a:t>A stable, trusted foundation on which all other Families depend.</a:t>
            </a:r>
          </a:p>
        </p:txBody>
      </p:sp>
      <p:sp>
        <p:nvSpPr>
          <p:cNvPr id="6" name="Title 5">
            <a:extLst>
              <a:ext uri="{FF2B5EF4-FFF2-40B4-BE49-F238E27FC236}">
                <a16:creationId xmlns:a16="http://schemas.microsoft.com/office/drawing/2014/main" id="{154DDD4E-4BAE-2258-BCDF-C106C8C8F6D3}"/>
              </a:ext>
            </a:extLst>
          </p:cNvPr>
          <p:cNvSpPr>
            <a:spLocks noGrp="1"/>
          </p:cNvSpPr>
          <p:nvPr>
            <p:ph type="title"/>
          </p:nvPr>
        </p:nvSpPr>
        <p:spPr>
          <a:xfrm>
            <a:off x="0" y="7725747"/>
            <a:ext cx="15840075" cy="373678"/>
          </a:xfr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400" noProof="0" dirty="0">
                <a:solidFill>
                  <a:schemeClr val="bg1"/>
                </a:solidFill>
                <a:latin typeface="+mn-lt"/>
                <a:ea typeface="+mn-ea"/>
                <a:cs typeface="+mn-cs"/>
              </a:rPr>
              <a:t> Layer 6 - </a:t>
            </a:r>
            <a:r>
              <a:rPr lang="en-GB" sz="2400" b="1" dirty="0">
                <a:solidFill>
                  <a:schemeClr val="bg1"/>
                </a:solidFill>
              </a:rPr>
              <a:t>Minimum </a:t>
            </a:r>
            <a:r>
              <a:rPr lang="en-GB" sz="2400" b="1" dirty="0"/>
              <a:t>Viable Systems Applications</a:t>
            </a:r>
            <a:r>
              <a:rPr lang="en-GB" sz="2400" dirty="0"/>
              <a:t> (Identity, Ledger, Messaging, Core Protocols)</a:t>
            </a:r>
            <a:endParaRPr lang="en-GB" sz="24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E906D039-0D5F-FBEB-B1EB-233D3D8E1D09}"/>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DEBE95E0-C4DC-198C-1550-CE28B3A4E365}"/>
              </a:ext>
            </a:extLst>
          </p:cNvPr>
          <p:cNvGraphicFramePr>
            <a:graphicFrameLocks noGrp="1"/>
          </p:cNvGraphicFramePr>
          <p:nvPr>
            <p:extLst>
              <p:ext uri="{D42A27DB-BD31-4B8C-83A1-F6EECF244321}">
                <p14:modId xmlns:p14="http://schemas.microsoft.com/office/powerpoint/2010/main" val="1269590256"/>
              </p:ext>
            </p:extLst>
          </p:nvPr>
        </p:nvGraphicFramePr>
        <p:xfrm>
          <a:off x="4154222" y="5154412"/>
          <a:ext cx="10166689" cy="2077085"/>
        </p:xfrm>
        <a:graphic>
          <a:graphicData uri="http://schemas.openxmlformats.org/drawingml/2006/table">
            <a:tbl>
              <a:tblPr>
                <a:tableStyleId>{5940675A-B579-460E-94D1-54222C63F5DA}</a:tableStyleId>
              </a:tblPr>
              <a:tblGrid>
                <a:gridCol w="2236539">
                  <a:extLst>
                    <a:ext uri="{9D8B030D-6E8A-4147-A177-3AD203B41FA5}">
                      <a16:colId xmlns:a16="http://schemas.microsoft.com/office/drawing/2014/main" val="2196514509"/>
                    </a:ext>
                  </a:extLst>
                </a:gridCol>
                <a:gridCol w="7930150">
                  <a:extLst>
                    <a:ext uri="{9D8B030D-6E8A-4147-A177-3AD203B41FA5}">
                      <a16:colId xmlns:a16="http://schemas.microsoft.com/office/drawing/2014/main" val="321617900"/>
                    </a:ext>
                  </a:extLst>
                </a:gridCol>
              </a:tblGrid>
              <a:tr h="415417">
                <a:tc>
                  <a:txBody>
                    <a:bodyPr/>
                    <a:lstStyle/>
                    <a:p>
                      <a:pPr>
                        <a:buNone/>
                      </a:pPr>
                      <a:r>
                        <a:rPr lang="en-GB" sz="2100" dirty="0">
                          <a:solidFill>
                            <a:schemeClr val="bg1"/>
                          </a:solidFill>
                        </a:rPr>
                        <a:t>L5 Interface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sz="2100" dirty="0">
                          <a:solidFill>
                            <a:schemeClr val="bg1"/>
                          </a:solidFill>
                        </a:rPr>
                        <a:t>Used For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978044356"/>
                  </a:ext>
                </a:extLst>
              </a:tr>
              <a:tr h="415417">
                <a:tc>
                  <a:txBody>
                    <a:bodyPr/>
                    <a:lstStyle/>
                    <a:p>
                      <a:pPr>
                        <a:buNone/>
                      </a:pPr>
                      <a:r>
                        <a:rPr lang="en-GB" b="1">
                          <a:solidFill>
                            <a:schemeClr val="bg1"/>
                          </a:solidFill>
                        </a:rPr>
                        <a:t>Write</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dirty="0">
                          <a:solidFill>
                            <a:schemeClr val="bg1"/>
                          </a:solidFill>
                        </a:rPr>
                        <a:t>Issuing identity updates, ledger entries, or protocol actions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3822240702"/>
                  </a:ext>
                </a:extLst>
              </a:tr>
              <a:tr h="415417">
                <a:tc>
                  <a:txBody>
                    <a:bodyPr/>
                    <a:lstStyle/>
                    <a:p>
                      <a:pPr>
                        <a:buNone/>
                      </a:pPr>
                      <a:r>
                        <a:rPr lang="en-GB" b="1">
                          <a:solidFill>
                            <a:schemeClr val="bg1"/>
                          </a:solidFill>
                        </a:rPr>
                        <a:t>Read</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dirty="0">
                          <a:solidFill>
                            <a:schemeClr val="bg1"/>
                          </a:solidFill>
                        </a:rPr>
                        <a:t>Viewing core state, records, and protocol status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280361526"/>
                  </a:ext>
                </a:extLst>
              </a:tr>
              <a:tr h="415417">
                <a:tc>
                  <a:txBody>
                    <a:bodyPr/>
                    <a:lstStyle/>
                    <a:p>
                      <a:pPr>
                        <a:buNone/>
                      </a:pPr>
                      <a:r>
                        <a:rPr lang="en-GB" b="1">
                          <a:solidFill>
                            <a:schemeClr val="bg1"/>
                          </a:solidFill>
                        </a:rPr>
                        <a:t>Event</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dirty="0">
                          <a:solidFill>
                            <a:schemeClr val="bg1"/>
                          </a:solidFill>
                        </a:rPr>
                        <a:t>Responding to identity changes or ledger‑level anomalies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256550791"/>
                  </a:ext>
                </a:extLst>
              </a:tr>
              <a:tr h="415417">
                <a:tc>
                  <a:txBody>
                    <a:bodyPr/>
                    <a:lstStyle/>
                    <a:p>
                      <a:pPr>
                        <a:buNone/>
                      </a:pPr>
                      <a:r>
                        <a:rPr lang="en-GB" b="1">
                          <a:solidFill>
                            <a:schemeClr val="bg1"/>
                          </a:solidFill>
                        </a:rPr>
                        <a:t>Stream</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dirty="0">
                          <a:solidFill>
                            <a:schemeClr val="bg1"/>
                          </a:solidFill>
                        </a:rPr>
                        <a:t>Monitoring continuous core‑system telemetry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C6D2F370-9042-B903-A961-47E7CB1C686A}"/>
              </a:ext>
            </a:extLst>
          </p:cNvPr>
          <p:cNvGraphicFramePr>
            <a:graphicFrameLocks noGrp="1"/>
          </p:cNvGraphicFramePr>
          <p:nvPr>
            <p:extLst>
              <p:ext uri="{D42A27DB-BD31-4B8C-83A1-F6EECF244321}">
                <p14:modId xmlns:p14="http://schemas.microsoft.com/office/powerpoint/2010/main" val="3811194977"/>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b="1">
                          <a:solidFill>
                            <a:schemeClr val="bg1"/>
                          </a:solidFill>
                        </a:rPr>
                        <a:t>Identity</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dirty="0">
                          <a:solidFill>
                            <a:schemeClr val="bg1"/>
                          </a:solidFill>
                        </a:rPr>
                        <a:t>Managing trusted identities, credentials, and permissions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69900846"/>
                  </a:ext>
                </a:extLst>
              </a:tr>
              <a:tr h="500733">
                <a:tc>
                  <a:txBody>
                    <a:bodyPr/>
                    <a:lstStyle/>
                    <a:p>
                      <a:pPr>
                        <a:buNone/>
                      </a:pPr>
                      <a:r>
                        <a:rPr lang="en-GB" b="1">
                          <a:solidFill>
                            <a:schemeClr val="bg1"/>
                          </a:solidFill>
                        </a:rPr>
                        <a:t>Ledger</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dirty="0">
                          <a:solidFill>
                            <a:schemeClr val="bg1"/>
                          </a:solidFill>
                        </a:rPr>
                        <a:t>Maintaining authoritative records and state changes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923198339"/>
                  </a:ext>
                </a:extLst>
              </a:tr>
              <a:tr h="500733">
                <a:tc>
                  <a:txBody>
                    <a:bodyPr/>
                    <a:lstStyle/>
                    <a:p>
                      <a:pPr>
                        <a:buNone/>
                      </a:pPr>
                      <a:r>
                        <a:rPr lang="en-GB" b="1">
                          <a:solidFill>
                            <a:schemeClr val="bg1"/>
                          </a:solidFill>
                        </a:rPr>
                        <a:t>Messaging</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a:solidFill>
                            <a:schemeClr val="bg1"/>
                          </a:solidFill>
                        </a:rPr>
                        <a:t>Handling secure, structured inter‑system communication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330039449"/>
                  </a:ext>
                </a:extLst>
              </a:tr>
              <a:tr h="500733">
                <a:tc>
                  <a:txBody>
                    <a:bodyPr/>
                    <a:lstStyle/>
                    <a:p>
                      <a:pPr>
                        <a:buNone/>
                      </a:pPr>
                      <a:r>
                        <a:rPr lang="en-GB" b="1">
                          <a:solidFill>
                            <a:schemeClr val="bg1"/>
                          </a:solidFill>
                        </a:rPr>
                        <a:t>Core Protocols</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a:solidFill>
                            <a:schemeClr val="bg1"/>
                          </a:solidFill>
                        </a:rPr>
                        <a:t>Operating the foundational rules and primitives of CivOS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652575281"/>
                  </a:ext>
                </a:extLst>
              </a:tr>
              <a:tr h="500733">
                <a:tc>
                  <a:txBody>
                    <a:bodyPr/>
                    <a:lstStyle/>
                    <a:p>
                      <a:pPr>
                        <a:buNone/>
                      </a:pPr>
                      <a:r>
                        <a:rPr lang="en-GB" b="1">
                          <a:solidFill>
                            <a:schemeClr val="bg1"/>
                          </a:solidFill>
                        </a:rPr>
                        <a:t>Identity</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dirty="0">
                          <a:solidFill>
                            <a:schemeClr val="bg1"/>
                          </a:solidFill>
                        </a:rPr>
                        <a:t>Managing trusted identities, credentials, and permissions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13331610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1F4F0-8EFA-78BD-A5AF-68DBC3E06DF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AA5EE81B-8B48-0424-B24E-718117BBF27D}"/>
              </a:ext>
            </a:extLst>
          </p:cNvPr>
          <p:cNvSpPr txBox="1"/>
          <p:nvPr/>
        </p:nvSpPr>
        <p:spPr>
          <a:xfrm>
            <a:off x="358726" y="219843"/>
            <a:ext cx="15244257" cy="7571303"/>
          </a:xfrm>
          <a:prstGeom prst="rect">
            <a:avLst/>
          </a:prstGeom>
          <a:solidFill>
            <a:srgbClr val="CAD1D5"/>
          </a:solidFill>
          <a:ln>
            <a:solidFill>
              <a:schemeClr val="accent1">
                <a:shade val="15000"/>
              </a:schemeClr>
            </a:solidFill>
          </a:ln>
        </p:spPr>
        <p:txBody>
          <a:bodyPr wrap="square">
            <a:spAutoFit/>
          </a:bodyPr>
          <a:lstStyle/>
          <a:p>
            <a:r>
              <a:rPr lang="en-GB" b="1" dirty="0"/>
              <a:t>Standards Applications (L6)</a:t>
            </a:r>
          </a:p>
          <a:p>
            <a:r>
              <a:rPr lang="en-GB" b="1" i="1" dirty="0"/>
              <a:t>Operator Tools for Maintaining Consistency, Compliance, and Shared Rules</a:t>
            </a:r>
            <a:endParaRPr lang="en-GB" b="1" dirty="0"/>
          </a:p>
          <a:p>
            <a:endParaRPr lang="en-GB" b="1" dirty="0"/>
          </a:p>
          <a:p>
            <a:r>
              <a:rPr lang="en-GB" b="1" dirty="0"/>
              <a:t>Purpose</a:t>
            </a:r>
          </a:p>
          <a:p>
            <a:r>
              <a:rPr lang="en-GB" dirty="0"/>
              <a:t>Internal applications for managing schemas, protocols, compliance processes, and authoritative registries across </a:t>
            </a:r>
            <a:r>
              <a:rPr lang="en-GB" dirty="0" err="1"/>
              <a:t>CivOS</a:t>
            </a:r>
            <a:r>
              <a:rPr lang="en-GB" dirty="0"/>
              <a:t>.</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effectLst/>
              </a:rPr>
              <a:t>Applications consume L5 interfaces: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A consistent, interoperable, standards‑aligned system across all Families.</a:t>
            </a:r>
          </a:p>
        </p:txBody>
      </p:sp>
      <p:sp>
        <p:nvSpPr>
          <p:cNvPr id="6" name="Title 5">
            <a:extLst>
              <a:ext uri="{FF2B5EF4-FFF2-40B4-BE49-F238E27FC236}">
                <a16:creationId xmlns:a16="http://schemas.microsoft.com/office/drawing/2014/main" id="{F58F8B96-45EF-70E7-E5AE-80BCAB08E32E}"/>
              </a:ext>
            </a:extLst>
          </p:cNvPr>
          <p:cNvSpPr>
            <a:spLocks noGrp="1"/>
          </p:cNvSpPr>
          <p:nvPr>
            <p:ph type="title"/>
          </p:nvPr>
        </p:nvSpPr>
        <p:spPr>
          <a:xfrm>
            <a:off x="0" y="7725747"/>
            <a:ext cx="15840075" cy="373678"/>
          </a:xfrm>
          <a:solidFill>
            <a:srgbClr val="CAD1D5"/>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400" noProof="0" dirty="0">
                <a:solidFill>
                  <a:schemeClr val="tx1"/>
                </a:solidFill>
                <a:latin typeface="+mn-lt"/>
                <a:ea typeface="+mn-ea"/>
                <a:cs typeface="+mn-cs"/>
              </a:rPr>
              <a:t> Layer 6 - </a:t>
            </a:r>
            <a:r>
              <a:rPr lang="en-GB" sz="2400" b="1" dirty="0">
                <a:solidFill>
                  <a:schemeClr val="tx1"/>
                </a:solidFill>
              </a:rPr>
              <a:t>Standards Applications  </a:t>
            </a:r>
            <a:r>
              <a:rPr lang="en-GB" sz="2400" dirty="0">
                <a:solidFill>
                  <a:schemeClr val="tx1"/>
                </a:solidFill>
              </a:rPr>
              <a:t>(Schemas, Protocols, Compliance, Registries)</a:t>
            </a:r>
            <a:br>
              <a:rPr lang="en-GB" sz="2400" dirty="0">
                <a:solidFill>
                  <a:schemeClr val="tx1"/>
                </a:solidFill>
              </a:rPr>
            </a:br>
            <a:endParaRPr lang="en-GB" sz="24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E5CE6DD6-D7BB-9B2A-C9DF-C0DBF0BE727C}"/>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4" name="Table 13">
            <a:extLst>
              <a:ext uri="{FF2B5EF4-FFF2-40B4-BE49-F238E27FC236}">
                <a16:creationId xmlns:a16="http://schemas.microsoft.com/office/drawing/2014/main" id="{77086BEE-D5DC-8507-4663-AF4DD1BF4107}"/>
              </a:ext>
            </a:extLst>
          </p:cNvPr>
          <p:cNvGraphicFramePr>
            <a:graphicFrameLocks noGrp="1"/>
          </p:cNvGraphicFramePr>
          <p:nvPr>
            <p:extLst>
              <p:ext uri="{D42A27DB-BD31-4B8C-83A1-F6EECF244321}">
                <p14:modId xmlns:p14="http://schemas.microsoft.com/office/powerpoint/2010/main" val="4274874191"/>
              </p:ext>
            </p:extLst>
          </p:nvPr>
        </p:nvGraphicFramePr>
        <p:xfrm>
          <a:off x="4154222" y="5154412"/>
          <a:ext cx="10166689" cy="2077085"/>
        </p:xfrm>
        <a:graphic>
          <a:graphicData uri="http://schemas.openxmlformats.org/drawingml/2006/table">
            <a:tbl>
              <a:tblPr>
                <a:tableStyleId>{5940675A-B579-460E-94D1-54222C63F5DA}</a:tableStyleId>
              </a:tblPr>
              <a:tblGrid>
                <a:gridCol w="2236539">
                  <a:extLst>
                    <a:ext uri="{9D8B030D-6E8A-4147-A177-3AD203B41FA5}">
                      <a16:colId xmlns:a16="http://schemas.microsoft.com/office/drawing/2014/main" val="2196514509"/>
                    </a:ext>
                  </a:extLst>
                </a:gridCol>
                <a:gridCol w="7930150">
                  <a:extLst>
                    <a:ext uri="{9D8B030D-6E8A-4147-A177-3AD203B41FA5}">
                      <a16:colId xmlns:a16="http://schemas.microsoft.com/office/drawing/2014/main" val="321617900"/>
                    </a:ext>
                  </a:extLst>
                </a:gridCol>
              </a:tblGrid>
              <a:tr h="415417">
                <a:tc>
                  <a:txBody>
                    <a:bodyPr/>
                    <a:lstStyle/>
                    <a:p>
                      <a:pPr>
                        <a:buNone/>
                      </a:pPr>
                      <a:r>
                        <a:rPr lang="en-GB" sz="2100" dirty="0"/>
                        <a:t>L5 Interface</a:t>
                      </a:r>
                    </a:p>
                  </a:txBody>
                  <a:tcPr anchor="ctr">
                    <a:solidFill>
                      <a:srgbClr val="CAD1D5"/>
                    </a:solidFill>
                  </a:tcPr>
                </a:tc>
                <a:tc>
                  <a:txBody>
                    <a:bodyPr/>
                    <a:lstStyle/>
                    <a:p>
                      <a:pPr>
                        <a:buNone/>
                      </a:pPr>
                      <a:r>
                        <a:rPr lang="en-GB" sz="2100" dirty="0"/>
                        <a:t>Used For</a:t>
                      </a:r>
                    </a:p>
                  </a:txBody>
                  <a:tcPr anchor="ctr">
                    <a:solidFill>
                      <a:srgbClr val="CAD1D5"/>
                    </a:solidFill>
                  </a:tcPr>
                </a:tc>
                <a:extLst>
                  <a:ext uri="{0D108BD9-81ED-4DB2-BD59-A6C34878D82A}">
                    <a16:rowId xmlns:a16="http://schemas.microsoft.com/office/drawing/2014/main" val="2978044356"/>
                  </a:ext>
                </a:extLst>
              </a:tr>
              <a:tr h="415417">
                <a:tc>
                  <a:txBody>
                    <a:bodyPr/>
                    <a:lstStyle/>
                    <a:p>
                      <a:pPr>
                        <a:buNone/>
                      </a:pPr>
                      <a:r>
                        <a:rPr lang="en-GB" b="1"/>
                        <a:t>Write</a:t>
                      </a:r>
                      <a:endParaRPr lang="en-GB"/>
                    </a:p>
                  </a:txBody>
                  <a:tcPr anchor="ctr">
                    <a:solidFill>
                      <a:srgbClr val="CAD1D5"/>
                    </a:solidFill>
                  </a:tcPr>
                </a:tc>
                <a:tc>
                  <a:txBody>
                    <a:bodyPr/>
                    <a:lstStyle/>
                    <a:p>
                      <a:pPr>
                        <a:buNone/>
                      </a:pPr>
                      <a:r>
                        <a:rPr lang="en-GB"/>
                        <a:t>Updating schemas, protocols, or compliance actions</a:t>
                      </a:r>
                    </a:p>
                  </a:txBody>
                  <a:tcPr anchor="ctr">
                    <a:solidFill>
                      <a:srgbClr val="CAD1D5"/>
                    </a:solidFill>
                  </a:tcPr>
                </a:tc>
                <a:extLst>
                  <a:ext uri="{0D108BD9-81ED-4DB2-BD59-A6C34878D82A}">
                    <a16:rowId xmlns:a16="http://schemas.microsoft.com/office/drawing/2014/main" val="3822240702"/>
                  </a:ext>
                </a:extLst>
              </a:tr>
              <a:tr h="415417">
                <a:tc>
                  <a:txBody>
                    <a:bodyPr/>
                    <a:lstStyle/>
                    <a:p>
                      <a:pPr>
                        <a:buNone/>
                      </a:pPr>
                      <a:r>
                        <a:rPr lang="en-GB" b="1"/>
                        <a:t>Read</a:t>
                      </a:r>
                      <a:endParaRPr lang="en-GB"/>
                    </a:p>
                  </a:txBody>
                  <a:tcPr anchor="ctr">
                    <a:solidFill>
                      <a:srgbClr val="CAD1D5"/>
                    </a:solidFill>
                  </a:tcPr>
                </a:tc>
                <a:tc>
                  <a:txBody>
                    <a:bodyPr/>
                    <a:lstStyle/>
                    <a:p>
                      <a:pPr>
                        <a:buNone/>
                      </a:pPr>
                      <a:r>
                        <a:rPr lang="en-GB"/>
                        <a:t>Viewing validated standards, registries, and rule sets</a:t>
                      </a:r>
                    </a:p>
                  </a:txBody>
                  <a:tcPr anchor="ctr">
                    <a:solidFill>
                      <a:srgbClr val="CAD1D5"/>
                    </a:solidFill>
                  </a:tcPr>
                </a:tc>
                <a:extLst>
                  <a:ext uri="{0D108BD9-81ED-4DB2-BD59-A6C34878D82A}">
                    <a16:rowId xmlns:a16="http://schemas.microsoft.com/office/drawing/2014/main" val="4280361526"/>
                  </a:ext>
                </a:extLst>
              </a:tr>
              <a:tr h="415417">
                <a:tc>
                  <a:txBody>
                    <a:bodyPr/>
                    <a:lstStyle/>
                    <a:p>
                      <a:pPr>
                        <a:buNone/>
                      </a:pPr>
                      <a:r>
                        <a:rPr lang="en-GB" b="1"/>
                        <a:t>Event</a:t>
                      </a:r>
                      <a:endParaRPr lang="en-GB"/>
                    </a:p>
                  </a:txBody>
                  <a:tcPr anchor="ctr">
                    <a:solidFill>
                      <a:srgbClr val="CAD1D5"/>
                    </a:solidFill>
                  </a:tcPr>
                </a:tc>
                <a:tc>
                  <a:txBody>
                    <a:bodyPr/>
                    <a:lstStyle/>
                    <a:p>
                      <a:pPr>
                        <a:buNone/>
                      </a:pPr>
                      <a:r>
                        <a:rPr lang="en-GB"/>
                        <a:t>Responding to compliance failures or protocol violations</a:t>
                      </a:r>
                    </a:p>
                  </a:txBody>
                  <a:tcPr anchor="ctr">
                    <a:solidFill>
                      <a:srgbClr val="CAD1D5"/>
                    </a:solidFill>
                  </a:tcPr>
                </a:tc>
                <a:extLst>
                  <a:ext uri="{0D108BD9-81ED-4DB2-BD59-A6C34878D82A}">
                    <a16:rowId xmlns:a16="http://schemas.microsoft.com/office/drawing/2014/main" val="4256550791"/>
                  </a:ext>
                </a:extLst>
              </a:tr>
              <a:tr h="415417">
                <a:tc>
                  <a:txBody>
                    <a:bodyPr/>
                    <a:lstStyle/>
                    <a:p>
                      <a:pPr>
                        <a:buNone/>
                      </a:pPr>
                      <a:r>
                        <a:rPr lang="en-GB" b="1"/>
                        <a:t>Stream</a:t>
                      </a:r>
                      <a:endParaRPr lang="en-GB"/>
                    </a:p>
                  </a:txBody>
                  <a:tcPr anchor="ctr">
                    <a:solidFill>
                      <a:srgbClr val="CAD1D5"/>
                    </a:solidFill>
                  </a:tcPr>
                </a:tc>
                <a:tc>
                  <a:txBody>
                    <a:bodyPr/>
                    <a:lstStyle/>
                    <a:p>
                      <a:pPr>
                        <a:buNone/>
                      </a:pPr>
                      <a:r>
                        <a:rPr lang="en-GB" dirty="0"/>
                        <a:t>Monitoring continuous standards‑health telemetry</a:t>
                      </a:r>
                    </a:p>
                  </a:txBody>
                  <a:tcPr anchor="ctr">
                    <a:solidFill>
                      <a:srgbClr val="CAD1D5"/>
                    </a:solidFill>
                  </a:tcPr>
                </a:tc>
                <a:extLst>
                  <a:ext uri="{0D108BD9-81ED-4DB2-BD59-A6C34878D82A}">
                    <a16:rowId xmlns:a16="http://schemas.microsoft.com/office/drawing/2014/main" val="1860891005"/>
                  </a:ext>
                </a:extLst>
              </a:tr>
            </a:tbl>
          </a:graphicData>
        </a:graphic>
      </p:graphicFrame>
      <p:graphicFrame>
        <p:nvGraphicFramePr>
          <p:cNvPr id="13" name="Table 12">
            <a:extLst>
              <a:ext uri="{FF2B5EF4-FFF2-40B4-BE49-F238E27FC236}">
                <a16:creationId xmlns:a16="http://schemas.microsoft.com/office/drawing/2014/main" id="{552CBEEC-91B1-57CF-E17D-C58BDD0EDD94}"/>
              </a:ext>
            </a:extLst>
          </p:cNvPr>
          <p:cNvGraphicFramePr>
            <a:graphicFrameLocks noGrp="1"/>
          </p:cNvGraphicFramePr>
          <p:nvPr>
            <p:extLst>
              <p:ext uri="{D42A27DB-BD31-4B8C-83A1-F6EECF244321}">
                <p14:modId xmlns:p14="http://schemas.microsoft.com/office/powerpoint/2010/main" val="1046176370"/>
              </p:ext>
            </p:extLst>
          </p:nvPr>
        </p:nvGraphicFramePr>
        <p:xfrm>
          <a:off x="466073" y="2456962"/>
          <a:ext cx="13680831" cy="2414412"/>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sz="2100"/>
                        <a:t>Domain</a:t>
                      </a:r>
                    </a:p>
                  </a:txBody>
                  <a:tcPr anchor="ctr">
                    <a:solidFill>
                      <a:srgbClr val="CAD1D5"/>
                    </a:solidFill>
                  </a:tcPr>
                </a:tc>
                <a:tc>
                  <a:txBody>
                    <a:bodyPr/>
                    <a:lstStyle/>
                    <a:p>
                      <a:pPr>
                        <a:buNone/>
                      </a:pPr>
                      <a:r>
                        <a:rPr lang="en-GB" sz="2100" dirty="0"/>
                        <a:t>Purpose</a:t>
                      </a:r>
                    </a:p>
                  </a:txBody>
                  <a:tcPr anchor="ctr">
                    <a:solidFill>
                      <a:srgbClr val="CAD1D5"/>
                    </a:solidFill>
                  </a:tcPr>
                </a:tc>
                <a:extLst>
                  <a:ext uri="{0D108BD9-81ED-4DB2-BD59-A6C34878D82A}">
                    <a16:rowId xmlns:a16="http://schemas.microsoft.com/office/drawing/2014/main" val="69900846"/>
                  </a:ext>
                </a:extLst>
              </a:tr>
              <a:tr h="500733">
                <a:tc>
                  <a:txBody>
                    <a:bodyPr/>
                    <a:lstStyle/>
                    <a:p>
                      <a:pPr>
                        <a:buNone/>
                      </a:pPr>
                      <a:r>
                        <a:rPr lang="en-GB" b="1"/>
                        <a:t>Schemas</a:t>
                      </a:r>
                      <a:endParaRPr lang="en-GB"/>
                    </a:p>
                  </a:txBody>
                  <a:tcPr anchor="ctr">
                    <a:solidFill>
                      <a:srgbClr val="CAD1D5"/>
                    </a:solidFill>
                  </a:tcPr>
                </a:tc>
                <a:tc>
                  <a:txBody>
                    <a:bodyPr/>
                    <a:lstStyle/>
                    <a:p>
                      <a:pPr>
                        <a:buNone/>
                      </a:pPr>
                      <a:r>
                        <a:rPr lang="en-GB"/>
                        <a:t>Defining and governing shared data and interface structures</a:t>
                      </a:r>
                    </a:p>
                  </a:txBody>
                  <a:tcPr anchor="ctr">
                    <a:solidFill>
                      <a:srgbClr val="CAD1D5"/>
                    </a:solidFill>
                  </a:tcPr>
                </a:tc>
                <a:extLst>
                  <a:ext uri="{0D108BD9-81ED-4DB2-BD59-A6C34878D82A}">
                    <a16:rowId xmlns:a16="http://schemas.microsoft.com/office/drawing/2014/main" val="2923198339"/>
                  </a:ext>
                </a:extLst>
              </a:tr>
              <a:tr h="500733">
                <a:tc>
                  <a:txBody>
                    <a:bodyPr/>
                    <a:lstStyle/>
                    <a:p>
                      <a:pPr>
                        <a:buNone/>
                      </a:pPr>
                      <a:r>
                        <a:rPr lang="en-GB" b="1"/>
                        <a:t>Protocols</a:t>
                      </a:r>
                      <a:endParaRPr lang="en-GB"/>
                    </a:p>
                  </a:txBody>
                  <a:tcPr anchor="ctr">
                    <a:solidFill>
                      <a:srgbClr val="CAD1D5"/>
                    </a:solidFill>
                  </a:tcPr>
                </a:tc>
                <a:tc>
                  <a:txBody>
                    <a:bodyPr/>
                    <a:lstStyle/>
                    <a:p>
                      <a:pPr>
                        <a:buNone/>
                      </a:pPr>
                      <a:r>
                        <a:rPr lang="en-GB"/>
                        <a:t>Managing rules for interaction, exchange, and coordination</a:t>
                      </a:r>
                    </a:p>
                  </a:txBody>
                  <a:tcPr anchor="ctr">
                    <a:solidFill>
                      <a:srgbClr val="CAD1D5"/>
                    </a:solidFill>
                  </a:tcPr>
                </a:tc>
                <a:extLst>
                  <a:ext uri="{0D108BD9-81ED-4DB2-BD59-A6C34878D82A}">
                    <a16:rowId xmlns:a16="http://schemas.microsoft.com/office/drawing/2014/main" val="1330039449"/>
                  </a:ext>
                </a:extLst>
              </a:tr>
              <a:tr h="500733">
                <a:tc>
                  <a:txBody>
                    <a:bodyPr/>
                    <a:lstStyle/>
                    <a:p>
                      <a:pPr>
                        <a:buNone/>
                      </a:pPr>
                      <a:r>
                        <a:rPr lang="en-GB" b="1"/>
                        <a:t>Compliance</a:t>
                      </a:r>
                      <a:endParaRPr lang="en-GB"/>
                    </a:p>
                  </a:txBody>
                  <a:tcPr anchor="ctr">
                    <a:solidFill>
                      <a:srgbClr val="CAD1D5"/>
                    </a:solidFill>
                  </a:tcPr>
                </a:tc>
                <a:tc>
                  <a:txBody>
                    <a:bodyPr/>
                    <a:lstStyle/>
                    <a:p>
                      <a:pPr>
                        <a:buNone/>
                      </a:pPr>
                      <a:r>
                        <a:rPr lang="en-GB" dirty="0"/>
                        <a:t>Ensuring adherence to standards, norms, and requirements</a:t>
                      </a:r>
                    </a:p>
                  </a:txBody>
                  <a:tcPr anchor="ctr">
                    <a:solidFill>
                      <a:srgbClr val="CAD1D5"/>
                    </a:solidFill>
                  </a:tcPr>
                </a:tc>
                <a:extLst>
                  <a:ext uri="{0D108BD9-81ED-4DB2-BD59-A6C34878D82A}">
                    <a16:rowId xmlns:a16="http://schemas.microsoft.com/office/drawing/2014/main" val="652575281"/>
                  </a:ext>
                </a:extLst>
              </a:tr>
              <a:tr h="500733">
                <a:tc>
                  <a:txBody>
                    <a:bodyPr/>
                    <a:lstStyle/>
                    <a:p>
                      <a:pPr>
                        <a:buNone/>
                      </a:pPr>
                      <a:r>
                        <a:rPr lang="en-GB" b="1"/>
                        <a:t>Registries</a:t>
                      </a:r>
                      <a:endParaRPr lang="en-GB"/>
                    </a:p>
                  </a:txBody>
                  <a:tcPr anchor="ctr">
                    <a:solidFill>
                      <a:srgbClr val="CAD1D5"/>
                    </a:solidFill>
                  </a:tcPr>
                </a:tc>
                <a:tc>
                  <a:txBody>
                    <a:bodyPr/>
                    <a:lstStyle/>
                    <a:p>
                      <a:pPr>
                        <a:buNone/>
                      </a:pPr>
                      <a:r>
                        <a:rPr lang="en-GB" dirty="0"/>
                        <a:t>Maintaining authoritative lists, identifiers, and reference sets</a:t>
                      </a:r>
                    </a:p>
                  </a:txBody>
                  <a:tcPr anchor="ctr">
                    <a:solidFill>
                      <a:srgbClr val="CAD1D5"/>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42847930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D7DD8-6FDC-2C5D-73E0-6A9EA0407B6A}"/>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C6B30DF4-2CB6-5E69-EAA6-6A483AF7FAA5}"/>
              </a:ext>
            </a:extLst>
          </p:cNvPr>
          <p:cNvSpPr txBox="1"/>
          <p:nvPr/>
        </p:nvSpPr>
        <p:spPr>
          <a:xfrm>
            <a:off x="358726" y="219843"/>
            <a:ext cx="15368954" cy="7294305"/>
          </a:xfrm>
          <a:prstGeom prst="rect">
            <a:avLst/>
          </a:prstGeom>
          <a:solidFill>
            <a:srgbClr val="D6DCDF"/>
          </a:solidFill>
          <a:ln>
            <a:solidFill>
              <a:schemeClr val="accent1">
                <a:shade val="15000"/>
              </a:schemeClr>
            </a:solidFill>
          </a:ln>
        </p:spPr>
        <p:txBody>
          <a:bodyPr wrap="square">
            <a:spAutoFit/>
          </a:bodyPr>
          <a:lstStyle/>
          <a:p>
            <a:r>
              <a:rPr lang="en-GB" b="1" dirty="0"/>
              <a:t>L7 — Governance &amp; Oversight Civic UX</a:t>
            </a:r>
          </a:p>
          <a:p>
            <a:r>
              <a:rPr lang="en-GB" b="1" i="1" dirty="0"/>
              <a:t>Public‑Facing Transparency, Accountability, and Participation</a:t>
            </a:r>
            <a:endParaRPr lang="en-GB" b="1" dirty="0"/>
          </a:p>
          <a:p>
            <a:endParaRPr lang="en-GB" b="1" dirty="0"/>
          </a:p>
          <a:p>
            <a:r>
              <a:rPr lang="en-GB" b="1" dirty="0"/>
              <a:t>Purpose</a:t>
            </a:r>
          </a:p>
          <a:p>
            <a:r>
              <a:rPr lang="en-GB" dirty="0"/>
              <a:t>Give the public clear visibility into decisions, institutions, oversight, and participation pathways.</a:t>
            </a:r>
          </a:p>
          <a:p>
            <a:pPr>
              <a:buNone/>
            </a:pPr>
            <a:endParaRPr lang="en-GB" b="1" dirty="0"/>
          </a:p>
          <a:p>
            <a:pPr>
              <a:buNone/>
            </a:pPr>
            <a:r>
              <a:rPr lang="en-GB" b="1" dirty="0"/>
              <a:t>Scope</a:t>
            </a:r>
          </a:p>
          <a:p>
            <a:pPr>
              <a:buNone/>
            </a:pP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endParaRPr lang="en-GB" dirty="0"/>
          </a:p>
          <a:p>
            <a:r>
              <a:rPr lang="en-GB" dirty="0"/>
              <a:t>L7 surfaces consume L6 outputs and translate them into publicly readable summaries, dashboards, and participation pathways.</a:t>
            </a:r>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Transparent, participatory, accountable governance.</a:t>
            </a:r>
          </a:p>
        </p:txBody>
      </p:sp>
      <p:sp>
        <p:nvSpPr>
          <p:cNvPr id="6" name="Title 5">
            <a:extLst>
              <a:ext uri="{FF2B5EF4-FFF2-40B4-BE49-F238E27FC236}">
                <a16:creationId xmlns:a16="http://schemas.microsoft.com/office/drawing/2014/main" id="{D87F7A10-2541-FEDB-7973-91841E40F971}"/>
              </a:ext>
            </a:extLst>
          </p:cNvPr>
          <p:cNvSpPr>
            <a:spLocks noGrp="1"/>
          </p:cNvSpPr>
          <p:nvPr>
            <p:ph type="title"/>
          </p:nvPr>
        </p:nvSpPr>
        <p:spPr>
          <a:xfrm>
            <a:off x="0" y="7725747"/>
            <a:ext cx="15840075" cy="373678"/>
          </a:xfrm>
          <a:solidFill>
            <a:srgbClr val="D6DCDF"/>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r>
              <a:rPr lang="en-GB" sz="2000" noProof="0" dirty="0">
                <a:solidFill>
                  <a:schemeClr val="tx1"/>
                </a:solidFill>
                <a:latin typeface="+mn-lt"/>
                <a:ea typeface="+mn-ea"/>
                <a:cs typeface="+mn-cs"/>
              </a:rPr>
              <a:t> Layer 7 - </a:t>
            </a:r>
            <a:r>
              <a:rPr lang="en-GB" sz="2000" b="1" dirty="0">
                <a:solidFill>
                  <a:schemeClr val="tx1"/>
                </a:solidFill>
              </a:rPr>
              <a:t>Governance &amp; Oversight Civic UX </a:t>
            </a:r>
            <a:r>
              <a:rPr lang="en-GB" sz="2000" dirty="0">
                <a:solidFill>
                  <a:schemeClr val="tx1"/>
                </a:solidFill>
              </a:rPr>
              <a:t>(Public Decisions, Institutional Transparency, Public Oversight, Participation)</a:t>
            </a:r>
            <a:br>
              <a:rPr lang="en-GB" sz="2000" dirty="0">
                <a:solidFill>
                  <a:schemeClr val="tx1"/>
                </a:solidFill>
              </a:rPr>
            </a:br>
            <a:br>
              <a:rPr lang="en-GB" sz="2000" noProof="0" dirty="0">
                <a:solidFill>
                  <a:schemeClr val="tx1"/>
                </a:solidFill>
                <a:latin typeface="+mn-lt"/>
                <a:ea typeface="+mn-ea"/>
                <a:cs typeface="+mn-cs"/>
              </a:rPr>
            </a:br>
            <a:endParaRPr lang="en-GB" sz="20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3DA30300-2BCA-26CE-B3BD-89CA8F1DE68B}"/>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80B28683-FEF8-BF45-704A-66F4FEB984A1}"/>
              </a:ext>
            </a:extLst>
          </p:cNvPr>
          <p:cNvGraphicFramePr>
            <a:graphicFrameLocks noGrp="1"/>
          </p:cNvGraphicFramePr>
          <p:nvPr>
            <p:extLst>
              <p:ext uri="{D42A27DB-BD31-4B8C-83A1-F6EECF244321}">
                <p14:modId xmlns:p14="http://schemas.microsoft.com/office/powerpoint/2010/main" val="840533266"/>
              </p:ext>
            </p:extLst>
          </p:nvPr>
        </p:nvGraphicFramePr>
        <p:xfrm>
          <a:off x="358726" y="2536913"/>
          <a:ext cx="15368953" cy="2549229"/>
        </p:xfrm>
        <a:graphic>
          <a:graphicData uri="http://schemas.openxmlformats.org/drawingml/2006/table">
            <a:tbl>
              <a:tblPr>
                <a:tableStyleId>{5940675A-B579-460E-94D1-54222C63F5DA}</a:tableStyleId>
              </a:tblPr>
              <a:tblGrid>
                <a:gridCol w="4770716">
                  <a:extLst>
                    <a:ext uri="{9D8B030D-6E8A-4147-A177-3AD203B41FA5}">
                      <a16:colId xmlns:a16="http://schemas.microsoft.com/office/drawing/2014/main" val="3350512552"/>
                    </a:ext>
                  </a:extLst>
                </a:gridCol>
                <a:gridCol w="10598237">
                  <a:extLst>
                    <a:ext uri="{9D8B030D-6E8A-4147-A177-3AD203B41FA5}">
                      <a16:colId xmlns:a16="http://schemas.microsoft.com/office/drawing/2014/main" val="3561048473"/>
                    </a:ext>
                  </a:extLst>
                </a:gridCol>
              </a:tblGrid>
              <a:tr h="366029">
                <a:tc>
                  <a:txBody>
                    <a:bodyPr/>
                    <a:lstStyle/>
                    <a:p>
                      <a:pPr>
                        <a:buNone/>
                      </a:pPr>
                      <a:r>
                        <a:rPr lang="en-GB"/>
                        <a:t>Surface</a:t>
                      </a:r>
                    </a:p>
                  </a:txBody>
                  <a:tcPr anchor="ctr">
                    <a:solidFill>
                      <a:srgbClr val="D6DCDF"/>
                    </a:solidFill>
                  </a:tcPr>
                </a:tc>
                <a:tc>
                  <a:txBody>
                    <a:bodyPr/>
                    <a:lstStyle/>
                    <a:p>
                      <a:pPr>
                        <a:buNone/>
                      </a:pPr>
                      <a:r>
                        <a:rPr lang="en-GB"/>
                        <a:t>Purpose</a:t>
                      </a:r>
                    </a:p>
                  </a:txBody>
                  <a:tcPr anchor="ctr">
                    <a:solidFill>
                      <a:srgbClr val="D6DCDF"/>
                    </a:solidFill>
                  </a:tcPr>
                </a:tc>
                <a:extLst>
                  <a:ext uri="{0D108BD9-81ED-4DB2-BD59-A6C34878D82A}">
                    <a16:rowId xmlns:a16="http://schemas.microsoft.com/office/drawing/2014/main" val="69900846"/>
                  </a:ext>
                </a:extLst>
              </a:tr>
              <a:tr h="533453">
                <a:tc>
                  <a:txBody>
                    <a:bodyPr/>
                    <a:lstStyle/>
                    <a:p>
                      <a:pPr>
                        <a:buNone/>
                      </a:pPr>
                      <a:r>
                        <a:rPr lang="en-GB" b="1"/>
                        <a:t>Public Decisions</a:t>
                      </a:r>
                      <a:endParaRPr lang="en-GB"/>
                    </a:p>
                  </a:txBody>
                  <a:tcPr anchor="ctr">
                    <a:solidFill>
                      <a:srgbClr val="D6DCDF"/>
                    </a:solidFill>
                  </a:tcPr>
                </a:tc>
                <a:tc>
                  <a:txBody>
                    <a:bodyPr/>
                    <a:lstStyle/>
                    <a:p>
                      <a:pPr>
                        <a:buNone/>
                      </a:pPr>
                      <a:r>
                        <a:rPr lang="en-GB"/>
                        <a:t>Plain‑language summaries of decisions and rationale</a:t>
                      </a:r>
                    </a:p>
                  </a:txBody>
                  <a:tcPr anchor="ctr">
                    <a:solidFill>
                      <a:srgbClr val="D6DCDF"/>
                    </a:solidFill>
                  </a:tcPr>
                </a:tc>
                <a:extLst>
                  <a:ext uri="{0D108BD9-81ED-4DB2-BD59-A6C34878D82A}">
                    <a16:rowId xmlns:a16="http://schemas.microsoft.com/office/drawing/2014/main" val="2923198339"/>
                  </a:ext>
                </a:extLst>
              </a:tr>
              <a:tr h="533453">
                <a:tc>
                  <a:txBody>
                    <a:bodyPr/>
                    <a:lstStyle/>
                    <a:p>
                      <a:pPr>
                        <a:buNone/>
                      </a:pPr>
                      <a:r>
                        <a:rPr lang="en-GB" b="1"/>
                        <a:t>Institutional Transparency</a:t>
                      </a:r>
                      <a:endParaRPr lang="en-GB"/>
                    </a:p>
                  </a:txBody>
                  <a:tcPr anchor="ctr">
                    <a:solidFill>
                      <a:srgbClr val="D6DCDF"/>
                    </a:solidFill>
                  </a:tcPr>
                </a:tc>
                <a:tc>
                  <a:txBody>
                    <a:bodyPr/>
                    <a:lstStyle/>
                    <a:p>
                      <a:pPr>
                        <a:buNone/>
                      </a:pPr>
                      <a:r>
                        <a:rPr lang="en-GB"/>
                        <a:t>Who holds authority and what they are doing</a:t>
                      </a:r>
                    </a:p>
                  </a:txBody>
                  <a:tcPr anchor="ctr">
                    <a:solidFill>
                      <a:srgbClr val="D6DCDF"/>
                    </a:solidFill>
                  </a:tcPr>
                </a:tc>
                <a:extLst>
                  <a:ext uri="{0D108BD9-81ED-4DB2-BD59-A6C34878D82A}">
                    <a16:rowId xmlns:a16="http://schemas.microsoft.com/office/drawing/2014/main" val="1330039449"/>
                  </a:ext>
                </a:extLst>
              </a:tr>
              <a:tr h="533453">
                <a:tc>
                  <a:txBody>
                    <a:bodyPr/>
                    <a:lstStyle/>
                    <a:p>
                      <a:pPr>
                        <a:buNone/>
                      </a:pPr>
                      <a:r>
                        <a:rPr lang="en-GB" b="1"/>
                        <a:t>Public Oversight</a:t>
                      </a:r>
                      <a:endParaRPr lang="en-GB"/>
                    </a:p>
                  </a:txBody>
                  <a:tcPr anchor="ctr">
                    <a:solidFill>
                      <a:srgbClr val="D6DCDF"/>
                    </a:solidFill>
                  </a:tcPr>
                </a:tc>
                <a:tc>
                  <a:txBody>
                    <a:bodyPr/>
                    <a:lstStyle/>
                    <a:p>
                      <a:pPr>
                        <a:buNone/>
                      </a:pPr>
                      <a:r>
                        <a:rPr lang="en-GB"/>
                        <a:t>Audit trails, integrity checks, accountability reports</a:t>
                      </a:r>
                    </a:p>
                  </a:txBody>
                  <a:tcPr anchor="ctr">
                    <a:solidFill>
                      <a:srgbClr val="D6DCDF"/>
                    </a:solidFill>
                  </a:tcPr>
                </a:tc>
                <a:extLst>
                  <a:ext uri="{0D108BD9-81ED-4DB2-BD59-A6C34878D82A}">
                    <a16:rowId xmlns:a16="http://schemas.microsoft.com/office/drawing/2014/main" val="652575281"/>
                  </a:ext>
                </a:extLst>
              </a:tr>
              <a:tr h="533453">
                <a:tc>
                  <a:txBody>
                    <a:bodyPr/>
                    <a:lstStyle/>
                    <a:p>
                      <a:pPr>
                        <a:buNone/>
                      </a:pPr>
                      <a:r>
                        <a:rPr lang="en-GB" b="1"/>
                        <a:t>Participation</a:t>
                      </a:r>
                      <a:endParaRPr lang="en-GB"/>
                    </a:p>
                  </a:txBody>
                  <a:tcPr anchor="ctr">
                    <a:solidFill>
                      <a:srgbClr val="D6DCDF"/>
                    </a:solidFill>
                  </a:tcPr>
                </a:tc>
                <a:tc>
                  <a:txBody>
                    <a:bodyPr/>
                    <a:lstStyle/>
                    <a:p>
                      <a:pPr>
                        <a:buNone/>
                      </a:pPr>
                      <a:r>
                        <a:rPr lang="en-GB" dirty="0"/>
                        <a:t>How the public can contribute and how input is used</a:t>
                      </a:r>
                    </a:p>
                  </a:txBody>
                  <a:tcPr anchor="ctr">
                    <a:solidFill>
                      <a:srgbClr val="D6DCDF"/>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37359907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7B2E8-C244-700A-726F-899B8D2E2CB4}"/>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559E6F7-A4B5-BDCB-DCE6-011B372508B3}"/>
              </a:ext>
            </a:extLst>
          </p:cNvPr>
          <p:cNvSpPr txBox="1"/>
          <p:nvPr/>
        </p:nvSpPr>
        <p:spPr>
          <a:xfrm>
            <a:off x="358726" y="219843"/>
            <a:ext cx="15244257" cy="7294305"/>
          </a:xfrm>
          <a:prstGeom prst="rect">
            <a:avLst/>
          </a:prstGeom>
          <a:solidFill>
            <a:srgbClr val="F1CBCB"/>
          </a:solidFill>
          <a:ln>
            <a:solidFill>
              <a:schemeClr val="accent1">
                <a:shade val="15000"/>
              </a:schemeClr>
            </a:solidFill>
          </a:ln>
        </p:spPr>
        <p:txBody>
          <a:bodyPr wrap="square">
            <a:spAutoFit/>
          </a:bodyPr>
          <a:lstStyle/>
          <a:p>
            <a:r>
              <a:rPr lang="en-GB" b="1" dirty="0"/>
              <a:t>L7 — Risk &amp; Coordination Civic UX</a:t>
            </a:r>
          </a:p>
          <a:p>
            <a:r>
              <a:rPr lang="en-GB" b="1" i="1" dirty="0"/>
              <a:t>Public Visibility Into Hazards, Resilience, and Emergency Guidance</a:t>
            </a:r>
            <a:endParaRPr lang="en-GB" b="1" dirty="0"/>
          </a:p>
          <a:p>
            <a:endParaRPr lang="en-GB" b="1" dirty="0"/>
          </a:p>
          <a:p>
            <a:r>
              <a:rPr lang="en-GB" b="1" dirty="0"/>
              <a:t>Purpose</a:t>
            </a:r>
          </a:p>
          <a:p>
            <a:r>
              <a:rPr lang="en-GB" dirty="0"/>
              <a:t>Provide the public with clear, timely information about risks, resilience status, and emergency actions.</a:t>
            </a:r>
          </a:p>
          <a:p>
            <a:pPr>
              <a:buNone/>
            </a:pPr>
            <a:endParaRPr lang="en-GB" b="1" dirty="0"/>
          </a:p>
          <a:p>
            <a:pPr>
              <a:buNone/>
            </a:pPr>
            <a:r>
              <a:rPr lang="en-GB" b="1" dirty="0"/>
              <a:t>Scope</a:t>
            </a:r>
          </a:p>
          <a:p>
            <a:pPr>
              <a:buNone/>
            </a:pPr>
            <a:r>
              <a:rPr lang="en-GB" dirty="0">
                <a:effectLst/>
              </a:rPr>
              <a:t>Four operational domains:</a:t>
            </a:r>
            <a:endParaRPr lang="en-GB"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t>L7 surfaces translate L6 hazard, resilience, and emergency outputs into public alerts, guidance, and status indicators.</a:t>
            </a: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pPr>
              <a:buNone/>
            </a:pPr>
            <a:r>
              <a:rPr lang="en-GB" dirty="0"/>
              <a:t>Informed, safe, coordinated public response.</a:t>
            </a:r>
          </a:p>
        </p:txBody>
      </p:sp>
      <p:sp>
        <p:nvSpPr>
          <p:cNvPr id="6" name="Title 5">
            <a:extLst>
              <a:ext uri="{FF2B5EF4-FFF2-40B4-BE49-F238E27FC236}">
                <a16:creationId xmlns:a16="http://schemas.microsoft.com/office/drawing/2014/main" id="{717867DA-DDF1-4688-1211-89B2695E56ED}"/>
              </a:ext>
            </a:extLst>
          </p:cNvPr>
          <p:cNvSpPr>
            <a:spLocks noGrp="1"/>
          </p:cNvSpPr>
          <p:nvPr>
            <p:ph type="title"/>
          </p:nvPr>
        </p:nvSpPr>
        <p:spPr>
          <a:xfrm>
            <a:off x="0" y="7725747"/>
            <a:ext cx="15840075" cy="373678"/>
          </a:xfrm>
          <a:solidFill>
            <a:srgbClr val="F1CBCB"/>
          </a:solidFill>
        </p:spPr>
        <p:style>
          <a:lnRef idx="2">
            <a:schemeClr val="accent1">
              <a:shade val="15000"/>
            </a:schemeClr>
          </a:lnRef>
          <a:fillRef idx="1">
            <a:schemeClr val="accent1"/>
          </a:fillRef>
          <a:effectRef idx="0">
            <a:schemeClr val="accent1"/>
          </a:effectRef>
          <a:fontRef idx="minor">
            <a:schemeClr val="lt1"/>
          </a:fontRef>
        </p:style>
        <p:txBody>
          <a:bodyPr rtlCol="0" anchor="t">
            <a:normAutofit fontScale="90000"/>
          </a:bodyPr>
          <a:lstStyle/>
          <a:p>
            <a:r>
              <a:rPr lang="en-GB" sz="2800" noProof="0" dirty="0">
                <a:solidFill>
                  <a:schemeClr val="tx1"/>
                </a:solidFill>
                <a:latin typeface="+mn-lt"/>
                <a:ea typeface="+mn-ea"/>
                <a:cs typeface="+mn-cs"/>
              </a:rPr>
              <a:t> Layer 7 - </a:t>
            </a:r>
            <a:r>
              <a:rPr lang="en-GB" sz="2800" dirty="0">
                <a:solidFill>
                  <a:schemeClr val="tx1"/>
                </a:solidFill>
              </a:rPr>
              <a:t>Risk &amp; Coordination Civic UX (Hazard Visibility, Public Alerts, Resilience Status, Emergency Guidance)</a:t>
            </a:r>
            <a:br>
              <a:rPr lang="en-GB" sz="2800" dirty="0">
                <a:solidFill>
                  <a:schemeClr val="tx1"/>
                </a:solidFill>
              </a:rPr>
            </a:br>
            <a:br>
              <a:rPr lang="en-GB" sz="2800" noProof="0" dirty="0">
                <a:solidFill>
                  <a:schemeClr val="tx1"/>
                </a:solidFill>
                <a:latin typeface="+mn-lt"/>
                <a:ea typeface="+mn-ea"/>
                <a:cs typeface="+mn-cs"/>
              </a:rPr>
            </a:br>
            <a:endParaRPr lang="en-GB" sz="28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C8AD991A-9824-1079-DC3E-4382662F9891}"/>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5073C628-8C38-F687-0D54-10C9DFD077DA}"/>
              </a:ext>
            </a:extLst>
          </p:cNvPr>
          <p:cNvGraphicFramePr>
            <a:graphicFrameLocks noGrp="1"/>
          </p:cNvGraphicFramePr>
          <p:nvPr>
            <p:extLst>
              <p:ext uri="{D42A27DB-BD31-4B8C-83A1-F6EECF244321}">
                <p14:modId xmlns:p14="http://schemas.microsoft.com/office/powerpoint/2010/main" val="1489080767"/>
              </p:ext>
            </p:extLst>
          </p:nvPr>
        </p:nvGraphicFramePr>
        <p:xfrm>
          <a:off x="466073" y="2456962"/>
          <a:ext cx="13680831" cy="2549225"/>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509845">
                <a:tc>
                  <a:txBody>
                    <a:bodyPr/>
                    <a:lstStyle/>
                    <a:p>
                      <a:pPr>
                        <a:buNone/>
                      </a:pPr>
                      <a:r>
                        <a:rPr lang="en-GB"/>
                        <a:t>Surface</a:t>
                      </a:r>
                    </a:p>
                  </a:txBody>
                  <a:tcPr anchor="ctr">
                    <a:solidFill>
                      <a:srgbClr val="F1CBCB"/>
                    </a:solidFill>
                  </a:tcPr>
                </a:tc>
                <a:tc>
                  <a:txBody>
                    <a:bodyPr/>
                    <a:lstStyle/>
                    <a:p>
                      <a:pPr>
                        <a:buNone/>
                      </a:pPr>
                      <a:r>
                        <a:rPr lang="en-GB"/>
                        <a:t>Purpose</a:t>
                      </a:r>
                    </a:p>
                  </a:txBody>
                  <a:tcPr anchor="ctr">
                    <a:solidFill>
                      <a:srgbClr val="F1CBCB"/>
                    </a:solidFill>
                  </a:tcPr>
                </a:tc>
                <a:extLst>
                  <a:ext uri="{0D108BD9-81ED-4DB2-BD59-A6C34878D82A}">
                    <a16:rowId xmlns:a16="http://schemas.microsoft.com/office/drawing/2014/main" val="69900846"/>
                  </a:ext>
                </a:extLst>
              </a:tr>
              <a:tr h="509845">
                <a:tc>
                  <a:txBody>
                    <a:bodyPr/>
                    <a:lstStyle/>
                    <a:p>
                      <a:pPr>
                        <a:buNone/>
                      </a:pPr>
                      <a:r>
                        <a:rPr lang="en-GB" b="1"/>
                        <a:t>Hazard Visibility</a:t>
                      </a:r>
                      <a:endParaRPr lang="en-GB"/>
                    </a:p>
                  </a:txBody>
                  <a:tcPr anchor="ctr">
                    <a:solidFill>
                      <a:srgbClr val="F1CBCB"/>
                    </a:solidFill>
                  </a:tcPr>
                </a:tc>
                <a:tc>
                  <a:txBody>
                    <a:bodyPr/>
                    <a:lstStyle/>
                    <a:p>
                      <a:pPr>
                        <a:buNone/>
                      </a:pPr>
                      <a:r>
                        <a:rPr lang="en-GB"/>
                        <a:t>Public risk levels, exposure, and early warnings</a:t>
                      </a:r>
                    </a:p>
                  </a:txBody>
                  <a:tcPr anchor="ctr">
                    <a:solidFill>
                      <a:srgbClr val="F1CBCB"/>
                    </a:solidFill>
                  </a:tcPr>
                </a:tc>
                <a:extLst>
                  <a:ext uri="{0D108BD9-81ED-4DB2-BD59-A6C34878D82A}">
                    <a16:rowId xmlns:a16="http://schemas.microsoft.com/office/drawing/2014/main" val="2923198339"/>
                  </a:ext>
                </a:extLst>
              </a:tr>
              <a:tr h="509845">
                <a:tc>
                  <a:txBody>
                    <a:bodyPr/>
                    <a:lstStyle/>
                    <a:p>
                      <a:pPr>
                        <a:buNone/>
                      </a:pPr>
                      <a:r>
                        <a:rPr lang="en-GB" b="1"/>
                        <a:t>Public Alerts</a:t>
                      </a:r>
                      <a:endParaRPr lang="en-GB"/>
                    </a:p>
                  </a:txBody>
                  <a:tcPr anchor="ctr">
                    <a:solidFill>
                      <a:srgbClr val="F1CBCB"/>
                    </a:solidFill>
                  </a:tcPr>
                </a:tc>
                <a:tc>
                  <a:txBody>
                    <a:bodyPr/>
                    <a:lstStyle/>
                    <a:p>
                      <a:pPr>
                        <a:buNone/>
                      </a:pPr>
                      <a:r>
                        <a:rPr lang="en-GB" dirty="0"/>
                        <a:t>Threshold‑based notifications and guidance</a:t>
                      </a:r>
                    </a:p>
                  </a:txBody>
                  <a:tcPr anchor="ctr">
                    <a:solidFill>
                      <a:srgbClr val="F1CBCB"/>
                    </a:solidFill>
                  </a:tcPr>
                </a:tc>
                <a:extLst>
                  <a:ext uri="{0D108BD9-81ED-4DB2-BD59-A6C34878D82A}">
                    <a16:rowId xmlns:a16="http://schemas.microsoft.com/office/drawing/2014/main" val="1330039449"/>
                  </a:ext>
                </a:extLst>
              </a:tr>
              <a:tr h="509845">
                <a:tc>
                  <a:txBody>
                    <a:bodyPr/>
                    <a:lstStyle/>
                    <a:p>
                      <a:pPr>
                        <a:buNone/>
                      </a:pPr>
                      <a:r>
                        <a:rPr lang="en-GB" b="1"/>
                        <a:t>Resilience Status</a:t>
                      </a:r>
                      <a:endParaRPr lang="en-GB"/>
                    </a:p>
                  </a:txBody>
                  <a:tcPr anchor="ctr">
                    <a:solidFill>
                      <a:srgbClr val="F1CBCB"/>
                    </a:solidFill>
                  </a:tcPr>
                </a:tc>
                <a:tc>
                  <a:txBody>
                    <a:bodyPr/>
                    <a:lstStyle/>
                    <a:p>
                      <a:pPr>
                        <a:buNone/>
                      </a:pPr>
                      <a:r>
                        <a:rPr lang="en-GB"/>
                        <a:t>System readiness, buffers, and continuity indicators</a:t>
                      </a:r>
                    </a:p>
                  </a:txBody>
                  <a:tcPr anchor="ctr">
                    <a:solidFill>
                      <a:srgbClr val="F1CBCB"/>
                    </a:solidFill>
                  </a:tcPr>
                </a:tc>
                <a:extLst>
                  <a:ext uri="{0D108BD9-81ED-4DB2-BD59-A6C34878D82A}">
                    <a16:rowId xmlns:a16="http://schemas.microsoft.com/office/drawing/2014/main" val="652575281"/>
                  </a:ext>
                </a:extLst>
              </a:tr>
              <a:tr h="509845">
                <a:tc>
                  <a:txBody>
                    <a:bodyPr/>
                    <a:lstStyle/>
                    <a:p>
                      <a:pPr>
                        <a:buNone/>
                      </a:pPr>
                      <a:r>
                        <a:rPr lang="en-GB" b="1"/>
                        <a:t>Emergency Guidance</a:t>
                      </a:r>
                      <a:endParaRPr lang="en-GB"/>
                    </a:p>
                  </a:txBody>
                  <a:tcPr anchor="ctr">
                    <a:solidFill>
                      <a:srgbClr val="F1CBCB"/>
                    </a:solidFill>
                  </a:tcPr>
                </a:tc>
                <a:tc>
                  <a:txBody>
                    <a:bodyPr/>
                    <a:lstStyle/>
                    <a:p>
                      <a:pPr>
                        <a:buNone/>
                      </a:pPr>
                      <a:r>
                        <a:rPr lang="en-GB" dirty="0"/>
                        <a:t>What to do, where to go, who is responding</a:t>
                      </a:r>
                    </a:p>
                  </a:txBody>
                  <a:tcPr anchor="ctr">
                    <a:solidFill>
                      <a:srgbClr val="F1CBCB"/>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39278904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AF377-E1A2-6E7B-970F-E73E18E17C0F}"/>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81796DA8-0113-C20C-5546-9958580CA01D}"/>
              </a:ext>
            </a:extLst>
          </p:cNvPr>
          <p:cNvSpPr txBox="1"/>
          <p:nvPr/>
        </p:nvSpPr>
        <p:spPr>
          <a:xfrm>
            <a:off x="358726" y="219843"/>
            <a:ext cx="15244257" cy="7017306"/>
          </a:xfrm>
          <a:prstGeom prst="rect">
            <a:avLst/>
          </a:prstGeom>
          <a:solidFill>
            <a:srgbClr val="BED4EB"/>
          </a:solidFill>
          <a:ln>
            <a:solidFill>
              <a:schemeClr val="accent1">
                <a:shade val="15000"/>
              </a:schemeClr>
            </a:solidFill>
          </a:ln>
        </p:spPr>
        <p:txBody>
          <a:bodyPr wrap="square">
            <a:spAutoFit/>
          </a:bodyPr>
          <a:lstStyle/>
          <a:p>
            <a:r>
              <a:rPr lang="en-GB" b="1" dirty="0"/>
              <a:t>L7 — Data Integrity &amp; Audit Civic UX</a:t>
            </a:r>
          </a:p>
          <a:p>
            <a:r>
              <a:rPr lang="en-GB" b="1" i="1" dirty="0"/>
              <a:t>Public Trust Through Transparency of Data Quality and Provenance</a:t>
            </a:r>
            <a:endParaRPr lang="en-GB" b="1" dirty="0"/>
          </a:p>
          <a:p>
            <a:endParaRPr lang="en-GB" b="1" dirty="0"/>
          </a:p>
          <a:p>
            <a:r>
              <a:rPr lang="en-GB" b="1" dirty="0"/>
              <a:t>Purpose</a:t>
            </a:r>
          </a:p>
          <a:p>
            <a:r>
              <a:rPr lang="en-GB" dirty="0"/>
              <a:t>Show the public how data is validated, where it comes from, and how integrity is maintained.</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t>L7 surfaces convert L6 validation, audit, and quality outputs into public‑readable integrity and provenance views.</a:t>
            </a: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A trusted, transparent data foundation.</a:t>
            </a:r>
          </a:p>
        </p:txBody>
      </p:sp>
      <p:sp>
        <p:nvSpPr>
          <p:cNvPr id="6" name="Title 5">
            <a:extLst>
              <a:ext uri="{FF2B5EF4-FFF2-40B4-BE49-F238E27FC236}">
                <a16:creationId xmlns:a16="http://schemas.microsoft.com/office/drawing/2014/main" id="{0071B8D3-5F74-53DD-5616-E67DD0AE83AB}"/>
              </a:ext>
            </a:extLst>
          </p:cNvPr>
          <p:cNvSpPr>
            <a:spLocks noGrp="1"/>
          </p:cNvSpPr>
          <p:nvPr>
            <p:ph type="title"/>
          </p:nvPr>
        </p:nvSpPr>
        <p:spPr>
          <a:xfrm>
            <a:off x="0" y="7725747"/>
            <a:ext cx="15840075" cy="373678"/>
          </a:xfrm>
          <a:solidFill>
            <a:srgbClr val="BED4EB"/>
          </a:solidFill>
        </p:spPr>
        <p:style>
          <a:lnRef idx="2">
            <a:schemeClr val="accent1">
              <a:shade val="15000"/>
            </a:schemeClr>
          </a:lnRef>
          <a:fillRef idx="1">
            <a:schemeClr val="accent1"/>
          </a:fillRef>
          <a:effectRef idx="0">
            <a:schemeClr val="accent1"/>
          </a:effectRef>
          <a:fontRef idx="minor">
            <a:schemeClr val="lt1"/>
          </a:fontRef>
        </p:style>
        <p:txBody>
          <a:bodyPr rtlCol="0" anchor="t">
            <a:normAutofit fontScale="90000"/>
          </a:bodyPr>
          <a:lstStyle/>
          <a:p>
            <a:pPr defTabSz="457200"/>
            <a:r>
              <a:rPr lang="en-GB" sz="2800" noProof="0" dirty="0">
                <a:solidFill>
                  <a:schemeClr val="tx1"/>
                </a:solidFill>
                <a:latin typeface="+mn-lt"/>
                <a:ea typeface="+mn-ea"/>
                <a:cs typeface="+mn-cs"/>
              </a:rPr>
              <a:t> Layer 7 - </a:t>
            </a:r>
            <a:r>
              <a:rPr lang="en-GB" sz="2700" dirty="0">
                <a:solidFill>
                  <a:schemeClr val="tx1"/>
                </a:solidFill>
              </a:rPr>
              <a:t>Data Integrity &amp; Audit Civic UX(Provenance Visibility, Data Quality Status, Public Audit Trails, Integrity Reports)</a:t>
            </a:r>
            <a:br>
              <a:rPr lang="en-GB" sz="2800" dirty="0">
                <a:solidFill>
                  <a:schemeClr val="tx1"/>
                </a:solidFill>
              </a:rPr>
            </a:br>
            <a:br>
              <a:rPr lang="en-GB" sz="2800" dirty="0">
                <a:solidFill>
                  <a:schemeClr val="tx1"/>
                </a:solidFill>
              </a:rPr>
            </a:br>
            <a:br>
              <a:rPr lang="en-GB" sz="2800" noProof="0" dirty="0">
                <a:solidFill>
                  <a:schemeClr val="tx1"/>
                </a:solidFill>
                <a:latin typeface="+mn-lt"/>
                <a:ea typeface="+mn-ea"/>
                <a:cs typeface="+mn-cs"/>
              </a:rPr>
            </a:br>
            <a:endParaRPr lang="en-GB" sz="28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086DEC14-4195-8F2A-C2BD-906145D32049}"/>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7BD17CD4-FE20-DAAC-DC70-A3FE3398300E}"/>
              </a:ext>
            </a:extLst>
          </p:cNvPr>
          <p:cNvGraphicFramePr>
            <a:graphicFrameLocks noGrp="1"/>
          </p:cNvGraphicFramePr>
          <p:nvPr>
            <p:extLst>
              <p:ext uri="{D42A27DB-BD31-4B8C-83A1-F6EECF244321}">
                <p14:modId xmlns:p14="http://schemas.microsoft.com/office/powerpoint/2010/main" val="3176892808"/>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a:t>Surface</a:t>
                      </a:r>
                    </a:p>
                  </a:txBody>
                  <a:tcPr anchor="ctr">
                    <a:solidFill>
                      <a:srgbClr val="BED4EB"/>
                    </a:solidFill>
                  </a:tcPr>
                </a:tc>
                <a:tc>
                  <a:txBody>
                    <a:bodyPr/>
                    <a:lstStyle/>
                    <a:p>
                      <a:pPr>
                        <a:buNone/>
                      </a:pPr>
                      <a:r>
                        <a:rPr lang="en-GB"/>
                        <a:t>Purpose</a:t>
                      </a:r>
                    </a:p>
                  </a:txBody>
                  <a:tcPr anchor="ctr">
                    <a:solidFill>
                      <a:srgbClr val="BED4EB"/>
                    </a:solidFill>
                  </a:tcPr>
                </a:tc>
                <a:extLst>
                  <a:ext uri="{0D108BD9-81ED-4DB2-BD59-A6C34878D82A}">
                    <a16:rowId xmlns:a16="http://schemas.microsoft.com/office/drawing/2014/main" val="69900846"/>
                  </a:ext>
                </a:extLst>
              </a:tr>
              <a:tr h="500733">
                <a:tc>
                  <a:txBody>
                    <a:bodyPr/>
                    <a:lstStyle/>
                    <a:p>
                      <a:pPr>
                        <a:buNone/>
                      </a:pPr>
                      <a:r>
                        <a:rPr lang="en-GB" b="1"/>
                        <a:t>Provenance Visibility</a:t>
                      </a:r>
                      <a:endParaRPr lang="en-GB"/>
                    </a:p>
                  </a:txBody>
                  <a:tcPr anchor="ctr">
                    <a:solidFill>
                      <a:srgbClr val="BED4EB"/>
                    </a:solidFill>
                  </a:tcPr>
                </a:tc>
                <a:tc>
                  <a:txBody>
                    <a:bodyPr/>
                    <a:lstStyle/>
                    <a:p>
                      <a:pPr>
                        <a:buNone/>
                      </a:pPr>
                      <a:r>
                        <a:rPr lang="en-GB"/>
                        <a:t>Lineage, origins, and transformations</a:t>
                      </a:r>
                    </a:p>
                  </a:txBody>
                  <a:tcPr anchor="ctr">
                    <a:solidFill>
                      <a:srgbClr val="BED4EB"/>
                    </a:solidFill>
                  </a:tcPr>
                </a:tc>
                <a:extLst>
                  <a:ext uri="{0D108BD9-81ED-4DB2-BD59-A6C34878D82A}">
                    <a16:rowId xmlns:a16="http://schemas.microsoft.com/office/drawing/2014/main" val="2923198339"/>
                  </a:ext>
                </a:extLst>
              </a:tr>
              <a:tr h="500733">
                <a:tc>
                  <a:txBody>
                    <a:bodyPr/>
                    <a:lstStyle/>
                    <a:p>
                      <a:pPr>
                        <a:buNone/>
                      </a:pPr>
                      <a:r>
                        <a:rPr lang="en-GB" b="1"/>
                        <a:t>Data Quality Status</a:t>
                      </a:r>
                      <a:endParaRPr lang="en-GB"/>
                    </a:p>
                  </a:txBody>
                  <a:tcPr anchor="ctr">
                    <a:solidFill>
                      <a:srgbClr val="BED4EB"/>
                    </a:solidFill>
                  </a:tcPr>
                </a:tc>
                <a:tc>
                  <a:txBody>
                    <a:bodyPr/>
                    <a:lstStyle/>
                    <a:p>
                      <a:pPr>
                        <a:buNone/>
                      </a:pPr>
                      <a:r>
                        <a:rPr lang="en-GB"/>
                        <a:t>Accuracy, completeness, consistency indicators</a:t>
                      </a:r>
                    </a:p>
                  </a:txBody>
                  <a:tcPr anchor="ctr">
                    <a:solidFill>
                      <a:srgbClr val="BED4EB"/>
                    </a:solidFill>
                  </a:tcPr>
                </a:tc>
                <a:extLst>
                  <a:ext uri="{0D108BD9-81ED-4DB2-BD59-A6C34878D82A}">
                    <a16:rowId xmlns:a16="http://schemas.microsoft.com/office/drawing/2014/main" val="1330039449"/>
                  </a:ext>
                </a:extLst>
              </a:tr>
              <a:tr h="500733">
                <a:tc>
                  <a:txBody>
                    <a:bodyPr/>
                    <a:lstStyle/>
                    <a:p>
                      <a:pPr>
                        <a:buNone/>
                      </a:pPr>
                      <a:r>
                        <a:rPr lang="en-GB" b="1"/>
                        <a:t>Public Audit Trails</a:t>
                      </a:r>
                      <a:endParaRPr lang="en-GB"/>
                    </a:p>
                  </a:txBody>
                  <a:tcPr anchor="ctr">
                    <a:solidFill>
                      <a:srgbClr val="BED4EB"/>
                    </a:solidFill>
                  </a:tcPr>
                </a:tc>
                <a:tc>
                  <a:txBody>
                    <a:bodyPr/>
                    <a:lstStyle/>
                    <a:p>
                      <a:pPr>
                        <a:buNone/>
                      </a:pPr>
                      <a:r>
                        <a:rPr lang="en-GB"/>
                        <a:t>What was checked, when, and by whom</a:t>
                      </a:r>
                    </a:p>
                  </a:txBody>
                  <a:tcPr anchor="ctr">
                    <a:solidFill>
                      <a:srgbClr val="BED4EB"/>
                    </a:solidFill>
                  </a:tcPr>
                </a:tc>
                <a:extLst>
                  <a:ext uri="{0D108BD9-81ED-4DB2-BD59-A6C34878D82A}">
                    <a16:rowId xmlns:a16="http://schemas.microsoft.com/office/drawing/2014/main" val="652575281"/>
                  </a:ext>
                </a:extLst>
              </a:tr>
              <a:tr h="500733">
                <a:tc>
                  <a:txBody>
                    <a:bodyPr/>
                    <a:lstStyle/>
                    <a:p>
                      <a:pPr>
                        <a:buNone/>
                      </a:pPr>
                      <a:r>
                        <a:rPr lang="en-GB" b="1"/>
                        <a:t>Integrity Reports</a:t>
                      </a:r>
                      <a:endParaRPr lang="en-GB"/>
                    </a:p>
                  </a:txBody>
                  <a:tcPr anchor="ctr">
                    <a:solidFill>
                      <a:srgbClr val="BED4EB"/>
                    </a:solidFill>
                  </a:tcPr>
                </a:tc>
                <a:tc>
                  <a:txBody>
                    <a:bodyPr/>
                    <a:lstStyle/>
                    <a:p>
                      <a:pPr>
                        <a:buNone/>
                      </a:pPr>
                      <a:r>
                        <a:rPr lang="en-GB" dirty="0"/>
                        <a:t>Summaries of issues, fixes, and compliance status</a:t>
                      </a:r>
                    </a:p>
                  </a:txBody>
                  <a:tcPr anchor="ctr">
                    <a:solidFill>
                      <a:srgbClr val="BED4EB"/>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126814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530F8-B690-4346-2E4C-BD2BDB8A8E26}"/>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133929DD-64D2-F272-BFED-70DF194CE184}"/>
              </a:ext>
            </a:extLst>
          </p:cNvPr>
          <p:cNvSpPr txBox="1"/>
          <p:nvPr/>
        </p:nvSpPr>
        <p:spPr>
          <a:xfrm>
            <a:off x="358726" y="219843"/>
            <a:ext cx="15244257" cy="7017306"/>
          </a:xfrm>
          <a:prstGeom prst="rect">
            <a:avLst/>
          </a:prstGeom>
          <a:solidFill>
            <a:srgbClr val="B9DDDA"/>
          </a:solidFill>
          <a:ln>
            <a:solidFill>
              <a:schemeClr val="accent1">
                <a:shade val="15000"/>
              </a:schemeClr>
            </a:solidFill>
          </a:ln>
        </p:spPr>
        <p:txBody>
          <a:bodyPr wrap="square">
            <a:spAutoFit/>
          </a:bodyPr>
          <a:lstStyle/>
          <a:p>
            <a:r>
              <a:rPr lang="en-GB" b="1" dirty="0"/>
              <a:t>L7 — Civic Feedback &amp; Cultural Civic UX</a:t>
            </a:r>
          </a:p>
          <a:p>
            <a:r>
              <a:rPr lang="en-GB" b="1" i="1" dirty="0"/>
              <a:t>Public Insight Into Sentiment, Narratives, and Cultural Signals</a:t>
            </a:r>
            <a:endParaRPr lang="en-GB" b="1" dirty="0"/>
          </a:p>
          <a:p>
            <a:endParaRPr lang="en-GB" b="1" dirty="0"/>
          </a:p>
          <a:p>
            <a:r>
              <a:rPr lang="en-GB" b="1" dirty="0"/>
              <a:t>Purpose</a:t>
            </a:r>
          </a:p>
          <a:p>
            <a:r>
              <a:rPr lang="en-GB" dirty="0"/>
              <a:t>Help the public understand civic mood, narrative trends, and cultural dynamics.</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t>L7 surfaces translate L6 sentiment, narrative, and cultural outputs into publicly readable insights and trends.</a:t>
            </a: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A shared understanding of civic and cultural dynamics.</a:t>
            </a:r>
          </a:p>
        </p:txBody>
      </p:sp>
      <p:sp>
        <p:nvSpPr>
          <p:cNvPr id="6" name="Title 5">
            <a:extLst>
              <a:ext uri="{FF2B5EF4-FFF2-40B4-BE49-F238E27FC236}">
                <a16:creationId xmlns:a16="http://schemas.microsoft.com/office/drawing/2014/main" id="{594E3B29-22DA-66B8-2F15-876320F1B276}"/>
              </a:ext>
            </a:extLst>
          </p:cNvPr>
          <p:cNvSpPr>
            <a:spLocks noGrp="1"/>
          </p:cNvSpPr>
          <p:nvPr>
            <p:ph type="title"/>
          </p:nvPr>
        </p:nvSpPr>
        <p:spPr>
          <a:xfrm>
            <a:off x="0" y="7725747"/>
            <a:ext cx="15840075" cy="373678"/>
          </a:xfrm>
          <a:solidFill>
            <a:srgbClr val="B9DDDA"/>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000" noProof="0" dirty="0">
                <a:solidFill>
                  <a:schemeClr val="tx1"/>
                </a:solidFill>
                <a:latin typeface="+mn-lt"/>
                <a:ea typeface="+mn-ea"/>
                <a:cs typeface="+mn-cs"/>
              </a:rPr>
              <a:t> Layer 7 - </a:t>
            </a:r>
            <a:r>
              <a:rPr lang="fr-FR" sz="2000" dirty="0">
                <a:solidFill>
                  <a:schemeClr val="tx1"/>
                </a:solidFill>
              </a:rPr>
              <a:t>Civic Feedback &amp; Cultural Civic UX (Sentiment Insights, Narrative Trends, Cultural </a:t>
            </a:r>
            <a:r>
              <a:rPr lang="fr-FR" sz="2000" dirty="0" err="1">
                <a:solidFill>
                  <a:schemeClr val="tx1"/>
                </a:solidFill>
              </a:rPr>
              <a:t>Signals</a:t>
            </a:r>
            <a:r>
              <a:rPr lang="fr-FR" sz="2000" dirty="0">
                <a:solidFill>
                  <a:schemeClr val="tx1"/>
                </a:solidFill>
              </a:rPr>
              <a:t>, Participation Patterns)</a:t>
            </a:r>
            <a:br>
              <a:rPr lang="fr-FR" sz="2000" dirty="0">
                <a:solidFill>
                  <a:schemeClr val="tx1"/>
                </a:solidFill>
              </a:rPr>
            </a:br>
            <a:br>
              <a:rPr lang="en-GB" sz="2000" dirty="0">
                <a:solidFill>
                  <a:schemeClr val="tx1"/>
                </a:solidFill>
              </a:rPr>
            </a:br>
            <a:br>
              <a:rPr lang="en-GB" sz="2000" noProof="0" dirty="0">
                <a:solidFill>
                  <a:schemeClr val="tx1"/>
                </a:solidFill>
                <a:latin typeface="+mn-lt"/>
                <a:ea typeface="+mn-ea"/>
                <a:cs typeface="+mn-cs"/>
              </a:rPr>
            </a:br>
            <a:endParaRPr lang="en-GB" sz="20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31218897-B9B9-E1B8-333F-2C8719B36E8A}"/>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9DE0D76B-7971-0622-B8BE-00B392DCC83C}"/>
              </a:ext>
            </a:extLst>
          </p:cNvPr>
          <p:cNvGraphicFramePr>
            <a:graphicFrameLocks noGrp="1"/>
          </p:cNvGraphicFramePr>
          <p:nvPr>
            <p:extLst>
              <p:ext uri="{D42A27DB-BD31-4B8C-83A1-F6EECF244321}">
                <p14:modId xmlns:p14="http://schemas.microsoft.com/office/powerpoint/2010/main" val="780119476"/>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a:t>Surface</a:t>
                      </a:r>
                    </a:p>
                  </a:txBody>
                  <a:tcPr anchor="ctr">
                    <a:solidFill>
                      <a:srgbClr val="B9DDDA"/>
                    </a:solidFill>
                  </a:tcPr>
                </a:tc>
                <a:tc>
                  <a:txBody>
                    <a:bodyPr/>
                    <a:lstStyle/>
                    <a:p>
                      <a:pPr>
                        <a:buNone/>
                      </a:pPr>
                      <a:r>
                        <a:rPr lang="en-GB"/>
                        <a:t>Purpose</a:t>
                      </a:r>
                    </a:p>
                  </a:txBody>
                  <a:tcPr anchor="ctr">
                    <a:solidFill>
                      <a:srgbClr val="B9DDDA"/>
                    </a:solidFill>
                  </a:tcPr>
                </a:tc>
                <a:extLst>
                  <a:ext uri="{0D108BD9-81ED-4DB2-BD59-A6C34878D82A}">
                    <a16:rowId xmlns:a16="http://schemas.microsoft.com/office/drawing/2014/main" val="69900846"/>
                  </a:ext>
                </a:extLst>
              </a:tr>
              <a:tr h="500733">
                <a:tc>
                  <a:txBody>
                    <a:bodyPr/>
                    <a:lstStyle/>
                    <a:p>
                      <a:pPr>
                        <a:buNone/>
                      </a:pPr>
                      <a:r>
                        <a:rPr lang="en-GB" b="1"/>
                        <a:t>Sentiment Insights</a:t>
                      </a:r>
                      <a:endParaRPr lang="en-GB"/>
                    </a:p>
                  </a:txBody>
                  <a:tcPr anchor="ctr">
                    <a:solidFill>
                      <a:srgbClr val="B9DDDA"/>
                    </a:solidFill>
                  </a:tcPr>
                </a:tc>
                <a:tc>
                  <a:txBody>
                    <a:bodyPr/>
                    <a:lstStyle/>
                    <a:p>
                      <a:pPr>
                        <a:buNone/>
                      </a:pPr>
                      <a:r>
                        <a:rPr lang="en-GB"/>
                        <a:t>Public mood and emotional shifts</a:t>
                      </a:r>
                    </a:p>
                  </a:txBody>
                  <a:tcPr anchor="ctr">
                    <a:solidFill>
                      <a:srgbClr val="B9DDDA"/>
                    </a:solidFill>
                  </a:tcPr>
                </a:tc>
                <a:extLst>
                  <a:ext uri="{0D108BD9-81ED-4DB2-BD59-A6C34878D82A}">
                    <a16:rowId xmlns:a16="http://schemas.microsoft.com/office/drawing/2014/main" val="2923198339"/>
                  </a:ext>
                </a:extLst>
              </a:tr>
              <a:tr h="500733">
                <a:tc>
                  <a:txBody>
                    <a:bodyPr/>
                    <a:lstStyle/>
                    <a:p>
                      <a:pPr>
                        <a:buNone/>
                      </a:pPr>
                      <a:r>
                        <a:rPr lang="en-GB" b="1"/>
                        <a:t>Narrative Trends</a:t>
                      </a:r>
                      <a:endParaRPr lang="en-GB"/>
                    </a:p>
                  </a:txBody>
                  <a:tcPr anchor="ctr">
                    <a:solidFill>
                      <a:srgbClr val="B9DDDA"/>
                    </a:solidFill>
                  </a:tcPr>
                </a:tc>
                <a:tc>
                  <a:txBody>
                    <a:bodyPr/>
                    <a:lstStyle/>
                    <a:p>
                      <a:pPr>
                        <a:buNone/>
                      </a:pPr>
                      <a:r>
                        <a:rPr lang="en-GB"/>
                        <a:t>Dominant stories and discourse patterns</a:t>
                      </a:r>
                    </a:p>
                  </a:txBody>
                  <a:tcPr anchor="ctr">
                    <a:solidFill>
                      <a:srgbClr val="B9DDDA"/>
                    </a:solidFill>
                  </a:tcPr>
                </a:tc>
                <a:extLst>
                  <a:ext uri="{0D108BD9-81ED-4DB2-BD59-A6C34878D82A}">
                    <a16:rowId xmlns:a16="http://schemas.microsoft.com/office/drawing/2014/main" val="1330039449"/>
                  </a:ext>
                </a:extLst>
              </a:tr>
              <a:tr h="500733">
                <a:tc>
                  <a:txBody>
                    <a:bodyPr/>
                    <a:lstStyle/>
                    <a:p>
                      <a:pPr>
                        <a:buNone/>
                      </a:pPr>
                      <a:r>
                        <a:rPr lang="en-GB" b="1"/>
                        <a:t>Cultural Signals</a:t>
                      </a:r>
                      <a:endParaRPr lang="en-GB"/>
                    </a:p>
                  </a:txBody>
                  <a:tcPr anchor="ctr">
                    <a:solidFill>
                      <a:srgbClr val="B9DDDA"/>
                    </a:solidFill>
                  </a:tcPr>
                </a:tc>
                <a:tc>
                  <a:txBody>
                    <a:bodyPr/>
                    <a:lstStyle/>
                    <a:p>
                      <a:pPr>
                        <a:buNone/>
                      </a:pPr>
                      <a:r>
                        <a:rPr lang="en-GB"/>
                        <a:t>Norms, cohesion, and cultural health</a:t>
                      </a:r>
                    </a:p>
                  </a:txBody>
                  <a:tcPr anchor="ctr">
                    <a:solidFill>
                      <a:srgbClr val="B9DDDA"/>
                    </a:solidFill>
                  </a:tcPr>
                </a:tc>
                <a:extLst>
                  <a:ext uri="{0D108BD9-81ED-4DB2-BD59-A6C34878D82A}">
                    <a16:rowId xmlns:a16="http://schemas.microsoft.com/office/drawing/2014/main" val="652575281"/>
                  </a:ext>
                </a:extLst>
              </a:tr>
              <a:tr h="500733">
                <a:tc>
                  <a:txBody>
                    <a:bodyPr/>
                    <a:lstStyle/>
                    <a:p>
                      <a:pPr>
                        <a:buNone/>
                      </a:pPr>
                      <a:r>
                        <a:rPr lang="en-GB" b="1"/>
                        <a:t>Participation Patterns</a:t>
                      </a:r>
                      <a:endParaRPr lang="en-GB"/>
                    </a:p>
                  </a:txBody>
                  <a:tcPr anchor="ctr">
                    <a:solidFill>
                      <a:srgbClr val="B9DDDA"/>
                    </a:solidFill>
                  </a:tcPr>
                </a:tc>
                <a:tc>
                  <a:txBody>
                    <a:bodyPr/>
                    <a:lstStyle/>
                    <a:p>
                      <a:pPr>
                        <a:buNone/>
                      </a:pPr>
                      <a:r>
                        <a:rPr lang="en-GB" dirty="0"/>
                        <a:t>Engagement levels and civic activity</a:t>
                      </a:r>
                    </a:p>
                  </a:txBody>
                  <a:tcPr anchor="ctr">
                    <a:solidFill>
                      <a:srgbClr val="B9DDDA"/>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41911381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B5926-1319-955F-4375-76191B08B807}"/>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FA161558-7C61-7219-5FA5-2DE3ACB708E6}"/>
              </a:ext>
            </a:extLst>
          </p:cNvPr>
          <p:cNvSpPr txBox="1"/>
          <p:nvPr/>
        </p:nvSpPr>
        <p:spPr>
          <a:xfrm>
            <a:off x="358726" y="219843"/>
            <a:ext cx="15244257" cy="7017306"/>
          </a:xfrm>
          <a:prstGeom prst="rect">
            <a:avLst/>
          </a:prstGeom>
          <a:solidFill>
            <a:srgbClr val="F5E4C6"/>
          </a:solidFill>
          <a:ln>
            <a:solidFill>
              <a:schemeClr val="accent1">
                <a:shade val="15000"/>
              </a:schemeClr>
            </a:solidFill>
          </a:ln>
        </p:spPr>
        <p:txBody>
          <a:bodyPr wrap="square">
            <a:spAutoFit/>
          </a:bodyPr>
          <a:lstStyle/>
          <a:p>
            <a:r>
              <a:rPr lang="en-GB" b="1" dirty="0"/>
              <a:t>L7 — Incentives &amp; Behavioural Civic UX</a:t>
            </a:r>
          </a:p>
          <a:p>
            <a:r>
              <a:rPr lang="en-GB" b="1" i="1" dirty="0"/>
              <a:t>Public Visibility Into Behavioural Drivers and Incentive Effects</a:t>
            </a:r>
            <a:endParaRPr lang="en-GB" b="1" dirty="0"/>
          </a:p>
          <a:p>
            <a:endParaRPr lang="en-GB" b="1" dirty="0"/>
          </a:p>
          <a:p>
            <a:r>
              <a:rPr lang="en-GB" b="1" dirty="0"/>
              <a:t>Purpose</a:t>
            </a:r>
          </a:p>
          <a:p>
            <a:r>
              <a:rPr lang="en-GB" dirty="0"/>
              <a:t>Show how incentives work, how behaviour changes, and what impacts interventions have.</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t>L7 surfaces convert L6 behavioural and incentive outputs into public‑readable insights and summaries.</a:t>
            </a: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Public understanding of behavioural dynamics and system incentives.</a:t>
            </a:r>
          </a:p>
        </p:txBody>
      </p:sp>
      <p:sp>
        <p:nvSpPr>
          <p:cNvPr id="6" name="Title 5">
            <a:extLst>
              <a:ext uri="{FF2B5EF4-FFF2-40B4-BE49-F238E27FC236}">
                <a16:creationId xmlns:a16="http://schemas.microsoft.com/office/drawing/2014/main" id="{36A592C3-E74C-7589-E0A9-E788B8371C19}"/>
              </a:ext>
            </a:extLst>
          </p:cNvPr>
          <p:cNvSpPr>
            <a:spLocks noGrp="1"/>
          </p:cNvSpPr>
          <p:nvPr>
            <p:ph type="title"/>
          </p:nvPr>
        </p:nvSpPr>
        <p:spPr>
          <a:xfrm>
            <a:off x="0" y="7725747"/>
            <a:ext cx="15840075" cy="373678"/>
          </a:xfrm>
          <a:solidFill>
            <a:srgbClr val="F5E4C6"/>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400" noProof="0" dirty="0">
                <a:solidFill>
                  <a:schemeClr val="tx1"/>
                </a:solidFill>
                <a:latin typeface="+mn-lt"/>
                <a:ea typeface="+mn-ea"/>
                <a:cs typeface="+mn-cs"/>
              </a:rPr>
              <a:t> Layer 7 - </a:t>
            </a:r>
            <a:r>
              <a:rPr lang="en-GB" sz="2400" dirty="0">
                <a:solidFill>
                  <a:schemeClr val="tx1"/>
                </a:solidFill>
              </a:rPr>
              <a:t>Incentives &amp; Behavioural Civic UX (Behaviour Insights, Incentive Effects, Influence Maps, Impact Summaries)</a:t>
            </a:r>
            <a:br>
              <a:rPr lang="en-GB" sz="2400" dirty="0">
                <a:solidFill>
                  <a:schemeClr val="tx1"/>
                </a:solidFill>
              </a:rPr>
            </a:br>
            <a:br>
              <a:rPr lang="en-GB" sz="2400" noProof="0" dirty="0">
                <a:solidFill>
                  <a:schemeClr val="tx1"/>
                </a:solidFill>
                <a:latin typeface="+mn-lt"/>
                <a:ea typeface="+mn-ea"/>
                <a:cs typeface="+mn-cs"/>
              </a:rPr>
            </a:br>
            <a:endParaRPr lang="en-GB" sz="2400" noProof="0" dirty="0">
              <a:solidFill>
                <a:schemeClr val="tx1"/>
              </a:solidFill>
              <a:latin typeface="+mn-lt"/>
              <a:ea typeface="+mn-ea"/>
              <a:cs typeface="+mn-cs"/>
            </a:endParaRPr>
          </a:p>
        </p:txBody>
      </p:sp>
      <p:pic>
        <p:nvPicPr>
          <p:cNvPr id="7" name="Picture 6">
            <a:hlinkClick r:id="rId2" action="ppaction://hlinksldjump"/>
            <a:extLst>
              <a:ext uri="{FF2B5EF4-FFF2-40B4-BE49-F238E27FC236}">
                <a16:creationId xmlns:a16="http://schemas.microsoft.com/office/drawing/2014/main" id="{BDA4AC03-F37C-58FF-EFC3-DBF26F456201}"/>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7804920D-391E-2041-A08A-E03B6EC21C46}"/>
              </a:ext>
            </a:extLst>
          </p:cNvPr>
          <p:cNvGraphicFramePr>
            <a:graphicFrameLocks noGrp="1"/>
          </p:cNvGraphicFramePr>
          <p:nvPr>
            <p:extLst>
              <p:ext uri="{D42A27DB-BD31-4B8C-83A1-F6EECF244321}">
                <p14:modId xmlns:p14="http://schemas.microsoft.com/office/powerpoint/2010/main" val="2207755771"/>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a:t>Surface</a:t>
                      </a:r>
                    </a:p>
                  </a:txBody>
                  <a:tcPr anchor="ctr">
                    <a:solidFill>
                      <a:srgbClr val="F5E4C6"/>
                    </a:solidFill>
                  </a:tcPr>
                </a:tc>
                <a:tc>
                  <a:txBody>
                    <a:bodyPr/>
                    <a:lstStyle/>
                    <a:p>
                      <a:pPr>
                        <a:buNone/>
                      </a:pPr>
                      <a:r>
                        <a:rPr lang="en-GB"/>
                        <a:t>Purpose</a:t>
                      </a:r>
                    </a:p>
                  </a:txBody>
                  <a:tcPr anchor="ctr">
                    <a:solidFill>
                      <a:srgbClr val="F5E4C6"/>
                    </a:solidFill>
                  </a:tcPr>
                </a:tc>
                <a:extLst>
                  <a:ext uri="{0D108BD9-81ED-4DB2-BD59-A6C34878D82A}">
                    <a16:rowId xmlns:a16="http://schemas.microsoft.com/office/drawing/2014/main" val="69900846"/>
                  </a:ext>
                </a:extLst>
              </a:tr>
              <a:tr h="500733">
                <a:tc>
                  <a:txBody>
                    <a:bodyPr/>
                    <a:lstStyle/>
                    <a:p>
                      <a:pPr>
                        <a:buNone/>
                      </a:pPr>
                      <a:r>
                        <a:rPr lang="en-GB" b="1"/>
                        <a:t>Behaviour Insights</a:t>
                      </a:r>
                      <a:endParaRPr lang="en-GB"/>
                    </a:p>
                  </a:txBody>
                  <a:tcPr anchor="ctr">
                    <a:solidFill>
                      <a:srgbClr val="F5E4C6"/>
                    </a:solidFill>
                  </a:tcPr>
                </a:tc>
                <a:tc>
                  <a:txBody>
                    <a:bodyPr/>
                    <a:lstStyle/>
                    <a:p>
                      <a:pPr>
                        <a:buNone/>
                      </a:pPr>
                      <a:r>
                        <a:rPr lang="en-GB"/>
                        <a:t>How groups respond to conditions and signals</a:t>
                      </a:r>
                    </a:p>
                  </a:txBody>
                  <a:tcPr anchor="ctr">
                    <a:solidFill>
                      <a:srgbClr val="F5E4C6"/>
                    </a:solidFill>
                  </a:tcPr>
                </a:tc>
                <a:extLst>
                  <a:ext uri="{0D108BD9-81ED-4DB2-BD59-A6C34878D82A}">
                    <a16:rowId xmlns:a16="http://schemas.microsoft.com/office/drawing/2014/main" val="2923198339"/>
                  </a:ext>
                </a:extLst>
              </a:tr>
              <a:tr h="500733">
                <a:tc>
                  <a:txBody>
                    <a:bodyPr/>
                    <a:lstStyle/>
                    <a:p>
                      <a:pPr>
                        <a:buNone/>
                      </a:pPr>
                      <a:r>
                        <a:rPr lang="en-GB" b="1"/>
                        <a:t>Incentive Effects</a:t>
                      </a:r>
                      <a:endParaRPr lang="en-GB"/>
                    </a:p>
                  </a:txBody>
                  <a:tcPr anchor="ctr">
                    <a:solidFill>
                      <a:srgbClr val="F5E4C6"/>
                    </a:solidFill>
                  </a:tcPr>
                </a:tc>
                <a:tc>
                  <a:txBody>
                    <a:bodyPr/>
                    <a:lstStyle/>
                    <a:p>
                      <a:pPr>
                        <a:buNone/>
                      </a:pPr>
                      <a:r>
                        <a:rPr lang="en-GB"/>
                        <a:t>What incentives exist and how they perform</a:t>
                      </a:r>
                    </a:p>
                  </a:txBody>
                  <a:tcPr anchor="ctr">
                    <a:solidFill>
                      <a:srgbClr val="F5E4C6"/>
                    </a:solidFill>
                  </a:tcPr>
                </a:tc>
                <a:extLst>
                  <a:ext uri="{0D108BD9-81ED-4DB2-BD59-A6C34878D82A}">
                    <a16:rowId xmlns:a16="http://schemas.microsoft.com/office/drawing/2014/main" val="1330039449"/>
                  </a:ext>
                </a:extLst>
              </a:tr>
              <a:tr h="500733">
                <a:tc>
                  <a:txBody>
                    <a:bodyPr/>
                    <a:lstStyle/>
                    <a:p>
                      <a:pPr>
                        <a:buNone/>
                      </a:pPr>
                      <a:r>
                        <a:rPr lang="en-GB" b="1"/>
                        <a:t>Influence Maps</a:t>
                      </a:r>
                      <a:endParaRPr lang="en-GB"/>
                    </a:p>
                  </a:txBody>
                  <a:tcPr anchor="ctr">
                    <a:solidFill>
                      <a:srgbClr val="F5E4C6"/>
                    </a:solidFill>
                  </a:tcPr>
                </a:tc>
                <a:tc>
                  <a:txBody>
                    <a:bodyPr/>
                    <a:lstStyle/>
                    <a:p>
                      <a:pPr>
                        <a:buNone/>
                      </a:pPr>
                      <a:r>
                        <a:rPr lang="en-GB"/>
                        <a:t>Drivers, feedback loops, leverage points</a:t>
                      </a:r>
                    </a:p>
                  </a:txBody>
                  <a:tcPr anchor="ctr">
                    <a:solidFill>
                      <a:srgbClr val="F5E4C6"/>
                    </a:solidFill>
                  </a:tcPr>
                </a:tc>
                <a:extLst>
                  <a:ext uri="{0D108BD9-81ED-4DB2-BD59-A6C34878D82A}">
                    <a16:rowId xmlns:a16="http://schemas.microsoft.com/office/drawing/2014/main" val="652575281"/>
                  </a:ext>
                </a:extLst>
              </a:tr>
              <a:tr h="500733">
                <a:tc>
                  <a:txBody>
                    <a:bodyPr/>
                    <a:lstStyle/>
                    <a:p>
                      <a:pPr>
                        <a:buNone/>
                      </a:pPr>
                      <a:r>
                        <a:rPr lang="en-GB" b="1"/>
                        <a:t>Impact Summaries</a:t>
                      </a:r>
                      <a:endParaRPr lang="en-GB"/>
                    </a:p>
                  </a:txBody>
                  <a:tcPr anchor="ctr">
                    <a:solidFill>
                      <a:srgbClr val="F5E4C6"/>
                    </a:solidFill>
                  </a:tcPr>
                </a:tc>
                <a:tc>
                  <a:txBody>
                    <a:bodyPr/>
                    <a:lstStyle/>
                    <a:p>
                      <a:pPr>
                        <a:buNone/>
                      </a:pPr>
                      <a:r>
                        <a:rPr lang="en-GB" dirty="0"/>
                        <a:t>Downstream effects of interventions</a:t>
                      </a:r>
                    </a:p>
                  </a:txBody>
                  <a:tcPr anchor="ctr">
                    <a:solidFill>
                      <a:srgbClr val="F5E4C6"/>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4051377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17F6C-D5A4-1D09-BA98-1904A26F5EFC}"/>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BA4C6FF4-A224-2D6C-7A9A-ADD1B24AB1B2}"/>
              </a:ext>
            </a:extLst>
          </p:cNvPr>
          <p:cNvSpPr txBox="1"/>
          <p:nvPr/>
        </p:nvSpPr>
        <p:spPr>
          <a:xfrm>
            <a:off x="358726" y="219843"/>
            <a:ext cx="15244257" cy="7017306"/>
          </a:xfrm>
          <a:prstGeom prst="rect">
            <a:avLst/>
          </a:prstGeom>
          <a:solidFill>
            <a:srgbClr val="D3CECC"/>
          </a:solidFill>
          <a:ln>
            <a:solidFill>
              <a:schemeClr val="accent1">
                <a:shade val="15000"/>
              </a:schemeClr>
            </a:solidFill>
          </a:ln>
        </p:spPr>
        <p:txBody>
          <a:bodyPr wrap="square">
            <a:spAutoFit/>
          </a:bodyPr>
          <a:lstStyle/>
          <a:p>
            <a:r>
              <a:rPr lang="en-GB" b="1" dirty="0"/>
              <a:t>L7 — Resource &amp; Infrastructure Civic UX</a:t>
            </a:r>
          </a:p>
          <a:p>
            <a:r>
              <a:rPr lang="en-GB" b="1" i="1" dirty="0"/>
              <a:t>Public Visibility Into Resources, Infrastructure, and Continuity</a:t>
            </a:r>
            <a:endParaRPr lang="en-GB" b="1" dirty="0"/>
          </a:p>
          <a:p>
            <a:endParaRPr lang="en-GB" b="1" dirty="0"/>
          </a:p>
          <a:p>
            <a:r>
              <a:rPr lang="en-GB" b="1" dirty="0"/>
              <a:t>Purpose</a:t>
            </a:r>
          </a:p>
          <a:p>
            <a:r>
              <a:rPr lang="en-GB" dirty="0"/>
              <a:t>Provide clear public insight into resource flows, infrastructure health, and continuity status.</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t>L7 surfaces translate L6 resource and infrastructure outputs into publicly readable status and continuity indicators.</a:t>
            </a: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Public understanding of system stability and resource health.</a:t>
            </a:r>
          </a:p>
        </p:txBody>
      </p:sp>
      <p:sp>
        <p:nvSpPr>
          <p:cNvPr id="6" name="Title 5">
            <a:extLst>
              <a:ext uri="{FF2B5EF4-FFF2-40B4-BE49-F238E27FC236}">
                <a16:creationId xmlns:a16="http://schemas.microsoft.com/office/drawing/2014/main" id="{47A44B5F-C115-F67A-54DF-313B95B2C3F7}"/>
              </a:ext>
            </a:extLst>
          </p:cNvPr>
          <p:cNvSpPr>
            <a:spLocks noGrp="1"/>
          </p:cNvSpPr>
          <p:nvPr>
            <p:ph type="title"/>
          </p:nvPr>
        </p:nvSpPr>
        <p:spPr>
          <a:xfrm>
            <a:off x="0" y="7725747"/>
            <a:ext cx="15840075" cy="373678"/>
          </a:xfrm>
          <a:solidFill>
            <a:srgbClr val="D3CECC"/>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000" noProof="0" dirty="0">
                <a:solidFill>
                  <a:schemeClr val="tx1"/>
                </a:solidFill>
                <a:latin typeface="+mn-lt"/>
                <a:ea typeface="+mn-ea"/>
                <a:cs typeface="+mn-cs"/>
              </a:rPr>
              <a:t> Layer 7 - </a:t>
            </a:r>
            <a:r>
              <a:rPr lang="en-GB" sz="2000" dirty="0">
                <a:solidFill>
                  <a:schemeClr val="tx1"/>
                </a:solidFill>
              </a:rPr>
              <a:t>Resource &amp; Infrastructure Civic UX (Resource Status, Infrastructure Health, Continuity Indicators, Capacity Insights)</a:t>
            </a:r>
            <a:br>
              <a:rPr lang="en-GB" sz="2000" dirty="0">
                <a:solidFill>
                  <a:schemeClr val="tx1"/>
                </a:solidFill>
              </a:rPr>
            </a:br>
            <a:endParaRPr lang="en-GB" sz="20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D9A544CB-16C9-A7D8-8FE3-BA27F7483365}"/>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685A462B-7E3C-3FF7-7D0C-6D77EA93251C}"/>
              </a:ext>
            </a:extLst>
          </p:cNvPr>
          <p:cNvGraphicFramePr>
            <a:graphicFrameLocks noGrp="1"/>
          </p:cNvGraphicFramePr>
          <p:nvPr>
            <p:extLst>
              <p:ext uri="{D42A27DB-BD31-4B8C-83A1-F6EECF244321}">
                <p14:modId xmlns:p14="http://schemas.microsoft.com/office/powerpoint/2010/main" val="3246394433"/>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a:t>Surface</a:t>
                      </a:r>
                    </a:p>
                  </a:txBody>
                  <a:tcPr anchor="ctr">
                    <a:solidFill>
                      <a:srgbClr val="D3CECC"/>
                    </a:solidFill>
                  </a:tcPr>
                </a:tc>
                <a:tc>
                  <a:txBody>
                    <a:bodyPr/>
                    <a:lstStyle/>
                    <a:p>
                      <a:pPr>
                        <a:buNone/>
                      </a:pPr>
                      <a:r>
                        <a:rPr lang="en-GB"/>
                        <a:t>Purpose</a:t>
                      </a:r>
                    </a:p>
                  </a:txBody>
                  <a:tcPr anchor="ctr">
                    <a:solidFill>
                      <a:srgbClr val="D3CECC"/>
                    </a:solidFill>
                  </a:tcPr>
                </a:tc>
                <a:extLst>
                  <a:ext uri="{0D108BD9-81ED-4DB2-BD59-A6C34878D82A}">
                    <a16:rowId xmlns:a16="http://schemas.microsoft.com/office/drawing/2014/main" val="69900846"/>
                  </a:ext>
                </a:extLst>
              </a:tr>
              <a:tr h="500733">
                <a:tc>
                  <a:txBody>
                    <a:bodyPr/>
                    <a:lstStyle/>
                    <a:p>
                      <a:pPr>
                        <a:buNone/>
                      </a:pPr>
                      <a:r>
                        <a:rPr lang="en-GB" b="1"/>
                        <a:t>Resource Status</a:t>
                      </a:r>
                      <a:endParaRPr lang="en-GB"/>
                    </a:p>
                  </a:txBody>
                  <a:tcPr anchor="ctr">
                    <a:solidFill>
                      <a:srgbClr val="D3CECC"/>
                    </a:solidFill>
                  </a:tcPr>
                </a:tc>
                <a:tc>
                  <a:txBody>
                    <a:bodyPr/>
                    <a:lstStyle/>
                    <a:p>
                      <a:pPr>
                        <a:buNone/>
                      </a:pPr>
                      <a:r>
                        <a:rPr lang="en-GB"/>
                        <a:t>Supply, demand, allocation, bottlenecks</a:t>
                      </a:r>
                    </a:p>
                  </a:txBody>
                  <a:tcPr anchor="ctr">
                    <a:solidFill>
                      <a:srgbClr val="D3CECC"/>
                    </a:solidFill>
                  </a:tcPr>
                </a:tc>
                <a:extLst>
                  <a:ext uri="{0D108BD9-81ED-4DB2-BD59-A6C34878D82A}">
                    <a16:rowId xmlns:a16="http://schemas.microsoft.com/office/drawing/2014/main" val="2923198339"/>
                  </a:ext>
                </a:extLst>
              </a:tr>
              <a:tr h="500733">
                <a:tc>
                  <a:txBody>
                    <a:bodyPr/>
                    <a:lstStyle/>
                    <a:p>
                      <a:pPr>
                        <a:buNone/>
                      </a:pPr>
                      <a:r>
                        <a:rPr lang="en-GB" b="1"/>
                        <a:t>Infrastructure Health</a:t>
                      </a:r>
                      <a:endParaRPr lang="en-GB"/>
                    </a:p>
                  </a:txBody>
                  <a:tcPr anchor="ctr">
                    <a:solidFill>
                      <a:srgbClr val="D3CECC"/>
                    </a:solidFill>
                  </a:tcPr>
                </a:tc>
                <a:tc>
                  <a:txBody>
                    <a:bodyPr/>
                    <a:lstStyle/>
                    <a:p>
                      <a:pPr>
                        <a:buNone/>
                      </a:pPr>
                      <a:r>
                        <a:rPr lang="en-GB"/>
                        <a:t>Condition, performance, degradation</a:t>
                      </a:r>
                    </a:p>
                  </a:txBody>
                  <a:tcPr anchor="ctr">
                    <a:solidFill>
                      <a:srgbClr val="D3CECC"/>
                    </a:solidFill>
                  </a:tcPr>
                </a:tc>
                <a:extLst>
                  <a:ext uri="{0D108BD9-81ED-4DB2-BD59-A6C34878D82A}">
                    <a16:rowId xmlns:a16="http://schemas.microsoft.com/office/drawing/2014/main" val="1330039449"/>
                  </a:ext>
                </a:extLst>
              </a:tr>
              <a:tr h="500733">
                <a:tc>
                  <a:txBody>
                    <a:bodyPr/>
                    <a:lstStyle/>
                    <a:p>
                      <a:pPr>
                        <a:buNone/>
                      </a:pPr>
                      <a:r>
                        <a:rPr lang="en-GB" b="1"/>
                        <a:t>Continuity Indicators</a:t>
                      </a:r>
                      <a:endParaRPr lang="en-GB"/>
                    </a:p>
                  </a:txBody>
                  <a:tcPr anchor="ctr">
                    <a:solidFill>
                      <a:srgbClr val="D3CECC"/>
                    </a:solidFill>
                  </a:tcPr>
                </a:tc>
                <a:tc>
                  <a:txBody>
                    <a:bodyPr/>
                    <a:lstStyle/>
                    <a:p>
                      <a:pPr>
                        <a:buNone/>
                      </a:pPr>
                      <a:r>
                        <a:rPr lang="en-GB"/>
                        <a:t>Operational readiness under stress</a:t>
                      </a:r>
                    </a:p>
                  </a:txBody>
                  <a:tcPr anchor="ctr">
                    <a:solidFill>
                      <a:srgbClr val="D3CECC"/>
                    </a:solidFill>
                  </a:tcPr>
                </a:tc>
                <a:extLst>
                  <a:ext uri="{0D108BD9-81ED-4DB2-BD59-A6C34878D82A}">
                    <a16:rowId xmlns:a16="http://schemas.microsoft.com/office/drawing/2014/main" val="652575281"/>
                  </a:ext>
                </a:extLst>
              </a:tr>
              <a:tr h="500733">
                <a:tc>
                  <a:txBody>
                    <a:bodyPr/>
                    <a:lstStyle/>
                    <a:p>
                      <a:pPr>
                        <a:buNone/>
                      </a:pPr>
                      <a:r>
                        <a:rPr lang="en-GB" b="1"/>
                        <a:t>Capacity Insights</a:t>
                      </a:r>
                      <a:endParaRPr lang="en-GB"/>
                    </a:p>
                  </a:txBody>
                  <a:tcPr anchor="ctr">
                    <a:solidFill>
                      <a:srgbClr val="D3CECC"/>
                    </a:solidFill>
                  </a:tcPr>
                </a:tc>
                <a:tc>
                  <a:txBody>
                    <a:bodyPr/>
                    <a:lstStyle/>
                    <a:p>
                      <a:pPr>
                        <a:buNone/>
                      </a:pPr>
                      <a:r>
                        <a:rPr lang="en-GB" dirty="0"/>
                        <a:t>Load, utilisation, future requirements</a:t>
                      </a:r>
                    </a:p>
                  </a:txBody>
                  <a:tcPr anchor="ctr">
                    <a:solidFill>
                      <a:srgbClr val="D3CECC"/>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24606746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21681-C0F7-1EC4-6213-7790D7E0BA96}"/>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51ECE8A3-8256-0262-8186-2509039979DA}"/>
              </a:ext>
            </a:extLst>
          </p:cNvPr>
          <p:cNvSpPr txBox="1"/>
          <p:nvPr/>
        </p:nvSpPr>
        <p:spPr>
          <a:xfrm>
            <a:off x="358726" y="219843"/>
            <a:ext cx="15244257" cy="7017306"/>
          </a:xfrm>
          <a:prstGeom prst="rect">
            <a:avLst/>
          </a:prstGeom>
          <a:solidFill>
            <a:srgbClr val="C4DAC9"/>
          </a:solidFill>
          <a:ln>
            <a:solidFill>
              <a:schemeClr val="accent1">
                <a:shade val="15000"/>
              </a:schemeClr>
            </a:solidFill>
          </a:ln>
        </p:spPr>
        <p:txBody>
          <a:bodyPr wrap="square">
            <a:spAutoFit/>
          </a:bodyPr>
          <a:lstStyle/>
          <a:p>
            <a:r>
              <a:rPr lang="en-GB" b="1" dirty="0"/>
              <a:t>L7 — Planetary &amp; Ecological Civic UX</a:t>
            </a:r>
          </a:p>
          <a:p>
            <a:r>
              <a:rPr lang="en-GB" b="1" i="1" dirty="0"/>
              <a:t>Public Visibility Into Planetary Boundaries and Ecological Health</a:t>
            </a:r>
            <a:endParaRPr lang="en-GB" b="1" dirty="0"/>
          </a:p>
          <a:p>
            <a:endParaRPr lang="en-GB" b="1" dirty="0"/>
          </a:p>
          <a:p>
            <a:r>
              <a:rPr lang="en-GB" b="1" dirty="0"/>
              <a:t>Purpose</a:t>
            </a:r>
          </a:p>
          <a:p>
            <a:r>
              <a:rPr lang="en-GB" dirty="0"/>
              <a:t>Show the public the state of climate, biodiversity, boundaries, and regeneration.</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t>L7 surfaces convert L6 ecological and planetary outputs into public‑readable indicators and summaries.</a:t>
            </a: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Public stewardship of planetary health.</a:t>
            </a:r>
          </a:p>
        </p:txBody>
      </p:sp>
      <p:sp>
        <p:nvSpPr>
          <p:cNvPr id="6" name="Title 5">
            <a:extLst>
              <a:ext uri="{FF2B5EF4-FFF2-40B4-BE49-F238E27FC236}">
                <a16:creationId xmlns:a16="http://schemas.microsoft.com/office/drawing/2014/main" id="{943A1D07-2FBE-6A7E-F5A5-8337FECACEFB}"/>
              </a:ext>
            </a:extLst>
          </p:cNvPr>
          <p:cNvSpPr>
            <a:spLocks noGrp="1"/>
          </p:cNvSpPr>
          <p:nvPr>
            <p:ph type="title"/>
          </p:nvPr>
        </p:nvSpPr>
        <p:spPr>
          <a:xfrm>
            <a:off x="0" y="7725747"/>
            <a:ext cx="15840075" cy="373678"/>
          </a:xfrm>
          <a:solidFill>
            <a:srgbClr val="C4DAC9"/>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000" noProof="0" dirty="0">
                <a:solidFill>
                  <a:schemeClr val="tx1"/>
                </a:solidFill>
                <a:latin typeface="+mn-lt"/>
                <a:ea typeface="+mn-ea"/>
                <a:cs typeface="+mn-cs"/>
              </a:rPr>
              <a:t> Layer 7 - </a:t>
            </a:r>
            <a:r>
              <a:rPr lang="en-GB" sz="2000" dirty="0">
                <a:solidFill>
                  <a:schemeClr val="tx1"/>
                </a:solidFill>
              </a:rPr>
              <a:t>Planetary &amp; Ecological Civic UX (Boundary Status, Biodiversity Health, Climate Indicators, Regeneration Progress)</a:t>
            </a:r>
            <a:br>
              <a:rPr lang="en-GB" sz="2000" dirty="0">
                <a:solidFill>
                  <a:schemeClr val="tx1"/>
                </a:solidFill>
              </a:rPr>
            </a:br>
            <a:br>
              <a:rPr lang="en-GB" sz="2000" dirty="0">
                <a:solidFill>
                  <a:schemeClr val="tx1"/>
                </a:solidFill>
              </a:rPr>
            </a:br>
            <a:endParaRPr lang="en-GB" sz="20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8E4A4336-07F7-30FE-FAF0-85DBACFCA120}"/>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B70B8DBD-C754-9A8F-2012-5F5ECE6CD917}"/>
              </a:ext>
            </a:extLst>
          </p:cNvPr>
          <p:cNvGraphicFramePr>
            <a:graphicFrameLocks noGrp="1"/>
          </p:cNvGraphicFramePr>
          <p:nvPr>
            <p:extLst>
              <p:ext uri="{D42A27DB-BD31-4B8C-83A1-F6EECF244321}">
                <p14:modId xmlns:p14="http://schemas.microsoft.com/office/powerpoint/2010/main" val="175033838"/>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a:t>Surface</a:t>
                      </a:r>
                    </a:p>
                  </a:txBody>
                  <a:tcPr anchor="ctr">
                    <a:solidFill>
                      <a:srgbClr val="C4DAC9"/>
                    </a:solidFill>
                  </a:tcPr>
                </a:tc>
                <a:tc>
                  <a:txBody>
                    <a:bodyPr/>
                    <a:lstStyle/>
                    <a:p>
                      <a:pPr>
                        <a:buNone/>
                      </a:pPr>
                      <a:r>
                        <a:rPr lang="en-GB"/>
                        <a:t>Purpose</a:t>
                      </a:r>
                    </a:p>
                  </a:txBody>
                  <a:tcPr anchor="ctr">
                    <a:solidFill>
                      <a:srgbClr val="C4DAC9"/>
                    </a:solidFill>
                  </a:tcPr>
                </a:tc>
                <a:extLst>
                  <a:ext uri="{0D108BD9-81ED-4DB2-BD59-A6C34878D82A}">
                    <a16:rowId xmlns:a16="http://schemas.microsoft.com/office/drawing/2014/main" val="69900846"/>
                  </a:ext>
                </a:extLst>
              </a:tr>
              <a:tr h="500733">
                <a:tc>
                  <a:txBody>
                    <a:bodyPr/>
                    <a:lstStyle/>
                    <a:p>
                      <a:pPr>
                        <a:buNone/>
                      </a:pPr>
                      <a:r>
                        <a:rPr lang="en-GB" b="1"/>
                        <a:t>Boundary Status</a:t>
                      </a:r>
                      <a:endParaRPr lang="en-GB"/>
                    </a:p>
                  </a:txBody>
                  <a:tcPr anchor="ctr">
                    <a:solidFill>
                      <a:srgbClr val="C4DAC9"/>
                    </a:solidFill>
                  </a:tcPr>
                </a:tc>
                <a:tc>
                  <a:txBody>
                    <a:bodyPr/>
                    <a:lstStyle/>
                    <a:p>
                      <a:pPr>
                        <a:buNone/>
                      </a:pPr>
                      <a:r>
                        <a:rPr lang="en-GB"/>
                        <a:t>Thresholds, limits, and breaches</a:t>
                      </a:r>
                    </a:p>
                  </a:txBody>
                  <a:tcPr anchor="ctr">
                    <a:solidFill>
                      <a:srgbClr val="C4DAC9"/>
                    </a:solidFill>
                  </a:tcPr>
                </a:tc>
                <a:extLst>
                  <a:ext uri="{0D108BD9-81ED-4DB2-BD59-A6C34878D82A}">
                    <a16:rowId xmlns:a16="http://schemas.microsoft.com/office/drawing/2014/main" val="2923198339"/>
                  </a:ext>
                </a:extLst>
              </a:tr>
              <a:tr h="500733">
                <a:tc>
                  <a:txBody>
                    <a:bodyPr/>
                    <a:lstStyle/>
                    <a:p>
                      <a:pPr>
                        <a:buNone/>
                      </a:pPr>
                      <a:r>
                        <a:rPr lang="en-GB" b="1"/>
                        <a:t>Biodiversity Health</a:t>
                      </a:r>
                      <a:endParaRPr lang="en-GB"/>
                    </a:p>
                  </a:txBody>
                  <a:tcPr anchor="ctr">
                    <a:solidFill>
                      <a:srgbClr val="C4DAC9"/>
                    </a:solidFill>
                  </a:tcPr>
                </a:tc>
                <a:tc>
                  <a:txBody>
                    <a:bodyPr/>
                    <a:lstStyle/>
                    <a:p>
                      <a:pPr>
                        <a:buNone/>
                      </a:pPr>
                      <a:r>
                        <a:rPr lang="en-GB"/>
                        <a:t>Species, ecosystems, ecological networks</a:t>
                      </a:r>
                    </a:p>
                  </a:txBody>
                  <a:tcPr anchor="ctr">
                    <a:solidFill>
                      <a:srgbClr val="C4DAC9"/>
                    </a:solidFill>
                  </a:tcPr>
                </a:tc>
                <a:extLst>
                  <a:ext uri="{0D108BD9-81ED-4DB2-BD59-A6C34878D82A}">
                    <a16:rowId xmlns:a16="http://schemas.microsoft.com/office/drawing/2014/main" val="1330039449"/>
                  </a:ext>
                </a:extLst>
              </a:tr>
              <a:tr h="500733">
                <a:tc>
                  <a:txBody>
                    <a:bodyPr/>
                    <a:lstStyle/>
                    <a:p>
                      <a:pPr>
                        <a:buNone/>
                      </a:pPr>
                      <a:r>
                        <a:rPr lang="en-GB" b="1"/>
                        <a:t>Climate Indicators</a:t>
                      </a:r>
                      <a:endParaRPr lang="en-GB"/>
                    </a:p>
                  </a:txBody>
                  <a:tcPr anchor="ctr">
                    <a:solidFill>
                      <a:srgbClr val="C4DAC9"/>
                    </a:solidFill>
                  </a:tcPr>
                </a:tc>
                <a:tc>
                  <a:txBody>
                    <a:bodyPr/>
                    <a:lstStyle/>
                    <a:p>
                      <a:pPr>
                        <a:buNone/>
                      </a:pPr>
                      <a:r>
                        <a:rPr lang="en-GB"/>
                        <a:t>Emissions, stressors, environmental signals</a:t>
                      </a:r>
                    </a:p>
                  </a:txBody>
                  <a:tcPr anchor="ctr">
                    <a:solidFill>
                      <a:srgbClr val="C4DAC9"/>
                    </a:solidFill>
                  </a:tcPr>
                </a:tc>
                <a:extLst>
                  <a:ext uri="{0D108BD9-81ED-4DB2-BD59-A6C34878D82A}">
                    <a16:rowId xmlns:a16="http://schemas.microsoft.com/office/drawing/2014/main" val="652575281"/>
                  </a:ext>
                </a:extLst>
              </a:tr>
              <a:tr h="500733">
                <a:tc>
                  <a:txBody>
                    <a:bodyPr/>
                    <a:lstStyle/>
                    <a:p>
                      <a:pPr>
                        <a:buNone/>
                      </a:pPr>
                      <a:r>
                        <a:rPr lang="en-GB" b="1"/>
                        <a:t>Regeneration Progress</a:t>
                      </a:r>
                      <a:endParaRPr lang="en-GB"/>
                    </a:p>
                  </a:txBody>
                  <a:tcPr anchor="ctr">
                    <a:solidFill>
                      <a:srgbClr val="C4DAC9"/>
                    </a:solidFill>
                  </a:tcPr>
                </a:tc>
                <a:tc>
                  <a:txBody>
                    <a:bodyPr/>
                    <a:lstStyle/>
                    <a:p>
                      <a:pPr>
                        <a:buNone/>
                      </a:pPr>
                      <a:r>
                        <a:rPr lang="en-GB" dirty="0"/>
                        <a:t>Restoration and recovery actions</a:t>
                      </a:r>
                    </a:p>
                  </a:txBody>
                  <a:tcPr anchor="ctr">
                    <a:solidFill>
                      <a:srgbClr val="C4DAC9"/>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30445924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01C8E-AD00-9636-A2B8-C8FE69A8BC52}"/>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19482C5-1B12-892A-28A5-2C57E1A0C7D7}"/>
              </a:ext>
            </a:extLst>
          </p:cNvPr>
          <p:cNvSpPr txBox="1"/>
          <p:nvPr/>
        </p:nvSpPr>
        <p:spPr>
          <a:xfrm>
            <a:off x="358726" y="219843"/>
            <a:ext cx="15244257" cy="7017306"/>
          </a:xfrm>
          <a:prstGeom prst="rect">
            <a:avLst/>
          </a:prstGeom>
          <a:solidFill>
            <a:srgbClr val="D2C2E2"/>
          </a:solidFill>
          <a:ln>
            <a:solidFill>
              <a:schemeClr val="accent1">
                <a:shade val="15000"/>
              </a:schemeClr>
            </a:solidFill>
          </a:ln>
        </p:spPr>
        <p:txBody>
          <a:bodyPr wrap="square">
            <a:spAutoFit/>
          </a:bodyPr>
          <a:lstStyle/>
          <a:p>
            <a:r>
              <a:rPr lang="en-GB" b="1" dirty="0"/>
              <a:t>L7 — Meta‑Integration Civic UX</a:t>
            </a:r>
          </a:p>
          <a:p>
            <a:r>
              <a:rPr lang="en-GB" b="1" i="1" dirty="0"/>
              <a:t>Public Understanding of System‑Wide Structure and Dependencies</a:t>
            </a:r>
            <a:endParaRPr lang="en-GB" b="1" dirty="0"/>
          </a:p>
          <a:p>
            <a:endParaRPr lang="en-GB" b="1" dirty="0"/>
          </a:p>
          <a:p>
            <a:r>
              <a:rPr lang="en-GB" b="1" dirty="0"/>
              <a:t>Purpose</a:t>
            </a:r>
          </a:p>
          <a:p>
            <a:r>
              <a:rPr lang="en-GB" dirty="0"/>
              <a:t>Help the public see how the whole system fits together and how changes propagate.</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t>L7 surfaces translate L6 integration outputs into publicly readable system maps and dependency views.</a:t>
            </a:r>
            <a:endParaRPr lang="en-GB" b="1" dirty="0"/>
          </a:p>
          <a:p>
            <a:pPr>
              <a:buNone/>
            </a:pPr>
            <a:endParaRPr lang="en-GB" b="1" dirty="0"/>
          </a:p>
          <a:p>
            <a:pPr>
              <a:buNone/>
            </a:pPr>
            <a:endParaRPr lang="en-GB" b="1" dirty="0"/>
          </a:p>
          <a:p>
            <a:pPr>
              <a:buNone/>
            </a:pPr>
            <a:endParaRPr lang="en-GB" b="1" dirty="0"/>
          </a:p>
          <a:p>
            <a:pPr>
              <a:buNone/>
            </a:pPr>
            <a:r>
              <a:rPr lang="en-GB" b="1" dirty="0"/>
              <a:t>What This Layer Enables</a:t>
            </a:r>
          </a:p>
          <a:p>
            <a:r>
              <a:rPr lang="en-GB" dirty="0"/>
              <a:t>Public comprehension of </a:t>
            </a:r>
            <a:r>
              <a:rPr lang="en-GB" dirty="0" err="1"/>
              <a:t>CivOS</a:t>
            </a:r>
            <a:r>
              <a:rPr lang="en-GB" dirty="0"/>
              <a:t> as a coherent whole.</a:t>
            </a:r>
          </a:p>
        </p:txBody>
      </p:sp>
      <p:sp>
        <p:nvSpPr>
          <p:cNvPr id="6" name="Title 5">
            <a:extLst>
              <a:ext uri="{FF2B5EF4-FFF2-40B4-BE49-F238E27FC236}">
                <a16:creationId xmlns:a16="http://schemas.microsoft.com/office/drawing/2014/main" id="{BEACBDD6-9FDA-D020-0047-3D499E97B88B}"/>
              </a:ext>
            </a:extLst>
          </p:cNvPr>
          <p:cNvSpPr>
            <a:spLocks noGrp="1"/>
          </p:cNvSpPr>
          <p:nvPr>
            <p:ph type="title"/>
          </p:nvPr>
        </p:nvSpPr>
        <p:spPr>
          <a:xfrm>
            <a:off x="0" y="7725747"/>
            <a:ext cx="15840075" cy="373678"/>
          </a:xfrm>
          <a:solidFill>
            <a:srgbClr val="D2C2E2"/>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r>
              <a:rPr lang="en-GB" sz="2400" dirty="0">
                <a:solidFill>
                  <a:schemeClr val="tx1"/>
                </a:solidFill>
              </a:rPr>
              <a:t>Layer 7 - Meta‑Integration Civic UX (System Maps, Dependency Views, Cross‑Family Effects, Integration Health)</a:t>
            </a:r>
            <a:br>
              <a:rPr lang="en-GB" sz="2400" dirty="0">
                <a:solidFill>
                  <a:schemeClr val="tx1"/>
                </a:solidFill>
              </a:rPr>
            </a:br>
            <a:br>
              <a:rPr lang="en-GB" sz="2400" dirty="0">
                <a:solidFill>
                  <a:schemeClr val="tx1"/>
                </a:solidFill>
              </a:rPr>
            </a:br>
            <a:br>
              <a:rPr lang="en-GB" sz="2400" dirty="0">
                <a:solidFill>
                  <a:schemeClr val="tx1"/>
                </a:solidFill>
              </a:rPr>
            </a:br>
            <a:endParaRPr lang="en-GB" sz="24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BEA84526-08CF-6720-7191-A783E005A82B}"/>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A487B35C-B309-2CE5-87B8-60402FE12B75}"/>
              </a:ext>
            </a:extLst>
          </p:cNvPr>
          <p:cNvGraphicFramePr>
            <a:graphicFrameLocks noGrp="1"/>
          </p:cNvGraphicFramePr>
          <p:nvPr>
            <p:extLst>
              <p:ext uri="{D42A27DB-BD31-4B8C-83A1-F6EECF244321}">
                <p14:modId xmlns:p14="http://schemas.microsoft.com/office/powerpoint/2010/main" val="2782628291"/>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a:t>Surface</a:t>
                      </a:r>
                    </a:p>
                  </a:txBody>
                  <a:tcPr anchor="ctr">
                    <a:solidFill>
                      <a:srgbClr val="D2C2E2"/>
                    </a:solidFill>
                  </a:tcPr>
                </a:tc>
                <a:tc>
                  <a:txBody>
                    <a:bodyPr/>
                    <a:lstStyle/>
                    <a:p>
                      <a:pPr>
                        <a:buNone/>
                      </a:pPr>
                      <a:r>
                        <a:rPr lang="en-GB"/>
                        <a:t>Purpose</a:t>
                      </a:r>
                    </a:p>
                  </a:txBody>
                  <a:tcPr anchor="ctr">
                    <a:solidFill>
                      <a:srgbClr val="D2C2E2"/>
                    </a:solidFill>
                  </a:tcPr>
                </a:tc>
                <a:extLst>
                  <a:ext uri="{0D108BD9-81ED-4DB2-BD59-A6C34878D82A}">
                    <a16:rowId xmlns:a16="http://schemas.microsoft.com/office/drawing/2014/main" val="69900846"/>
                  </a:ext>
                </a:extLst>
              </a:tr>
              <a:tr h="500733">
                <a:tc>
                  <a:txBody>
                    <a:bodyPr/>
                    <a:lstStyle/>
                    <a:p>
                      <a:pPr>
                        <a:buNone/>
                      </a:pPr>
                      <a:r>
                        <a:rPr lang="en-GB" b="1"/>
                        <a:t>System Maps</a:t>
                      </a:r>
                      <a:endParaRPr lang="en-GB"/>
                    </a:p>
                  </a:txBody>
                  <a:tcPr anchor="ctr">
                    <a:solidFill>
                      <a:srgbClr val="D2C2E2"/>
                    </a:solidFill>
                  </a:tcPr>
                </a:tc>
                <a:tc>
                  <a:txBody>
                    <a:bodyPr/>
                    <a:lstStyle/>
                    <a:p>
                      <a:pPr>
                        <a:buNone/>
                      </a:pPr>
                      <a:r>
                        <a:rPr lang="en-GB"/>
                        <a:t>Visualising structure and flows</a:t>
                      </a:r>
                    </a:p>
                  </a:txBody>
                  <a:tcPr anchor="ctr">
                    <a:solidFill>
                      <a:srgbClr val="D2C2E2"/>
                    </a:solidFill>
                  </a:tcPr>
                </a:tc>
                <a:extLst>
                  <a:ext uri="{0D108BD9-81ED-4DB2-BD59-A6C34878D82A}">
                    <a16:rowId xmlns:a16="http://schemas.microsoft.com/office/drawing/2014/main" val="2923198339"/>
                  </a:ext>
                </a:extLst>
              </a:tr>
              <a:tr h="500733">
                <a:tc>
                  <a:txBody>
                    <a:bodyPr/>
                    <a:lstStyle/>
                    <a:p>
                      <a:pPr>
                        <a:buNone/>
                      </a:pPr>
                      <a:r>
                        <a:rPr lang="en-GB" b="1"/>
                        <a:t>Dependency Views</a:t>
                      </a:r>
                      <a:endParaRPr lang="en-GB"/>
                    </a:p>
                  </a:txBody>
                  <a:tcPr anchor="ctr">
                    <a:solidFill>
                      <a:srgbClr val="D2C2E2"/>
                    </a:solidFill>
                  </a:tcPr>
                </a:tc>
                <a:tc>
                  <a:txBody>
                    <a:bodyPr/>
                    <a:lstStyle/>
                    <a:p>
                      <a:pPr>
                        <a:buNone/>
                      </a:pPr>
                      <a:r>
                        <a:rPr lang="en-GB"/>
                        <a:t>How Families rely on each other</a:t>
                      </a:r>
                    </a:p>
                  </a:txBody>
                  <a:tcPr anchor="ctr">
                    <a:solidFill>
                      <a:srgbClr val="D2C2E2"/>
                    </a:solidFill>
                  </a:tcPr>
                </a:tc>
                <a:extLst>
                  <a:ext uri="{0D108BD9-81ED-4DB2-BD59-A6C34878D82A}">
                    <a16:rowId xmlns:a16="http://schemas.microsoft.com/office/drawing/2014/main" val="1330039449"/>
                  </a:ext>
                </a:extLst>
              </a:tr>
              <a:tr h="500733">
                <a:tc>
                  <a:txBody>
                    <a:bodyPr/>
                    <a:lstStyle/>
                    <a:p>
                      <a:pPr>
                        <a:buNone/>
                      </a:pPr>
                      <a:r>
                        <a:rPr lang="en-GB" b="1"/>
                        <a:t>Cross‑Family Effects</a:t>
                      </a:r>
                      <a:endParaRPr lang="en-GB"/>
                    </a:p>
                  </a:txBody>
                  <a:tcPr anchor="ctr">
                    <a:solidFill>
                      <a:srgbClr val="D2C2E2"/>
                    </a:solidFill>
                  </a:tcPr>
                </a:tc>
                <a:tc>
                  <a:txBody>
                    <a:bodyPr/>
                    <a:lstStyle/>
                    <a:p>
                      <a:pPr>
                        <a:buNone/>
                      </a:pPr>
                      <a:r>
                        <a:rPr lang="en-GB"/>
                        <a:t>How changes ripple across the system</a:t>
                      </a:r>
                    </a:p>
                  </a:txBody>
                  <a:tcPr anchor="ctr">
                    <a:solidFill>
                      <a:srgbClr val="D2C2E2"/>
                    </a:solidFill>
                  </a:tcPr>
                </a:tc>
                <a:extLst>
                  <a:ext uri="{0D108BD9-81ED-4DB2-BD59-A6C34878D82A}">
                    <a16:rowId xmlns:a16="http://schemas.microsoft.com/office/drawing/2014/main" val="652575281"/>
                  </a:ext>
                </a:extLst>
              </a:tr>
              <a:tr h="500733">
                <a:tc>
                  <a:txBody>
                    <a:bodyPr/>
                    <a:lstStyle/>
                    <a:p>
                      <a:pPr>
                        <a:buNone/>
                      </a:pPr>
                      <a:r>
                        <a:rPr lang="en-GB" b="1"/>
                        <a:t>Integration Health</a:t>
                      </a:r>
                      <a:endParaRPr lang="en-GB"/>
                    </a:p>
                  </a:txBody>
                  <a:tcPr anchor="ctr">
                    <a:solidFill>
                      <a:srgbClr val="D2C2E2"/>
                    </a:solidFill>
                  </a:tcPr>
                </a:tc>
                <a:tc>
                  <a:txBody>
                    <a:bodyPr/>
                    <a:lstStyle/>
                    <a:p>
                      <a:pPr>
                        <a:buNone/>
                      </a:pPr>
                      <a:r>
                        <a:rPr lang="en-GB" dirty="0"/>
                        <a:t>Stability and performance of the whole architecture</a:t>
                      </a:r>
                    </a:p>
                  </a:txBody>
                  <a:tcPr anchor="ctr">
                    <a:solidFill>
                      <a:srgbClr val="D2C2E2"/>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2337036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90BC6-F3D1-8ED0-1CB1-C01BB8D44C03}"/>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429CDC4D-CEE6-CF30-FDA7-28DAE0C50B05}"/>
              </a:ext>
            </a:extLst>
          </p:cNvPr>
          <p:cNvSpPr txBox="1"/>
          <p:nvPr/>
        </p:nvSpPr>
        <p:spPr>
          <a:xfrm>
            <a:off x="358726" y="219843"/>
            <a:ext cx="15244257" cy="6740307"/>
          </a:xfrm>
          <a:prstGeom prst="rect">
            <a:avLst/>
          </a:prstGeom>
          <a:solidFill>
            <a:schemeClr val="tx1"/>
          </a:solidFill>
          <a:ln>
            <a:solidFill>
              <a:schemeClr val="accent1">
                <a:shade val="15000"/>
              </a:schemeClr>
            </a:solidFill>
          </a:ln>
        </p:spPr>
        <p:txBody>
          <a:bodyPr wrap="square">
            <a:spAutoFit/>
          </a:bodyPr>
          <a:lstStyle/>
          <a:p>
            <a:r>
              <a:rPr lang="en-GB" b="1" dirty="0">
                <a:solidFill>
                  <a:schemeClr val="bg1"/>
                </a:solidFill>
              </a:rPr>
              <a:t>L7 — Minimum Viable Systems Civic UX</a:t>
            </a:r>
          </a:p>
          <a:p>
            <a:r>
              <a:rPr lang="en-GB" b="1" dirty="0">
                <a:solidFill>
                  <a:schemeClr val="bg1"/>
                </a:solidFill>
              </a:rPr>
              <a:t>Public Visibility Into Core Identity, Records, and Protocols</a:t>
            </a:r>
          </a:p>
          <a:p>
            <a:endParaRPr lang="en-GB" b="1" dirty="0">
              <a:solidFill>
                <a:schemeClr val="bg1"/>
              </a:solidFill>
            </a:endParaRPr>
          </a:p>
          <a:p>
            <a:r>
              <a:rPr lang="en-GB" b="1" dirty="0">
                <a:solidFill>
                  <a:schemeClr val="bg1"/>
                </a:solidFill>
              </a:rPr>
              <a:t>Purpose</a:t>
            </a:r>
          </a:p>
          <a:p>
            <a:r>
              <a:rPr lang="en-GB" b="1" dirty="0">
                <a:solidFill>
                  <a:schemeClr val="bg1"/>
                </a:solidFill>
              </a:rPr>
              <a:t>Expose the essential foundations of </a:t>
            </a:r>
            <a:r>
              <a:rPr lang="en-GB" b="1" dirty="0" err="1">
                <a:solidFill>
                  <a:schemeClr val="bg1"/>
                </a:solidFill>
              </a:rPr>
              <a:t>CivOS</a:t>
            </a:r>
            <a:r>
              <a:rPr lang="en-GB" b="1" dirty="0">
                <a:solidFill>
                  <a:schemeClr val="bg1"/>
                </a:solidFill>
              </a:rPr>
              <a:t> in a clear, rights‑aligned way.</a:t>
            </a:r>
          </a:p>
          <a:p>
            <a:endParaRPr lang="en-GB" b="1" dirty="0">
              <a:solidFill>
                <a:schemeClr val="bg1"/>
              </a:solidFill>
            </a:endParaRPr>
          </a:p>
          <a:p>
            <a:r>
              <a:rPr lang="en-GB" b="1" dirty="0">
                <a:solidFill>
                  <a:schemeClr val="bg1"/>
                </a:solidFill>
              </a:rPr>
              <a:t>Scope</a:t>
            </a:r>
          </a:p>
          <a:p>
            <a:r>
              <a:rPr lang="en-GB" dirty="0">
                <a:solidFill>
                  <a:schemeClr val="bg1"/>
                </a:solidFill>
              </a:rPr>
              <a:t>Four operational domains:</a:t>
            </a: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r>
              <a:rPr lang="en-GB" b="1" dirty="0">
                <a:solidFill>
                  <a:schemeClr val="bg1"/>
                </a:solidFill>
              </a:rPr>
              <a:t>How It Works</a:t>
            </a:r>
          </a:p>
          <a:p>
            <a:pPr>
              <a:buNone/>
            </a:pPr>
            <a:r>
              <a:rPr lang="en-GB" dirty="0">
                <a:solidFill>
                  <a:schemeClr val="bg1"/>
                </a:solidFill>
              </a:rPr>
              <a:t>L7 surfaces translate L6 identity, ledger, and protocol outputs into publicly readable summaries.</a:t>
            </a:r>
            <a:endParaRPr lang="en-GB" b="1" dirty="0">
              <a:solidFill>
                <a:schemeClr val="bg1"/>
              </a:solidFill>
            </a:endParaRPr>
          </a:p>
          <a:p>
            <a:pPr>
              <a:buNone/>
            </a:pPr>
            <a:endParaRPr lang="en-GB" b="1" dirty="0">
              <a:solidFill>
                <a:schemeClr val="bg1"/>
              </a:solidFill>
            </a:endParaRPr>
          </a:p>
          <a:p>
            <a:pPr>
              <a:buNone/>
            </a:pPr>
            <a:endParaRPr lang="en-GB" b="1" dirty="0">
              <a:solidFill>
                <a:schemeClr val="bg1"/>
              </a:solidFill>
            </a:endParaRPr>
          </a:p>
          <a:p>
            <a:pPr>
              <a:buNone/>
            </a:pPr>
            <a:r>
              <a:rPr lang="en-GB" b="1" dirty="0">
                <a:solidFill>
                  <a:schemeClr val="bg1"/>
                </a:solidFill>
              </a:rPr>
              <a:t>What This Layer Enables</a:t>
            </a:r>
          </a:p>
          <a:p>
            <a:r>
              <a:rPr lang="en-GB" dirty="0">
                <a:solidFill>
                  <a:schemeClr val="bg1"/>
                </a:solidFill>
              </a:rPr>
              <a:t>Public trust in the foundational layers.</a:t>
            </a:r>
          </a:p>
        </p:txBody>
      </p:sp>
      <p:sp>
        <p:nvSpPr>
          <p:cNvPr id="6" name="Title 5">
            <a:extLst>
              <a:ext uri="{FF2B5EF4-FFF2-40B4-BE49-F238E27FC236}">
                <a16:creationId xmlns:a16="http://schemas.microsoft.com/office/drawing/2014/main" id="{D2C95DD4-9B71-38F8-7552-3D0310D53E38}"/>
              </a:ext>
            </a:extLst>
          </p:cNvPr>
          <p:cNvSpPr>
            <a:spLocks noGrp="1"/>
          </p:cNvSpPr>
          <p:nvPr>
            <p:ph type="title"/>
          </p:nvPr>
        </p:nvSpPr>
        <p:spPr>
          <a:xfrm>
            <a:off x="0" y="7725747"/>
            <a:ext cx="15840075" cy="373678"/>
          </a:xfr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400" noProof="0" dirty="0">
                <a:solidFill>
                  <a:schemeClr val="bg1"/>
                </a:solidFill>
                <a:latin typeface="+mn-lt"/>
                <a:ea typeface="+mn-ea"/>
                <a:cs typeface="+mn-cs"/>
              </a:rPr>
              <a:t> Layer 7 - </a:t>
            </a:r>
            <a:r>
              <a:rPr lang="en-GB" sz="2400" dirty="0">
                <a:solidFill>
                  <a:schemeClr val="bg1"/>
                </a:solidFill>
              </a:rPr>
              <a:t>Minimum Viable Systems Civic UX (Identity Status, Core Records, Messaging Health, Protocol Transparency)</a:t>
            </a:r>
            <a:br>
              <a:rPr lang="en-GB" sz="2400" dirty="0">
                <a:solidFill>
                  <a:schemeClr val="bg1"/>
                </a:solidFill>
              </a:rPr>
            </a:br>
            <a:endParaRPr lang="en-GB" sz="24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3E08DA1E-1F80-5ACA-0E5F-EA544C2727F3}"/>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A382AAC8-5E29-0EE8-B850-69E6BF27DE01}"/>
              </a:ext>
            </a:extLst>
          </p:cNvPr>
          <p:cNvGraphicFramePr>
            <a:graphicFrameLocks noGrp="1"/>
          </p:cNvGraphicFramePr>
          <p:nvPr>
            <p:extLst>
              <p:ext uri="{D42A27DB-BD31-4B8C-83A1-F6EECF244321}">
                <p14:modId xmlns:p14="http://schemas.microsoft.com/office/powerpoint/2010/main" val="605640845"/>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a:solidFill>
                            <a:schemeClr val="bg1"/>
                          </a:solidFill>
                        </a:rPr>
                        <a:t>Surface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a:solidFill>
                            <a:schemeClr val="bg1"/>
                          </a:solidFill>
                        </a:rPr>
                        <a:t>Purpose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69900846"/>
                  </a:ext>
                </a:extLst>
              </a:tr>
              <a:tr h="500733">
                <a:tc>
                  <a:txBody>
                    <a:bodyPr/>
                    <a:lstStyle/>
                    <a:p>
                      <a:pPr>
                        <a:buNone/>
                      </a:pPr>
                      <a:r>
                        <a:rPr lang="en-GB" b="1">
                          <a:solidFill>
                            <a:schemeClr val="bg1"/>
                          </a:solidFill>
                        </a:rPr>
                        <a:t>Identity Status</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a:solidFill>
                            <a:schemeClr val="bg1"/>
                          </a:solidFill>
                        </a:rPr>
                        <a:t>Credentials, permissions, identity events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923198339"/>
                  </a:ext>
                </a:extLst>
              </a:tr>
              <a:tr h="500733">
                <a:tc>
                  <a:txBody>
                    <a:bodyPr/>
                    <a:lstStyle/>
                    <a:p>
                      <a:pPr>
                        <a:buNone/>
                      </a:pPr>
                      <a:r>
                        <a:rPr lang="en-GB" b="1">
                          <a:solidFill>
                            <a:schemeClr val="bg1"/>
                          </a:solidFill>
                        </a:rPr>
                        <a:t>Core Records</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a:solidFill>
                            <a:schemeClr val="bg1"/>
                          </a:solidFill>
                        </a:rPr>
                        <a:t>Public‑readable ledger summaries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330039449"/>
                  </a:ext>
                </a:extLst>
              </a:tr>
              <a:tr h="500733">
                <a:tc>
                  <a:txBody>
                    <a:bodyPr/>
                    <a:lstStyle/>
                    <a:p>
                      <a:pPr>
                        <a:buNone/>
                      </a:pPr>
                      <a:r>
                        <a:rPr lang="en-GB" b="1">
                          <a:solidFill>
                            <a:schemeClr val="bg1"/>
                          </a:solidFill>
                        </a:rPr>
                        <a:t>Messaging Health</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a:solidFill>
                            <a:schemeClr val="bg1"/>
                          </a:solidFill>
                        </a:rPr>
                        <a:t>System communication status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652575281"/>
                  </a:ext>
                </a:extLst>
              </a:tr>
              <a:tr h="500733">
                <a:tc>
                  <a:txBody>
                    <a:bodyPr/>
                    <a:lstStyle/>
                    <a:p>
                      <a:pPr>
                        <a:buNone/>
                      </a:pPr>
                      <a:r>
                        <a:rPr lang="en-GB" b="1">
                          <a:solidFill>
                            <a:schemeClr val="bg1"/>
                          </a:solidFill>
                        </a:rPr>
                        <a:t>Protocol Transparency</a:t>
                      </a:r>
                      <a:endParaRPr lang="en-GB">
                        <a:solidFill>
                          <a:schemeClr val="bg1"/>
                        </a:solidFill>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buNone/>
                      </a:pPr>
                      <a:r>
                        <a:rPr lang="en-GB" dirty="0">
                          <a:solidFill>
                            <a:schemeClr val="bg1"/>
                          </a:solidFill>
                        </a:rPr>
                        <a:t>How core rules operate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1879465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3B263-1DA5-21F0-1051-7EA75B51AC21}"/>
            </a:ext>
          </a:extLst>
        </p:cNvPr>
        <p:cNvGrpSpPr/>
        <p:nvPr/>
      </p:nvGrpSpPr>
      <p:grpSpPr>
        <a:xfrm>
          <a:off x="0" y="0"/>
          <a:ext cx="0" cy="0"/>
          <a:chOff x="0" y="0"/>
          <a:chExt cx="0" cy="0"/>
        </a:xfrm>
      </p:grpSpPr>
      <p:sp>
        <p:nvSpPr>
          <p:cNvPr id="16" name="TextBox 15">
            <a:extLst>
              <a:ext uri="{FF2B5EF4-FFF2-40B4-BE49-F238E27FC236}">
                <a16:creationId xmlns:a16="http://schemas.microsoft.com/office/drawing/2014/main" id="{25676E73-CB56-34C4-C0AF-5735852E5DC9}"/>
              </a:ext>
            </a:extLst>
          </p:cNvPr>
          <p:cNvSpPr txBox="1"/>
          <p:nvPr/>
        </p:nvSpPr>
        <p:spPr>
          <a:xfrm>
            <a:off x="358726" y="219843"/>
            <a:ext cx="15244257" cy="6740307"/>
          </a:xfrm>
          <a:prstGeom prst="rect">
            <a:avLst/>
          </a:prstGeom>
          <a:solidFill>
            <a:srgbClr val="CAD1D5"/>
          </a:solidFill>
          <a:ln>
            <a:solidFill>
              <a:schemeClr val="accent1">
                <a:shade val="15000"/>
              </a:schemeClr>
            </a:solidFill>
          </a:ln>
        </p:spPr>
        <p:txBody>
          <a:bodyPr wrap="square">
            <a:spAutoFit/>
          </a:bodyPr>
          <a:lstStyle/>
          <a:p>
            <a:r>
              <a:rPr lang="en-GB" b="1" dirty="0"/>
              <a:t>L7 — Standards Civic UX</a:t>
            </a:r>
          </a:p>
          <a:p>
            <a:r>
              <a:rPr lang="en-GB" b="1" i="1" dirty="0"/>
              <a:t>Public Visibility Into Schemas, Protocols, Compliance, and Registries</a:t>
            </a:r>
            <a:endParaRPr lang="en-GB" b="1" dirty="0"/>
          </a:p>
          <a:p>
            <a:endParaRPr lang="en-GB" b="1" dirty="0"/>
          </a:p>
          <a:p>
            <a:r>
              <a:rPr lang="en-GB" b="1" dirty="0"/>
              <a:t>Purpose</a:t>
            </a:r>
          </a:p>
          <a:p>
            <a:r>
              <a:rPr lang="en-GB" dirty="0"/>
              <a:t>Make standards, rules, and registries understandable and accessible to the public.</a:t>
            </a:r>
          </a:p>
          <a:p>
            <a:endParaRPr lang="en-GB" b="1" dirty="0"/>
          </a:p>
          <a:p>
            <a:r>
              <a:rPr lang="en-GB" b="1" dirty="0"/>
              <a:t>Scope</a:t>
            </a:r>
          </a:p>
          <a:p>
            <a:r>
              <a:rPr lang="en-GB" dirty="0"/>
              <a:t>Four operational domains:</a:t>
            </a:r>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endParaRPr lang="en-GB" b="1" dirty="0"/>
          </a:p>
          <a:p>
            <a:pPr>
              <a:buNone/>
            </a:pPr>
            <a:r>
              <a:rPr lang="en-GB" b="1" dirty="0"/>
              <a:t>How It Works</a:t>
            </a:r>
          </a:p>
          <a:p>
            <a:pPr>
              <a:buNone/>
            </a:pPr>
            <a:r>
              <a:rPr lang="en-GB" dirty="0"/>
              <a:t>L7 surfaces convert L6 standards and compliance outputs into publicly readable rule sets and registries.</a:t>
            </a:r>
            <a:endParaRPr lang="en-GB" b="1" dirty="0"/>
          </a:p>
          <a:p>
            <a:pPr>
              <a:buNone/>
            </a:pPr>
            <a:endParaRPr lang="en-GB" b="1" dirty="0"/>
          </a:p>
          <a:p>
            <a:pPr>
              <a:buNone/>
            </a:pPr>
            <a:endParaRPr lang="en-GB" b="1" dirty="0"/>
          </a:p>
          <a:p>
            <a:pPr>
              <a:buNone/>
            </a:pPr>
            <a:r>
              <a:rPr lang="en-GB" b="1" dirty="0"/>
              <a:t>What This Layer Enables</a:t>
            </a:r>
          </a:p>
          <a:p>
            <a:r>
              <a:rPr lang="en-GB" dirty="0"/>
              <a:t>A consistent, interoperable, publicly understandable standards layer.</a:t>
            </a:r>
          </a:p>
        </p:txBody>
      </p:sp>
      <p:sp>
        <p:nvSpPr>
          <p:cNvPr id="6" name="Title 5">
            <a:extLst>
              <a:ext uri="{FF2B5EF4-FFF2-40B4-BE49-F238E27FC236}">
                <a16:creationId xmlns:a16="http://schemas.microsoft.com/office/drawing/2014/main" id="{FE177BCA-ABFC-8920-A9F2-C7D462546A0F}"/>
              </a:ext>
            </a:extLst>
          </p:cNvPr>
          <p:cNvSpPr>
            <a:spLocks noGrp="1"/>
          </p:cNvSpPr>
          <p:nvPr>
            <p:ph type="title"/>
          </p:nvPr>
        </p:nvSpPr>
        <p:spPr>
          <a:xfrm>
            <a:off x="0" y="7725747"/>
            <a:ext cx="15840075" cy="373678"/>
          </a:xfrm>
          <a:solidFill>
            <a:srgbClr val="CAD1D5"/>
          </a:solidFill>
        </p:spPr>
        <p:style>
          <a:lnRef idx="2">
            <a:schemeClr val="accent1">
              <a:shade val="15000"/>
            </a:schemeClr>
          </a:lnRef>
          <a:fillRef idx="1">
            <a:schemeClr val="accent1"/>
          </a:fillRef>
          <a:effectRef idx="0">
            <a:schemeClr val="accent1"/>
          </a:effectRef>
          <a:fontRef idx="minor">
            <a:schemeClr val="lt1"/>
          </a:fontRef>
        </p:style>
        <p:txBody>
          <a:bodyPr rtlCol="0" anchor="t">
            <a:noAutofit/>
          </a:bodyPr>
          <a:lstStyle/>
          <a:p>
            <a:pPr defTabSz="457200"/>
            <a:r>
              <a:rPr lang="en-GB" sz="2400" noProof="0" dirty="0">
                <a:solidFill>
                  <a:schemeClr val="tx1"/>
                </a:solidFill>
                <a:latin typeface="+mn-lt"/>
                <a:ea typeface="+mn-ea"/>
                <a:cs typeface="+mn-cs"/>
              </a:rPr>
              <a:t> Layer 7 - </a:t>
            </a:r>
            <a:r>
              <a:rPr lang="en-GB" sz="2400" dirty="0">
                <a:solidFill>
                  <a:schemeClr val="tx1"/>
                </a:solidFill>
              </a:rPr>
              <a:t>Standards Civic UX (Schemas, Protocols, Compliance Status, Public Registries)</a:t>
            </a:r>
            <a:br>
              <a:rPr lang="en-GB" sz="2400" b="1" dirty="0">
                <a:solidFill>
                  <a:schemeClr val="tx1"/>
                </a:solidFill>
              </a:rPr>
            </a:br>
            <a:br>
              <a:rPr lang="en-GB" sz="2400" dirty="0">
                <a:solidFill>
                  <a:schemeClr val="tx1"/>
                </a:solidFill>
              </a:rPr>
            </a:br>
            <a:endParaRPr lang="en-GB" sz="2400" dirty="0">
              <a:solidFill>
                <a:schemeClr val="tx1"/>
              </a:solidFill>
            </a:endParaRPr>
          </a:p>
        </p:txBody>
      </p:sp>
      <p:pic>
        <p:nvPicPr>
          <p:cNvPr id="7" name="Picture 6">
            <a:hlinkClick r:id="rId2" action="ppaction://hlinksldjump"/>
            <a:extLst>
              <a:ext uri="{FF2B5EF4-FFF2-40B4-BE49-F238E27FC236}">
                <a16:creationId xmlns:a16="http://schemas.microsoft.com/office/drawing/2014/main" id="{BF2D3C5E-A62D-5582-DB5E-5AABEFD6DF12}"/>
              </a:ext>
            </a:extLst>
          </p:cNvPr>
          <p:cNvPicPr>
            <a:picLocks noChangeAspect="1"/>
          </p:cNvPicPr>
          <p:nvPr/>
        </p:nvPicPr>
        <p:blipFill>
          <a:blip r:embed="rId3"/>
          <a:srcRect l="764" t="3083" r="-1" b="-1"/>
          <a:stretch>
            <a:fillRect/>
          </a:stretch>
        </p:blipFill>
        <p:spPr>
          <a:xfrm>
            <a:off x="14678992" y="7391399"/>
            <a:ext cx="1048688" cy="530257"/>
          </a:xfrm>
          <a:prstGeom prst="rect">
            <a:avLst/>
          </a:prstGeom>
        </p:spPr>
      </p:pic>
      <p:graphicFrame>
        <p:nvGraphicFramePr>
          <p:cNvPr id="13" name="Table 12">
            <a:extLst>
              <a:ext uri="{FF2B5EF4-FFF2-40B4-BE49-F238E27FC236}">
                <a16:creationId xmlns:a16="http://schemas.microsoft.com/office/drawing/2014/main" id="{970610FF-F59C-A238-DE5A-6567B9E7A800}"/>
              </a:ext>
            </a:extLst>
          </p:cNvPr>
          <p:cNvGraphicFramePr>
            <a:graphicFrameLocks noGrp="1"/>
          </p:cNvGraphicFramePr>
          <p:nvPr>
            <p:extLst>
              <p:ext uri="{D42A27DB-BD31-4B8C-83A1-F6EECF244321}">
                <p14:modId xmlns:p14="http://schemas.microsoft.com/office/powerpoint/2010/main" val="1230900610"/>
              </p:ext>
            </p:extLst>
          </p:nvPr>
        </p:nvGraphicFramePr>
        <p:xfrm>
          <a:off x="466073" y="2456962"/>
          <a:ext cx="13680831" cy="2418349"/>
        </p:xfrm>
        <a:graphic>
          <a:graphicData uri="http://schemas.openxmlformats.org/drawingml/2006/table">
            <a:tbl>
              <a:tblPr>
                <a:tableStyleId>{5940675A-B579-460E-94D1-54222C63F5DA}</a:tableStyleId>
              </a:tblPr>
              <a:tblGrid>
                <a:gridCol w="4246702">
                  <a:extLst>
                    <a:ext uri="{9D8B030D-6E8A-4147-A177-3AD203B41FA5}">
                      <a16:colId xmlns:a16="http://schemas.microsoft.com/office/drawing/2014/main" val="3350512552"/>
                    </a:ext>
                  </a:extLst>
                </a:gridCol>
                <a:gridCol w="9434129">
                  <a:extLst>
                    <a:ext uri="{9D8B030D-6E8A-4147-A177-3AD203B41FA5}">
                      <a16:colId xmlns:a16="http://schemas.microsoft.com/office/drawing/2014/main" val="3561048473"/>
                    </a:ext>
                  </a:extLst>
                </a:gridCol>
              </a:tblGrid>
              <a:tr h="386241">
                <a:tc>
                  <a:txBody>
                    <a:bodyPr/>
                    <a:lstStyle/>
                    <a:p>
                      <a:pPr>
                        <a:buNone/>
                      </a:pPr>
                      <a:r>
                        <a:rPr lang="en-GB"/>
                        <a:t>Surface</a:t>
                      </a:r>
                    </a:p>
                  </a:txBody>
                  <a:tcPr anchor="ctr">
                    <a:solidFill>
                      <a:srgbClr val="CAD1D5"/>
                    </a:solidFill>
                  </a:tcPr>
                </a:tc>
                <a:tc>
                  <a:txBody>
                    <a:bodyPr/>
                    <a:lstStyle/>
                    <a:p>
                      <a:pPr>
                        <a:buNone/>
                      </a:pPr>
                      <a:r>
                        <a:rPr lang="en-GB"/>
                        <a:t>Purpose</a:t>
                      </a:r>
                    </a:p>
                  </a:txBody>
                  <a:tcPr anchor="ctr">
                    <a:solidFill>
                      <a:srgbClr val="CAD1D5"/>
                    </a:solidFill>
                  </a:tcPr>
                </a:tc>
                <a:extLst>
                  <a:ext uri="{0D108BD9-81ED-4DB2-BD59-A6C34878D82A}">
                    <a16:rowId xmlns:a16="http://schemas.microsoft.com/office/drawing/2014/main" val="69900846"/>
                  </a:ext>
                </a:extLst>
              </a:tr>
              <a:tr h="500733">
                <a:tc>
                  <a:txBody>
                    <a:bodyPr/>
                    <a:lstStyle/>
                    <a:p>
                      <a:pPr>
                        <a:buNone/>
                      </a:pPr>
                      <a:r>
                        <a:rPr lang="en-GB" b="1"/>
                        <a:t>Schemas</a:t>
                      </a:r>
                      <a:endParaRPr lang="en-GB"/>
                    </a:p>
                  </a:txBody>
                  <a:tcPr anchor="ctr">
                    <a:solidFill>
                      <a:srgbClr val="CAD1D5"/>
                    </a:solidFill>
                  </a:tcPr>
                </a:tc>
                <a:tc>
                  <a:txBody>
                    <a:bodyPr/>
                    <a:lstStyle/>
                    <a:p>
                      <a:pPr>
                        <a:buNone/>
                      </a:pPr>
                      <a:r>
                        <a:rPr lang="en-GB"/>
                        <a:t>Human‑readable data and interface structures</a:t>
                      </a:r>
                    </a:p>
                  </a:txBody>
                  <a:tcPr anchor="ctr">
                    <a:solidFill>
                      <a:srgbClr val="CAD1D5"/>
                    </a:solidFill>
                  </a:tcPr>
                </a:tc>
                <a:extLst>
                  <a:ext uri="{0D108BD9-81ED-4DB2-BD59-A6C34878D82A}">
                    <a16:rowId xmlns:a16="http://schemas.microsoft.com/office/drawing/2014/main" val="2923198339"/>
                  </a:ext>
                </a:extLst>
              </a:tr>
              <a:tr h="500733">
                <a:tc>
                  <a:txBody>
                    <a:bodyPr/>
                    <a:lstStyle/>
                    <a:p>
                      <a:pPr>
                        <a:buNone/>
                      </a:pPr>
                      <a:r>
                        <a:rPr lang="en-GB" b="1"/>
                        <a:t>Protocols</a:t>
                      </a:r>
                      <a:endParaRPr lang="en-GB"/>
                    </a:p>
                  </a:txBody>
                  <a:tcPr anchor="ctr">
                    <a:solidFill>
                      <a:srgbClr val="CAD1D5"/>
                    </a:solidFill>
                  </a:tcPr>
                </a:tc>
                <a:tc>
                  <a:txBody>
                    <a:bodyPr/>
                    <a:lstStyle/>
                    <a:p>
                      <a:pPr>
                        <a:buNone/>
                      </a:pPr>
                      <a:r>
                        <a:rPr lang="en-GB"/>
                        <a:t>Rules for interaction and exchange</a:t>
                      </a:r>
                    </a:p>
                  </a:txBody>
                  <a:tcPr anchor="ctr">
                    <a:solidFill>
                      <a:srgbClr val="CAD1D5"/>
                    </a:solidFill>
                  </a:tcPr>
                </a:tc>
                <a:extLst>
                  <a:ext uri="{0D108BD9-81ED-4DB2-BD59-A6C34878D82A}">
                    <a16:rowId xmlns:a16="http://schemas.microsoft.com/office/drawing/2014/main" val="1330039449"/>
                  </a:ext>
                </a:extLst>
              </a:tr>
              <a:tr h="500733">
                <a:tc>
                  <a:txBody>
                    <a:bodyPr/>
                    <a:lstStyle/>
                    <a:p>
                      <a:pPr>
                        <a:buNone/>
                      </a:pPr>
                      <a:r>
                        <a:rPr lang="en-GB" b="1"/>
                        <a:t>Compliance Status</a:t>
                      </a:r>
                      <a:endParaRPr lang="en-GB"/>
                    </a:p>
                  </a:txBody>
                  <a:tcPr anchor="ctr">
                    <a:solidFill>
                      <a:srgbClr val="CAD1D5"/>
                    </a:solidFill>
                  </a:tcPr>
                </a:tc>
                <a:tc>
                  <a:txBody>
                    <a:bodyPr/>
                    <a:lstStyle/>
                    <a:p>
                      <a:pPr>
                        <a:buNone/>
                      </a:pPr>
                      <a:r>
                        <a:rPr lang="en-GB"/>
                        <a:t>Adherence to standards and norms</a:t>
                      </a:r>
                    </a:p>
                  </a:txBody>
                  <a:tcPr anchor="ctr">
                    <a:solidFill>
                      <a:srgbClr val="CAD1D5"/>
                    </a:solidFill>
                  </a:tcPr>
                </a:tc>
                <a:extLst>
                  <a:ext uri="{0D108BD9-81ED-4DB2-BD59-A6C34878D82A}">
                    <a16:rowId xmlns:a16="http://schemas.microsoft.com/office/drawing/2014/main" val="652575281"/>
                  </a:ext>
                </a:extLst>
              </a:tr>
              <a:tr h="500733">
                <a:tc>
                  <a:txBody>
                    <a:bodyPr/>
                    <a:lstStyle/>
                    <a:p>
                      <a:pPr>
                        <a:buNone/>
                      </a:pPr>
                      <a:r>
                        <a:rPr lang="en-GB" b="1"/>
                        <a:t>Public Registries</a:t>
                      </a:r>
                      <a:endParaRPr lang="en-GB"/>
                    </a:p>
                  </a:txBody>
                  <a:tcPr anchor="ctr">
                    <a:solidFill>
                      <a:srgbClr val="CAD1D5"/>
                    </a:solidFill>
                  </a:tcPr>
                </a:tc>
                <a:tc>
                  <a:txBody>
                    <a:bodyPr/>
                    <a:lstStyle/>
                    <a:p>
                      <a:pPr>
                        <a:buNone/>
                      </a:pPr>
                      <a:r>
                        <a:rPr lang="en-GB" dirty="0"/>
                        <a:t>Authoritative lists and identifiers</a:t>
                      </a:r>
                    </a:p>
                  </a:txBody>
                  <a:tcPr anchor="ctr">
                    <a:solidFill>
                      <a:srgbClr val="CAD1D5"/>
                    </a:solidFill>
                  </a:tcPr>
                </a:tc>
                <a:extLst>
                  <a:ext uri="{0D108BD9-81ED-4DB2-BD59-A6C34878D82A}">
                    <a16:rowId xmlns:a16="http://schemas.microsoft.com/office/drawing/2014/main" val="3909618943"/>
                  </a:ext>
                </a:extLst>
              </a:tr>
            </a:tbl>
          </a:graphicData>
        </a:graphic>
      </p:graphicFrame>
    </p:spTree>
    <p:extLst>
      <p:ext uri="{BB962C8B-B14F-4D97-AF65-F5344CB8AC3E}">
        <p14:creationId xmlns:p14="http://schemas.microsoft.com/office/powerpoint/2010/main" val="10384332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alpha val="60000"/>
          </a:schemeClr>
        </a:solidFill>
        <a:effectLst/>
      </p:bgPr>
    </p:bg>
    <p:spTree>
      <p:nvGrpSpPr>
        <p:cNvPr id="1" name="">
          <a:extLst>
            <a:ext uri="{FF2B5EF4-FFF2-40B4-BE49-F238E27FC236}">
              <a16:creationId xmlns:a16="http://schemas.microsoft.com/office/drawing/2014/main" id="{6E47FEFC-96BD-FB98-9764-021E1A76EC7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2ADCCE7-2B10-E58B-1802-0FCFEF792EC1}"/>
              </a:ext>
            </a:extLst>
          </p:cNvPr>
          <p:cNvSpPr>
            <a:spLocks/>
          </p:cNvSpPr>
          <p:nvPr/>
        </p:nvSpPr>
        <p:spPr>
          <a:xfrm>
            <a:off x="-9433" y="6695737"/>
            <a:ext cx="15840075" cy="1403292"/>
          </a:xfrm>
          <a:prstGeom prst="rect">
            <a:avLst/>
          </a:prstGeom>
          <a:solidFill>
            <a:srgbClr val="E8F0FE"/>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L1- Families</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(Domains, Responsibilities, </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Boundaries)</a:t>
            </a:r>
          </a:p>
        </p:txBody>
      </p:sp>
      <p:sp>
        <p:nvSpPr>
          <p:cNvPr id="5" name="Rectangle 4">
            <a:extLst>
              <a:ext uri="{FF2B5EF4-FFF2-40B4-BE49-F238E27FC236}">
                <a16:creationId xmlns:a16="http://schemas.microsoft.com/office/drawing/2014/main" id="{BCF7ECE6-9058-AF74-D235-40D3C423A36D}"/>
              </a:ext>
            </a:extLst>
          </p:cNvPr>
          <p:cNvSpPr>
            <a:spLocks/>
          </p:cNvSpPr>
          <p:nvPr/>
        </p:nvSpPr>
        <p:spPr>
          <a:xfrm>
            <a:off x="0" y="-323"/>
            <a:ext cx="15840075" cy="1044000"/>
          </a:xfrm>
          <a:prstGeom prst="rect">
            <a:avLst/>
          </a:prstGeom>
          <a:solidFill>
            <a:srgbClr val="FFFDE7"/>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L7 – Civic UX</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(Transparency, Participation,</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 Understanding)</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6" name="Rectangle 5">
            <a:hlinkClick r:id="rId3" action="ppaction://hlinksldjump"/>
            <a:extLst>
              <a:ext uri="{FF2B5EF4-FFF2-40B4-BE49-F238E27FC236}">
                <a16:creationId xmlns:a16="http://schemas.microsoft.com/office/drawing/2014/main" id="{5F7E9E8E-FA4A-60ED-85F3-66FA0BAC650C}"/>
              </a:ext>
            </a:extLst>
          </p:cNvPr>
          <p:cNvSpPr>
            <a:spLocks/>
          </p:cNvSpPr>
          <p:nvPr/>
        </p:nvSpPr>
        <p:spPr>
          <a:xfrm>
            <a:off x="0" y="1115687"/>
            <a:ext cx="15840075" cy="1044000"/>
          </a:xfrm>
          <a:prstGeom prst="rect">
            <a:avLst/>
          </a:prstGeom>
          <a:solidFill>
            <a:srgbClr val="EDE7F6"/>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L6 – Applications</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(Operations, Control, Execution)</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7" name="Rectangle 6">
            <a:extLst>
              <a:ext uri="{FF2B5EF4-FFF2-40B4-BE49-F238E27FC236}">
                <a16:creationId xmlns:a16="http://schemas.microsoft.com/office/drawing/2014/main" id="{4652B3B4-BE68-33D7-C6A9-7B08014B65AB}"/>
              </a:ext>
            </a:extLst>
          </p:cNvPr>
          <p:cNvSpPr>
            <a:spLocks/>
          </p:cNvSpPr>
          <p:nvPr/>
        </p:nvSpPr>
        <p:spPr>
          <a:xfrm>
            <a:off x="0" y="2231697"/>
            <a:ext cx="15840075" cy="1044000"/>
          </a:xfrm>
          <a:prstGeom prst="rect">
            <a:avLst/>
          </a:prstGeom>
          <a:solidFill>
            <a:srgbClr val="F3F3F3"/>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L5 – Interfaces</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(Access, Exchange, Validation)</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8" name="Rectangle 7">
            <a:extLst>
              <a:ext uri="{FF2B5EF4-FFF2-40B4-BE49-F238E27FC236}">
                <a16:creationId xmlns:a16="http://schemas.microsoft.com/office/drawing/2014/main" id="{F3D92FD8-3CA3-1D26-1EAB-0902C3BD081C}"/>
              </a:ext>
            </a:extLst>
          </p:cNvPr>
          <p:cNvSpPr>
            <a:spLocks/>
          </p:cNvSpPr>
          <p:nvPr/>
        </p:nvSpPr>
        <p:spPr>
          <a:xfrm>
            <a:off x="0" y="3347707"/>
            <a:ext cx="15840075" cy="1044000"/>
          </a:xfrm>
          <a:prstGeom prst="rect">
            <a:avLst/>
          </a:prstGeom>
          <a:solidFill>
            <a:srgbClr val="FDECEF"/>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L4 – Instruments</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(Tools, Methods, Mechanisms)</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9" name="Rectangle 8">
            <a:extLst>
              <a:ext uri="{FF2B5EF4-FFF2-40B4-BE49-F238E27FC236}">
                <a16:creationId xmlns:a16="http://schemas.microsoft.com/office/drawing/2014/main" id="{E636D8DE-C235-B466-023C-788447E464CB}"/>
              </a:ext>
            </a:extLst>
          </p:cNvPr>
          <p:cNvSpPr>
            <a:spLocks/>
          </p:cNvSpPr>
          <p:nvPr/>
        </p:nvSpPr>
        <p:spPr>
          <a:xfrm>
            <a:off x="-1" y="4463717"/>
            <a:ext cx="15840075" cy="1044000"/>
          </a:xfrm>
          <a:prstGeom prst="rect">
            <a:avLst/>
          </a:prstGeom>
          <a:solidFill>
            <a:srgbClr val="FFF4E5"/>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L3 – Subsystems</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(Logic, Functions, Processes)</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C7C6912D-FC34-6878-0F01-4CB556A6296A}"/>
              </a:ext>
            </a:extLst>
          </p:cNvPr>
          <p:cNvSpPr>
            <a:spLocks/>
          </p:cNvSpPr>
          <p:nvPr/>
        </p:nvSpPr>
        <p:spPr>
          <a:xfrm>
            <a:off x="-9433" y="5579729"/>
            <a:ext cx="15840075" cy="1044000"/>
          </a:xfrm>
          <a:prstGeom prst="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rPr>
              <a:t>L2 – Standards</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prstClr val="black"/>
                </a:solidFill>
                <a:effectLst/>
                <a:uLnTx/>
                <a:uFillTx/>
                <a:latin typeface="Aptos" panose="02110004020202020204"/>
                <a:ea typeface="+mn-ea"/>
                <a:cs typeface="+mn-cs"/>
              </a:rPr>
              <a:t>(Rules, Schemas, Requirements)</a:t>
            </a:r>
            <a:endParaRPr kumimoji="0" lang="en-GB"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22" name="Rectangle 21">
            <a:extLst>
              <a:ext uri="{FF2B5EF4-FFF2-40B4-BE49-F238E27FC236}">
                <a16:creationId xmlns:a16="http://schemas.microsoft.com/office/drawing/2014/main" id="{D5AB69EA-06E8-F86B-C117-0353093C9EA1}"/>
              </a:ext>
            </a:extLst>
          </p:cNvPr>
          <p:cNvSpPr/>
          <p:nvPr/>
        </p:nvSpPr>
        <p:spPr>
          <a:xfrm>
            <a:off x="1543087" y="0"/>
            <a:ext cx="1079961" cy="8099425"/>
          </a:xfrm>
          <a:prstGeom prst="rect">
            <a:avLst/>
          </a:prstGeom>
          <a:solidFill>
            <a:srgbClr val="C62828">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2. Risk &amp; </a:t>
            </a:r>
            <a:b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Coordination</a:t>
            </a:r>
          </a:p>
        </p:txBody>
      </p:sp>
      <p:sp>
        <p:nvSpPr>
          <p:cNvPr id="24" name="Rectangle 23">
            <a:extLst>
              <a:ext uri="{FF2B5EF4-FFF2-40B4-BE49-F238E27FC236}">
                <a16:creationId xmlns:a16="http://schemas.microsoft.com/office/drawing/2014/main" id="{C061D572-DC98-8961-A756-FA76EE3333DE}"/>
              </a:ext>
            </a:extLst>
          </p:cNvPr>
          <p:cNvSpPr/>
          <p:nvPr/>
        </p:nvSpPr>
        <p:spPr>
          <a:xfrm>
            <a:off x="4284851" y="-397"/>
            <a:ext cx="1079961" cy="8099425"/>
          </a:xfrm>
          <a:prstGeom prst="rect">
            <a:avLst/>
          </a:prstGeom>
          <a:solidFill>
            <a:srgbClr val="00897B">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4. Civic </a:t>
            </a:r>
            <a:b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Feedback &amp; </a:t>
            </a:r>
            <a:b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Cultural</a:t>
            </a:r>
          </a:p>
        </p:txBody>
      </p:sp>
      <p:sp>
        <p:nvSpPr>
          <p:cNvPr id="21" name="Rectangle 20">
            <a:extLst>
              <a:ext uri="{FF2B5EF4-FFF2-40B4-BE49-F238E27FC236}">
                <a16:creationId xmlns:a16="http://schemas.microsoft.com/office/drawing/2014/main" id="{FC9322D8-F35C-0FFB-8A20-EAC01373B494}"/>
              </a:ext>
            </a:extLst>
          </p:cNvPr>
          <p:cNvSpPr/>
          <p:nvPr/>
        </p:nvSpPr>
        <p:spPr>
          <a:xfrm>
            <a:off x="172205" y="-9"/>
            <a:ext cx="1079961" cy="8099425"/>
          </a:xfrm>
          <a:prstGeom prst="rect">
            <a:avLst/>
          </a:prstGeom>
          <a:solidFill>
            <a:srgbClr val="546E7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1. Governance</a:t>
            </a:r>
            <a:b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 &amp; Oversight</a:t>
            </a:r>
          </a:p>
        </p:txBody>
      </p:sp>
      <p:sp>
        <p:nvSpPr>
          <p:cNvPr id="23" name="Rectangle 22">
            <a:extLst>
              <a:ext uri="{FF2B5EF4-FFF2-40B4-BE49-F238E27FC236}">
                <a16:creationId xmlns:a16="http://schemas.microsoft.com/office/drawing/2014/main" id="{2DF008C5-0E74-3740-3612-80A5708A6398}"/>
              </a:ext>
            </a:extLst>
          </p:cNvPr>
          <p:cNvSpPr/>
          <p:nvPr/>
        </p:nvSpPr>
        <p:spPr>
          <a:xfrm>
            <a:off x="2913969" y="0"/>
            <a:ext cx="1079961" cy="8099425"/>
          </a:xfrm>
          <a:prstGeom prst="rect">
            <a:avLst/>
          </a:prstGeom>
          <a:solidFill>
            <a:srgbClr val="1565C0">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3. Data </a:t>
            </a:r>
            <a:b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Integrity &amp; </a:t>
            </a:r>
            <a:b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b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Audit</a:t>
            </a:r>
          </a:p>
        </p:txBody>
      </p:sp>
      <p:sp>
        <p:nvSpPr>
          <p:cNvPr id="30" name="Rectangle 29">
            <a:extLst>
              <a:ext uri="{FF2B5EF4-FFF2-40B4-BE49-F238E27FC236}">
                <a16:creationId xmlns:a16="http://schemas.microsoft.com/office/drawing/2014/main" id="{85B2E966-E3BB-AC92-E44B-9327DA40D3A4}"/>
              </a:ext>
            </a:extLst>
          </p:cNvPr>
          <p:cNvSpPr/>
          <p:nvPr/>
        </p:nvSpPr>
        <p:spPr>
          <a:xfrm>
            <a:off x="8397497" y="0"/>
            <a:ext cx="1079961" cy="8099425"/>
          </a:xfrm>
          <a:prstGeom prst="rect">
            <a:avLst/>
          </a:prstGeom>
          <a:solidFill>
            <a:srgbClr val="2E7D32">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7. Planetary &amp;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Ecological</a:t>
            </a:r>
          </a:p>
        </p:txBody>
      </p:sp>
      <p:sp>
        <p:nvSpPr>
          <p:cNvPr id="31" name="Rectangle 30">
            <a:extLst>
              <a:ext uri="{FF2B5EF4-FFF2-40B4-BE49-F238E27FC236}">
                <a16:creationId xmlns:a16="http://schemas.microsoft.com/office/drawing/2014/main" id="{2A686A6B-EA53-15B3-636F-105434074D03}"/>
              </a:ext>
            </a:extLst>
          </p:cNvPr>
          <p:cNvSpPr/>
          <p:nvPr/>
        </p:nvSpPr>
        <p:spPr>
          <a:xfrm>
            <a:off x="12510139" y="5"/>
            <a:ext cx="1079961" cy="8099425"/>
          </a:xfrm>
          <a:prstGeom prst="rect">
            <a:avLst/>
          </a:prstGeom>
          <a:solidFill>
            <a:srgbClr val="455A64">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10. Standards</a:t>
            </a:r>
          </a:p>
        </p:txBody>
      </p:sp>
      <p:sp>
        <p:nvSpPr>
          <p:cNvPr id="34" name="Rectangle 33">
            <a:extLst>
              <a:ext uri="{FF2B5EF4-FFF2-40B4-BE49-F238E27FC236}">
                <a16:creationId xmlns:a16="http://schemas.microsoft.com/office/drawing/2014/main" id="{7380B495-2FC1-CBB9-4B68-E223ABD95E61}"/>
              </a:ext>
            </a:extLst>
          </p:cNvPr>
          <p:cNvSpPr/>
          <p:nvPr/>
        </p:nvSpPr>
        <p:spPr>
          <a:xfrm>
            <a:off x="7026615" y="-396"/>
            <a:ext cx="1079961" cy="8099425"/>
          </a:xfrm>
          <a:prstGeom prst="rect">
            <a:avLst/>
          </a:prstGeom>
          <a:solidFill>
            <a:srgbClr val="6D4C41">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6. Resource &amp;</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 Infrastructure</a:t>
            </a:r>
          </a:p>
        </p:txBody>
      </p:sp>
      <p:sp>
        <p:nvSpPr>
          <p:cNvPr id="35" name="Rectangle 34">
            <a:extLst>
              <a:ext uri="{FF2B5EF4-FFF2-40B4-BE49-F238E27FC236}">
                <a16:creationId xmlns:a16="http://schemas.microsoft.com/office/drawing/2014/main" id="{0421FA25-B62C-E943-2145-D02C4CB18EE6}"/>
              </a:ext>
            </a:extLst>
          </p:cNvPr>
          <p:cNvSpPr/>
          <p:nvPr/>
        </p:nvSpPr>
        <p:spPr>
          <a:xfrm>
            <a:off x="9768379" y="11"/>
            <a:ext cx="1079961" cy="8099425"/>
          </a:xfrm>
          <a:prstGeom prst="rect">
            <a:avLst/>
          </a:prstGeom>
          <a:solidFill>
            <a:srgbClr val="6A1B9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8. Meta‑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Integration</a:t>
            </a:r>
          </a:p>
        </p:txBody>
      </p:sp>
      <p:sp>
        <p:nvSpPr>
          <p:cNvPr id="33" name="Rectangle 32">
            <a:extLst>
              <a:ext uri="{FF2B5EF4-FFF2-40B4-BE49-F238E27FC236}">
                <a16:creationId xmlns:a16="http://schemas.microsoft.com/office/drawing/2014/main" id="{A06ABFF1-0583-6C3F-4130-8232B606C47D}"/>
              </a:ext>
            </a:extLst>
          </p:cNvPr>
          <p:cNvSpPr/>
          <p:nvPr/>
        </p:nvSpPr>
        <p:spPr>
          <a:xfrm>
            <a:off x="5655733" y="0"/>
            <a:ext cx="1079961" cy="8099425"/>
          </a:xfrm>
          <a:prstGeom prst="rect">
            <a:avLst/>
          </a:prstGeom>
          <a:solidFill>
            <a:srgbClr val="F9A825">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5. Incentive &amp;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Aptos" panose="02110004020202020204"/>
                <a:ea typeface="+mn-ea"/>
                <a:cs typeface="+mn-cs"/>
              </a:rPr>
              <a:t>Behavioural</a:t>
            </a:r>
          </a:p>
        </p:txBody>
      </p:sp>
      <p:sp>
        <p:nvSpPr>
          <p:cNvPr id="36" name="Rectangle 35">
            <a:extLst>
              <a:ext uri="{FF2B5EF4-FFF2-40B4-BE49-F238E27FC236}">
                <a16:creationId xmlns:a16="http://schemas.microsoft.com/office/drawing/2014/main" id="{A57B3449-9836-426E-36E7-2F61EFF95D22}"/>
              </a:ext>
            </a:extLst>
          </p:cNvPr>
          <p:cNvSpPr/>
          <p:nvPr/>
        </p:nvSpPr>
        <p:spPr>
          <a:xfrm>
            <a:off x="11139261" y="8"/>
            <a:ext cx="1079961" cy="8099425"/>
          </a:xfrm>
          <a:prstGeom prst="rect">
            <a:avLst/>
          </a:prstGeom>
          <a:solidFill>
            <a:srgbClr val="000000"/>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Aptos" panose="02110004020202020204"/>
                <a:ea typeface="+mn-ea"/>
                <a:cs typeface="+mn-cs"/>
              </a:rPr>
              <a:t>9. Minimum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Aptos" panose="02110004020202020204"/>
                <a:ea typeface="+mn-ea"/>
                <a:cs typeface="+mn-cs"/>
              </a:rPr>
              <a:t>Viable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Aptos" panose="02110004020202020204"/>
                <a:ea typeface="+mn-ea"/>
                <a:cs typeface="+mn-cs"/>
              </a:rPr>
              <a:t>Systems</a:t>
            </a:r>
          </a:p>
        </p:txBody>
      </p:sp>
      <p:sp>
        <p:nvSpPr>
          <p:cNvPr id="3" name="TextBox 2">
            <a:extLst>
              <a:ext uri="{FF2B5EF4-FFF2-40B4-BE49-F238E27FC236}">
                <a16:creationId xmlns:a16="http://schemas.microsoft.com/office/drawing/2014/main" id="{8B19C86C-7D67-A094-14A6-132720F25521}"/>
              </a:ext>
            </a:extLst>
          </p:cNvPr>
          <p:cNvSpPr txBox="1"/>
          <p:nvPr/>
        </p:nvSpPr>
        <p:spPr>
          <a:xfrm>
            <a:off x="7174165" y="3393247"/>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1" name="TextBox 10">
            <a:extLst>
              <a:ext uri="{FF2B5EF4-FFF2-40B4-BE49-F238E27FC236}">
                <a16:creationId xmlns:a16="http://schemas.microsoft.com/office/drawing/2014/main" id="{AE1E764A-2965-5BA9-4629-ABFE2A244BF3}"/>
              </a:ext>
            </a:extLst>
          </p:cNvPr>
          <p:cNvSpPr txBox="1"/>
          <p:nvPr/>
        </p:nvSpPr>
        <p:spPr>
          <a:xfrm>
            <a:off x="1745275" y="3393247"/>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2" name="TextBox 11">
            <a:extLst>
              <a:ext uri="{FF2B5EF4-FFF2-40B4-BE49-F238E27FC236}">
                <a16:creationId xmlns:a16="http://schemas.microsoft.com/office/drawing/2014/main" id="{C3F6EFBA-2B1C-084F-18C1-BE10F525ECC4}"/>
              </a:ext>
            </a:extLst>
          </p:cNvPr>
          <p:cNvSpPr txBox="1"/>
          <p:nvPr/>
        </p:nvSpPr>
        <p:spPr>
          <a:xfrm>
            <a:off x="3061516" y="3393247"/>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3" name="TextBox 12">
            <a:extLst>
              <a:ext uri="{FF2B5EF4-FFF2-40B4-BE49-F238E27FC236}">
                <a16:creationId xmlns:a16="http://schemas.microsoft.com/office/drawing/2014/main" id="{077C0931-76FA-EDCE-46B5-E8903A46A621}"/>
              </a:ext>
            </a:extLst>
          </p:cNvPr>
          <p:cNvSpPr txBox="1"/>
          <p:nvPr/>
        </p:nvSpPr>
        <p:spPr>
          <a:xfrm>
            <a:off x="295478" y="3393247"/>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4" name="TextBox 13">
            <a:extLst>
              <a:ext uri="{FF2B5EF4-FFF2-40B4-BE49-F238E27FC236}">
                <a16:creationId xmlns:a16="http://schemas.microsoft.com/office/drawing/2014/main" id="{5DB87636-2E2A-A74D-C5E6-82A7AE1E6965}"/>
              </a:ext>
            </a:extLst>
          </p:cNvPr>
          <p:cNvSpPr txBox="1"/>
          <p:nvPr/>
        </p:nvSpPr>
        <p:spPr>
          <a:xfrm>
            <a:off x="7174165" y="4475438"/>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5" name="TextBox 14">
            <a:extLst>
              <a:ext uri="{FF2B5EF4-FFF2-40B4-BE49-F238E27FC236}">
                <a16:creationId xmlns:a16="http://schemas.microsoft.com/office/drawing/2014/main" id="{1ACF0171-D7B6-AA68-F036-E985E53549E4}"/>
              </a:ext>
            </a:extLst>
          </p:cNvPr>
          <p:cNvSpPr txBox="1"/>
          <p:nvPr/>
        </p:nvSpPr>
        <p:spPr>
          <a:xfrm>
            <a:off x="1745275" y="4475438"/>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6" name="TextBox 15">
            <a:extLst>
              <a:ext uri="{FF2B5EF4-FFF2-40B4-BE49-F238E27FC236}">
                <a16:creationId xmlns:a16="http://schemas.microsoft.com/office/drawing/2014/main" id="{88C36F0F-A13A-D146-AC63-92A89A765DC6}"/>
              </a:ext>
            </a:extLst>
          </p:cNvPr>
          <p:cNvSpPr txBox="1"/>
          <p:nvPr/>
        </p:nvSpPr>
        <p:spPr>
          <a:xfrm>
            <a:off x="3061516" y="4475438"/>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7" name="TextBox 16">
            <a:extLst>
              <a:ext uri="{FF2B5EF4-FFF2-40B4-BE49-F238E27FC236}">
                <a16:creationId xmlns:a16="http://schemas.microsoft.com/office/drawing/2014/main" id="{F896DB00-FFCF-40C6-8B96-08D7C024981A}"/>
              </a:ext>
            </a:extLst>
          </p:cNvPr>
          <p:cNvSpPr txBox="1"/>
          <p:nvPr/>
        </p:nvSpPr>
        <p:spPr>
          <a:xfrm>
            <a:off x="295478" y="4475438"/>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8" name="TextBox 17">
            <a:extLst>
              <a:ext uri="{FF2B5EF4-FFF2-40B4-BE49-F238E27FC236}">
                <a16:creationId xmlns:a16="http://schemas.microsoft.com/office/drawing/2014/main" id="{5A20BA4D-8E64-CF70-9F8E-EF0C45E02927}"/>
              </a:ext>
            </a:extLst>
          </p:cNvPr>
          <p:cNvSpPr txBox="1"/>
          <p:nvPr/>
        </p:nvSpPr>
        <p:spPr>
          <a:xfrm>
            <a:off x="7174165" y="1145357"/>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19" name="TextBox 18">
            <a:extLst>
              <a:ext uri="{FF2B5EF4-FFF2-40B4-BE49-F238E27FC236}">
                <a16:creationId xmlns:a16="http://schemas.microsoft.com/office/drawing/2014/main" id="{C8F1CEE9-FBC7-1CEE-6F56-E8A3D4C7D3AE}"/>
              </a:ext>
            </a:extLst>
          </p:cNvPr>
          <p:cNvSpPr txBox="1"/>
          <p:nvPr/>
        </p:nvSpPr>
        <p:spPr>
          <a:xfrm>
            <a:off x="1745275" y="1145357"/>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37" name="TextBox 36">
            <a:extLst>
              <a:ext uri="{FF2B5EF4-FFF2-40B4-BE49-F238E27FC236}">
                <a16:creationId xmlns:a16="http://schemas.microsoft.com/office/drawing/2014/main" id="{C29D920C-8BFB-7039-DB40-619B46587039}"/>
              </a:ext>
            </a:extLst>
          </p:cNvPr>
          <p:cNvSpPr txBox="1"/>
          <p:nvPr/>
        </p:nvSpPr>
        <p:spPr>
          <a:xfrm>
            <a:off x="3061516" y="1145357"/>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38" name="TextBox 37">
            <a:extLst>
              <a:ext uri="{FF2B5EF4-FFF2-40B4-BE49-F238E27FC236}">
                <a16:creationId xmlns:a16="http://schemas.microsoft.com/office/drawing/2014/main" id="{9F281BD7-B1FB-5821-EBF7-5ED02E7E5546}"/>
              </a:ext>
            </a:extLst>
          </p:cNvPr>
          <p:cNvSpPr txBox="1"/>
          <p:nvPr/>
        </p:nvSpPr>
        <p:spPr>
          <a:xfrm>
            <a:off x="295478" y="1145357"/>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67" name="TextBox 66">
            <a:extLst>
              <a:ext uri="{FF2B5EF4-FFF2-40B4-BE49-F238E27FC236}">
                <a16:creationId xmlns:a16="http://schemas.microsoft.com/office/drawing/2014/main" id="{D9D5753C-4EC5-880B-0CE5-CBBE2BF66610}"/>
              </a:ext>
            </a:extLst>
          </p:cNvPr>
          <p:cNvSpPr txBox="1"/>
          <p:nvPr/>
        </p:nvSpPr>
        <p:spPr>
          <a:xfrm>
            <a:off x="7186304" y="0"/>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68" name="TextBox 67">
            <a:extLst>
              <a:ext uri="{FF2B5EF4-FFF2-40B4-BE49-F238E27FC236}">
                <a16:creationId xmlns:a16="http://schemas.microsoft.com/office/drawing/2014/main" id="{4FB85D39-0ED1-8041-B67C-E66ED46153C9}"/>
              </a:ext>
            </a:extLst>
          </p:cNvPr>
          <p:cNvSpPr txBox="1"/>
          <p:nvPr/>
        </p:nvSpPr>
        <p:spPr>
          <a:xfrm>
            <a:off x="1757414" y="0"/>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69" name="TextBox 68">
            <a:extLst>
              <a:ext uri="{FF2B5EF4-FFF2-40B4-BE49-F238E27FC236}">
                <a16:creationId xmlns:a16="http://schemas.microsoft.com/office/drawing/2014/main" id="{41B5DF4E-1DF3-DF68-7FC3-E630F055C2F2}"/>
              </a:ext>
            </a:extLst>
          </p:cNvPr>
          <p:cNvSpPr txBox="1"/>
          <p:nvPr/>
        </p:nvSpPr>
        <p:spPr>
          <a:xfrm>
            <a:off x="3073655" y="0"/>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70" name="TextBox 69">
            <a:extLst>
              <a:ext uri="{FF2B5EF4-FFF2-40B4-BE49-F238E27FC236}">
                <a16:creationId xmlns:a16="http://schemas.microsoft.com/office/drawing/2014/main" id="{3EA0F338-37FD-C595-6393-DED89CDD75B5}"/>
              </a:ext>
            </a:extLst>
          </p:cNvPr>
          <p:cNvSpPr txBox="1"/>
          <p:nvPr/>
        </p:nvSpPr>
        <p:spPr>
          <a:xfrm>
            <a:off x="307617" y="0"/>
            <a:ext cx="784860" cy="276999"/>
          </a:xfrm>
          <a:prstGeom prst="rect">
            <a:avLst/>
          </a:prstGeom>
          <a:solidFill>
            <a:srgbClr val="EAF7E8"/>
          </a:solidFill>
          <a:ln>
            <a:solidFill>
              <a:schemeClr val="accent1"/>
            </a:solidFill>
          </a:ln>
        </p:spPr>
        <p:txBody>
          <a:bodyPr wrap="square" rtlCol="0" anchor="ctr">
            <a:spAutoFit/>
          </a:bodyPr>
          <a:lstStyle/>
          <a:p>
            <a:pPr algn="ctr"/>
            <a:r>
              <a:rPr lang="en-GB" sz="1200" dirty="0"/>
              <a:t>Hospital</a:t>
            </a:r>
          </a:p>
        </p:txBody>
      </p:sp>
      <p:sp>
        <p:nvSpPr>
          <p:cNvPr id="71" name="TextBox 70">
            <a:extLst>
              <a:ext uri="{FF2B5EF4-FFF2-40B4-BE49-F238E27FC236}">
                <a16:creationId xmlns:a16="http://schemas.microsoft.com/office/drawing/2014/main" id="{51AE417C-BF4C-2940-EEED-60CA76E8AAB8}"/>
              </a:ext>
            </a:extLst>
          </p:cNvPr>
          <p:cNvSpPr txBox="1"/>
          <p:nvPr/>
        </p:nvSpPr>
        <p:spPr>
          <a:xfrm>
            <a:off x="7343312" y="4705329"/>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72" name="TextBox 71">
            <a:extLst>
              <a:ext uri="{FF2B5EF4-FFF2-40B4-BE49-F238E27FC236}">
                <a16:creationId xmlns:a16="http://schemas.microsoft.com/office/drawing/2014/main" id="{CD440413-33BB-F362-8E28-1CAAB172FA3C}"/>
              </a:ext>
            </a:extLst>
          </p:cNvPr>
          <p:cNvSpPr txBox="1"/>
          <p:nvPr/>
        </p:nvSpPr>
        <p:spPr>
          <a:xfrm>
            <a:off x="7357448" y="3628060"/>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73" name="TextBox 72">
            <a:extLst>
              <a:ext uri="{FF2B5EF4-FFF2-40B4-BE49-F238E27FC236}">
                <a16:creationId xmlns:a16="http://schemas.microsoft.com/office/drawing/2014/main" id="{91579ACF-43EB-9EB4-C93C-F53FA580D80D}"/>
              </a:ext>
            </a:extLst>
          </p:cNvPr>
          <p:cNvSpPr txBox="1"/>
          <p:nvPr/>
        </p:nvSpPr>
        <p:spPr>
          <a:xfrm>
            <a:off x="7319624" y="1386642"/>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74" name="TextBox 73">
            <a:extLst>
              <a:ext uri="{FF2B5EF4-FFF2-40B4-BE49-F238E27FC236}">
                <a16:creationId xmlns:a16="http://schemas.microsoft.com/office/drawing/2014/main" id="{9DDFECA1-E2AA-F771-C531-D98468F30C08}"/>
              </a:ext>
            </a:extLst>
          </p:cNvPr>
          <p:cNvSpPr txBox="1"/>
          <p:nvPr/>
        </p:nvSpPr>
        <p:spPr>
          <a:xfrm>
            <a:off x="1877646" y="4705329"/>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75" name="TextBox 74">
            <a:extLst>
              <a:ext uri="{FF2B5EF4-FFF2-40B4-BE49-F238E27FC236}">
                <a16:creationId xmlns:a16="http://schemas.microsoft.com/office/drawing/2014/main" id="{E6DAEF34-0093-D7C2-6B6E-720E22A64D94}"/>
              </a:ext>
            </a:extLst>
          </p:cNvPr>
          <p:cNvSpPr txBox="1"/>
          <p:nvPr/>
        </p:nvSpPr>
        <p:spPr>
          <a:xfrm>
            <a:off x="1891782" y="3628060"/>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76" name="TextBox 75">
            <a:extLst>
              <a:ext uri="{FF2B5EF4-FFF2-40B4-BE49-F238E27FC236}">
                <a16:creationId xmlns:a16="http://schemas.microsoft.com/office/drawing/2014/main" id="{AC94E884-4961-A584-BA96-B1524DF9170F}"/>
              </a:ext>
            </a:extLst>
          </p:cNvPr>
          <p:cNvSpPr txBox="1"/>
          <p:nvPr/>
        </p:nvSpPr>
        <p:spPr>
          <a:xfrm>
            <a:off x="1853958" y="1386642"/>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77" name="TextBox 76">
            <a:extLst>
              <a:ext uri="{FF2B5EF4-FFF2-40B4-BE49-F238E27FC236}">
                <a16:creationId xmlns:a16="http://schemas.microsoft.com/office/drawing/2014/main" id="{C21544F7-CC15-31D2-6B97-EC1ABD7CB069}"/>
              </a:ext>
            </a:extLst>
          </p:cNvPr>
          <p:cNvSpPr txBox="1"/>
          <p:nvPr/>
        </p:nvSpPr>
        <p:spPr>
          <a:xfrm>
            <a:off x="8520544" y="4705329"/>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78" name="TextBox 77">
            <a:extLst>
              <a:ext uri="{FF2B5EF4-FFF2-40B4-BE49-F238E27FC236}">
                <a16:creationId xmlns:a16="http://schemas.microsoft.com/office/drawing/2014/main" id="{6DA7BBA8-B73A-2185-6C71-0B62699607DE}"/>
              </a:ext>
            </a:extLst>
          </p:cNvPr>
          <p:cNvSpPr txBox="1"/>
          <p:nvPr/>
        </p:nvSpPr>
        <p:spPr>
          <a:xfrm>
            <a:off x="8534680" y="3628060"/>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79" name="TextBox 78">
            <a:extLst>
              <a:ext uri="{FF2B5EF4-FFF2-40B4-BE49-F238E27FC236}">
                <a16:creationId xmlns:a16="http://schemas.microsoft.com/office/drawing/2014/main" id="{19AE7C39-3A09-743F-7635-86B174A21621}"/>
              </a:ext>
            </a:extLst>
          </p:cNvPr>
          <p:cNvSpPr txBox="1"/>
          <p:nvPr/>
        </p:nvSpPr>
        <p:spPr>
          <a:xfrm>
            <a:off x="8496856" y="1386642"/>
            <a:ext cx="784860" cy="215444"/>
          </a:xfrm>
          <a:prstGeom prst="rect">
            <a:avLst/>
          </a:prstGeom>
          <a:solidFill>
            <a:srgbClr val="E8F0FE"/>
          </a:solidFill>
          <a:ln>
            <a:solidFill>
              <a:schemeClr val="accent1"/>
            </a:solidFill>
          </a:ln>
        </p:spPr>
        <p:txBody>
          <a:bodyPr wrap="square" rtlCol="0" anchor="ctr">
            <a:spAutoFit/>
          </a:bodyPr>
          <a:lstStyle/>
          <a:p>
            <a:pPr algn="ctr"/>
            <a:r>
              <a:rPr lang="en-GB" sz="800" dirty="0"/>
              <a:t>Civil Engineer</a:t>
            </a:r>
          </a:p>
        </p:txBody>
      </p:sp>
      <p:sp>
        <p:nvSpPr>
          <p:cNvPr id="80" name="TextBox 79">
            <a:extLst>
              <a:ext uri="{FF2B5EF4-FFF2-40B4-BE49-F238E27FC236}">
                <a16:creationId xmlns:a16="http://schemas.microsoft.com/office/drawing/2014/main" id="{06CB2F26-C0E6-D0C5-40B9-83BC67600791}"/>
              </a:ext>
            </a:extLst>
          </p:cNvPr>
          <p:cNvSpPr txBox="1"/>
          <p:nvPr/>
        </p:nvSpPr>
        <p:spPr>
          <a:xfrm>
            <a:off x="1823957" y="210507"/>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1" name="TextBox 80">
            <a:extLst>
              <a:ext uri="{FF2B5EF4-FFF2-40B4-BE49-F238E27FC236}">
                <a16:creationId xmlns:a16="http://schemas.microsoft.com/office/drawing/2014/main" id="{AC03DE58-C9C9-02AF-5DC5-1B5DBD7981F1}"/>
              </a:ext>
            </a:extLst>
          </p:cNvPr>
          <p:cNvSpPr txBox="1"/>
          <p:nvPr/>
        </p:nvSpPr>
        <p:spPr>
          <a:xfrm>
            <a:off x="442549" y="210507"/>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2" name="TextBox 81">
            <a:extLst>
              <a:ext uri="{FF2B5EF4-FFF2-40B4-BE49-F238E27FC236}">
                <a16:creationId xmlns:a16="http://schemas.microsoft.com/office/drawing/2014/main" id="{64B3F03E-16C5-FE6E-127C-39044D7D6564}"/>
              </a:ext>
            </a:extLst>
          </p:cNvPr>
          <p:cNvSpPr txBox="1"/>
          <p:nvPr/>
        </p:nvSpPr>
        <p:spPr>
          <a:xfrm>
            <a:off x="4553332" y="212684"/>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3" name="TextBox 82">
            <a:extLst>
              <a:ext uri="{FF2B5EF4-FFF2-40B4-BE49-F238E27FC236}">
                <a16:creationId xmlns:a16="http://schemas.microsoft.com/office/drawing/2014/main" id="{1166CCE8-CC13-A5ED-7995-D983816E5BAC}"/>
              </a:ext>
            </a:extLst>
          </p:cNvPr>
          <p:cNvSpPr txBox="1"/>
          <p:nvPr/>
        </p:nvSpPr>
        <p:spPr>
          <a:xfrm>
            <a:off x="1823957" y="3814835"/>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4" name="TextBox 83">
            <a:extLst>
              <a:ext uri="{FF2B5EF4-FFF2-40B4-BE49-F238E27FC236}">
                <a16:creationId xmlns:a16="http://schemas.microsoft.com/office/drawing/2014/main" id="{EB67306A-CCB6-C92F-9BE8-DE67FBDD07A6}"/>
              </a:ext>
            </a:extLst>
          </p:cNvPr>
          <p:cNvSpPr txBox="1"/>
          <p:nvPr/>
        </p:nvSpPr>
        <p:spPr>
          <a:xfrm>
            <a:off x="442549" y="3814835"/>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5" name="TextBox 84">
            <a:extLst>
              <a:ext uri="{FF2B5EF4-FFF2-40B4-BE49-F238E27FC236}">
                <a16:creationId xmlns:a16="http://schemas.microsoft.com/office/drawing/2014/main" id="{8EC5DE40-584F-2890-AB0C-B806E089470D}"/>
              </a:ext>
            </a:extLst>
          </p:cNvPr>
          <p:cNvSpPr txBox="1"/>
          <p:nvPr/>
        </p:nvSpPr>
        <p:spPr>
          <a:xfrm>
            <a:off x="4553332" y="3817012"/>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6" name="TextBox 85">
            <a:extLst>
              <a:ext uri="{FF2B5EF4-FFF2-40B4-BE49-F238E27FC236}">
                <a16:creationId xmlns:a16="http://schemas.microsoft.com/office/drawing/2014/main" id="{98BBD1C1-2859-D09F-9643-86554C30B81F}"/>
              </a:ext>
            </a:extLst>
          </p:cNvPr>
          <p:cNvSpPr txBox="1"/>
          <p:nvPr/>
        </p:nvSpPr>
        <p:spPr>
          <a:xfrm>
            <a:off x="1838188" y="4893024"/>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7" name="TextBox 86">
            <a:extLst>
              <a:ext uri="{FF2B5EF4-FFF2-40B4-BE49-F238E27FC236}">
                <a16:creationId xmlns:a16="http://schemas.microsoft.com/office/drawing/2014/main" id="{0D77D0D9-AB65-07E0-9B20-70C7D6CC1730}"/>
              </a:ext>
            </a:extLst>
          </p:cNvPr>
          <p:cNvSpPr txBox="1"/>
          <p:nvPr/>
        </p:nvSpPr>
        <p:spPr>
          <a:xfrm>
            <a:off x="456780" y="4893024"/>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8" name="TextBox 87">
            <a:extLst>
              <a:ext uri="{FF2B5EF4-FFF2-40B4-BE49-F238E27FC236}">
                <a16:creationId xmlns:a16="http://schemas.microsoft.com/office/drawing/2014/main" id="{DC5F38A6-90E5-2DCF-49CC-F961233326A2}"/>
              </a:ext>
            </a:extLst>
          </p:cNvPr>
          <p:cNvSpPr txBox="1"/>
          <p:nvPr/>
        </p:nvSpPr>
        <p:spPr>
          <a:xfrm>
            <a:off x="4567563" y="4895201"/>
            <a:ext cx="784860" cy="276999"/>
          </a:xfrm>
          <a:prstGeom prst="rect">
            <a:avLst/>
          </a:prstGeom>
          <a:solidFill>
            <a:srgbClr val="0070C0"/>
          </a:solidFill>
          <a:ln>
            <a:solidFill>
              <a:schemeClr val="accent1"/>
            </a:solidFill>
          </a:ln>
        </p:spPr>
        <p:txBody>
          <a:bodyPr wrap="square" rtlCol="0" anchor="ctr">
            <a:spAutoFit/>
          </a:bodyPr>
          <a:lstStyle/>
          <a:p>
            <a:pPr algn="ctr"/>
            <a:r>
              <a:rPr lang="en-GB" sz="1200" dirty="0">
                <a:solidFill>
                  <a:srgbClr val="FFFF00"/>
                </a:solidFill>
              </a:rPr>
              <a:t>Police</a:t>
            </a:r>
          </a:p>
        </p:txBody>
      </p:sp>
      <p:sp>
        <p:nvSpPr>
          <p:cNvPr id="89" name="TextBox 88">
            <a:extLst>
              <a:ext uri="{FF2B5EF4-FFF2-40B4-BE49-F238E27FC236}">
                <a16:creationId xmlns:a16="http://schemas.microsoft.com/office/drawing/2014/main" id="{1E0CD927-3AE0-5CC2-7AE0-2CD2956567EF}"/>
              </a:ext>
            </a:extLst>
          </p:cNvPr>
          <p:cNvSpPr txBox="1"/>
          <p:nvPr/>
        </p:nvSpPr>
        <p:spPr>
          <a:xfrm>
            <a:off x="11630049" y="1129855"/>
            <a:ext cx="600643" cy="338554"/>
          </a:xfrm>
          <a:prstGeom prst="rect">
            <a:avLst/>
          </a:prstGeom>
          <a:solidFill>
            <a:srgbClr val="00B0F0"/>
          </a:solidFill>
          <a:ln>
            <a:solidFill>
              <a:schemeClr val="accent1"/>
            </a:solidFill>
          </a:ln>
        </p:spPr>
        <p:txBody>
          <a:bodyPr wrap="square" rtlCol="0" anchor="ctr">
            <a:spAutoFit/>
          </a:bodyPr>
          <a:lstStyle/>
          <a:p>
            <a:pPr algn="ctr"/>
            <a:r>
              <a:rPr lang="en-GB" sz="800" dirty="0">
                <a:solidFill>
                  <a:schemeClr val="bg1"/>
                </a:solidFill>
              </a:rPr>
              <a:t>Software Engineer</a:t>
            </a:r>
          </a:p>
        </p:txBody>
      </p:sp>
      <p:sp>
        <p:nvSpPr>
          <p:cNvPr id="90" name="TextBox 89">
            <a:extLst>
              <a:ext uri="{FF2B5EF4-FFF2-40B4-BE49-F238E27FC236}">
                <a16:creationId xmlns:a16="http://schemas.microsoft.com/office/drawing/2014/main" id="{D8E523E8-0967-41A7-1576-165F2669762F}"/>
              </a:ext>
            </a:extLst>
          </p:cNvPr>
          <p:cNvSpPr txBox="1"/>
          <p:nvPr/>
        </p:nvSpPr>
        <p:spPr>
          <a:xfrm>
            <a:off x="11649353" y="4536052"/>
            <a:ext cx="600643" cy="338554"/>
          </a:xfrm>
          <a:prstGeom prst="rect">
            <a:avLst/>
          </a:prstGeom>
          <a:solidFill>
            <a:srgbClr val="00B0F0"/>
          </a:solidFill>
          <a:ln>
            <a:solidFill>
              <a:schemeClr val="accent1"/>
            </a:solidFill>
          </a:ln>
        </p:spPr>
        <p:txBody>
          <a:bodyPr wrap="square" rtlCol="0" anchor="ctr">
            <a:spAutoFit/>
          </a:bodyPr>
          <a:lstStyle/>
          <a:p>
            <a:pPr algn="ctr"/>
            <a:r>
              <a:rPr lang="en-GB" sz="800" dirty="0">
                <a:solidFill>
                  <a:schemeClr val="bg1"/>
                </a:solidFill>
              </a:rPr>
              <a:t>Software Engineer</a:t>
            </a:r>
          </a:p>
        </p:txBody>
      </p:sp>
      <p:sp>
        <p:nvSpPr>
          <p:cNvPr id="91" name="TextBox 90">
            <a:extLst>
              <a:ext uri="{FF2B5EF4-FFF2-40B4-BE49-F238E27FC236}">
                <a16:creationId xmlns:a16="http://schemas.microsoft.com/office/drawing/2014/main" id="{4AF0B75B-CBC8-9856-F5E8-30650D69101E}"/>
              </a:ext>
            </a:extLst>
          </p:cNvPr>
          <p:cNvSpPr txBox="1"/>
          <p:nvPr/>
        </p:nvSpPr>
        <p:spPr>
          <a:xfrm>
            <a:off x="11661259" y="3400960"/>
            <a:ext cx="600643" cy="338554"/>
          </a:xfrm>
          <a:prstGeom prst="rect">
            <a:avLst/>
          </a:prstGeom>
          <a:solidFill>
            <a:srgbClr val="00B0F0"/>
          </a:solidFill>
          <a:ln>
            <a:solidFill>
              <a:schemeClr val="accent1"/>
            </a:solidFill>
          </a:ln>
        </p:spPr>
        <p:txBody>
          <a:bodyPr wrap="square" rtlCol="0" anchor="ctr">
            <a:spAutoFit/>
          </a:bodyPr>
          <a:lstStyle/>
          <a:p>
            <a:pPr algn="ctr"/>
            <a:r>
              <a:rPr lang="en-GB" sz="800" dirty="0">
                <a:solidFill>
                  <a:schemeClr val="bg1"/>
                </a:solidFill>
              </a:rPr>
              <a:t>Software Engineer</a:t>
            </a:r>
          </a:p>
        </p:txBody>
      </p:sp>
      <p:sp>
        <p:nvSpPr>
          <p:cNvPr id="92" name="TextBox 91">
            <a:extLst>
              <a:ext uri="{FF2B5EF4-FFF2-40B4-BE49-F238E27FC236}">
                <a16:creationId xmlns:a16="http://schemas.microsoft.com/office/drawing/2014/main" id="{F537BC4E-E89A-C34A-81F0-08BFA5236076}"/>
              </a:ext>
            </a:extLst>
          </p:cNvPr>
          <p:cNvSpPr txBox="1"/>
          <p:nvPr/>
        </p:nvSpPr>
        <p:spPr>
          <a:xfrm>
            <a:off x="13023564" y="1111356"/>
            <a:ext cx="600643" cy="338554"/>
          </a:xfrm>
          <a:prstGeom prst="rect">
            <a:avLst/>
          </a:prstGeom>
          <a:solidFill>
            <a:srgbClr val="00B0F0"/>
          </a:solidFill>
          <a:ln>
            <a:solidFill>
              <a:schemeClr val="accent1"/>
            </a:solidFill>
          </a:ln>
        </p:spPr>
        <p:txBody>
          <a:bodyPr wrap="square" rtlCol="0" anchor="ctr">
            <a:spAutoFit/>
          </a:bodyPr>
          <a:lstStyle/>
          <a:p>
            <a:pPr algn="ctr"/>
            <a:r>
              <a:rPr lang="en-GB" sz="800" dirty="0">
                <a:solidFill>
                  <a:schemeClr val="bg1"/>
                </a:solidFill>
              </a:rPr>
              <a:t>Software Engineer</a:t>
            </a:r>
          </a:p>
        </p:txBody>
      </p:sp>
      <p:sp>
        <p:nvSpPr>
          <p:cNvPr id="93" name="TextBox 92">
            <a:extLst>
              <a:ext uri="{FF2B5EF4-FFF2-40B4-BE49-F238E27FC236}">
                <a16:creationId xmlns:a16="http://schemas.microsoft.com/office/drawing/2014/main" id="{449BEA95-E163-7EF5-4A4F-0C92EA7984DD}"/>
              </a:ext>
            </a:extLst>
          </p:cNvPr>
          <p:cNvSpPr txBox="1"/>
          <p:nvPr/>
        </p:nvSpPr>
        <p:spPr>
          <a:xfrm>
            <a:off x="13042868" y="4517553"/>
            <a:ext cx="600643" cy="338554"/>
          </a:xfrm>
          <a:prstGeom prst="rect">
            <a:avLst/>
          </a:prstGeom>
          <a:solidFill>
            <a:srgbClr val="00B0F0"/>
          </a:solidFill>
          <a:ln>
            <a:solidFill>
              <a:schemeClr val="accent1"/>
            </a:solidFill>
          </a:ln>
        </p:spPr>
        <p:txBody>
          <a:bodyPr wrap="square" rtlCol="0" anchor="ctr">
            <a:spAutoFit/>
          </a:bodyPr>
          <a:lstStyle/>
          <a:p>
            <a:pPr algn="ctr"/>
            <a:r>
              <a:rPr lang="en-GB" sz="800" dirty="0">
                <a:solidFill>
                  <a:schemeClr val="bg1"/>
                </a:solidFill>
              </a:rPr>
              <a:t>Software Engineer</a:t>
            </a:r>
          </a:p>
        </p:txBody>
      </p:sp>
      <p:sp>
        <p:nvSpPr>
          <p:cNvPr id="94" name="TextBox 93">
            <a:extLst>
              <a:ext uri="{FF2B5EF4-FFF2-40B4-BE49-F238E27FC236}">
                <a16:creationId xmlns:a16="http://schemas.microsoft.com/office/drawing/2014/main" id="{913DC699-C66A-FF78-5363-C852521B63EE}"/>
              </a:ext>
            </a:extLst>
          </p:cNvPr>
          <p:cNvSpPr txBox="1"/>
          <p:nvPr/>
        </p:nvSpPr>
        <p:spPr>
          <a:xfrm>
            <a:off x="13054774" y="3382461"/>
            <a:ext cx="600643" cy="338554"/>
          </a:xfrm>
          <a:prstGeom prst="rect">
            <a:avLst/>
          </a:prstGeom>
          <a:solidFill>
            <a:srgbClr val="00B0F0"/>
          </a:solidFill>
          <a:ln>
            <a:solidFill>
              <a:schemeClr val="accent1"/>
            </a:solidFill>
          </a:ln>
        </p:spPr>
        <p:txBody>
          <a:bodyPr wrap="square" rtlCol="0" anchor="ctr">
            <a:spAutoFit/>
          </a:bodyPr>
          <a:lstStyle/>
          <a:p>
            <a:pPr algn="ctr"/>
            <a:r>
              <a:rPr lang="en-GB" sz="800" dirty="0">
                <a:solidFill>
                  <a:schemeClr val="bg1"/>
                </a:solidFill>
              </a:rPr>
              <a:t>Software Engineer</a:t>
            </a:r>
          </a:p>
        </p:txBody>
      </p:sp>
      <p:sp>
        <p:nvSpPr>
          <p:cNvPr id="95" name="TextBox 94">
            <a:extLst>
              <a:ext uri="{FF2B5EF4-FFF2-40B4-BE49-F238E27FC236}">
                <a16:creationId xmlns:a16="http://schemas.microsoft.com/office/drawing/2014/main" id="{6336F37F-D8D5-607B-88AB-A69DB0AE244B}"/>
              </a:ext>
            </a:extLst>
          </p:cNvPr>
          <p:cNvSpPr txBox="1"/>
          <p:nvPr/>
        </p:nvSpPr>
        <p:spPr>
          <a:xfrm>
            <a:off x="8776303" y="1115280"/>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96" name="TextBox 95">
            <a:extLst>
              <a:ext uri="{FF2B5EF4-FFF2-40B4-BE49-F238E27FC236}">
                <a16:creationId xmlns:a16="http://schemas.microsoft.com/office/drawing/2014/main" id="{D0446B5D-9CFA-3392-F9E2-9AC47078F910}"/>
              </a:ext>
            </a:extLst>
          </p:cNvPr>
          <p:cNvSpPr txBox="1"/>
          <p:nvPr/>
        </p:nvSpPr>
        <p:spPr>
          <a:xfrm>
            <a:off x="8774173" y="3343779"/>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97" name="TextBox 96">
            <a:extLst>
              <a:ext uri="{FF2B5EF4-FFF2-40B4-BE49-F238E27FC236}">
                <a16:creationId xmlns:a16="http://schemas.microsoft.com/office/drawing/2014/main" id="{0BCA3E34-6863-0827-23D9-322A8DCEE950}"/>
              </a:ext>
            </a:extLst>
          </p:cNvPr>
          <p:cNvSpPr txBox="1"/>
          <p:nvPr/>
        </p:nvSpPr>
        <p:spPr>
          <a:xfrm>
            <a:off x="8749491" y="4427923"/>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98" name="TextBox 97">
            <a:extLst>
              <a:ext uri="{FF2B5EF4-FFF2-40B4-BE49-F238E27FC236}">
                <a16:creationId xmlns:a16="http://schemas.microsoft.com/office/drawing/2014/main" id="{D19E733F-0F2C-F88A-C3BF-02C9492E2935}"/>
              </a:ext>
            </a:extLst>
          </p:cNvPr>
          <p:cNvSpPr txBox="1"/>
          <p:nvPr/>
        </p:nvSpPr>
        <p:spPr>
          <a:xfrm>
            <a:off x="1834774" y="1843844"/>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99" name="TextBox 98">
            <a:extLst>
              <a:ext uri="{FF2B5EF4-FFF2-40B4-BE49-F238E27FC236}">
                <a16:creationId xmlns:a16="http://schemas.microsoft.com/office/drawing/2014/main" id="{C54E308F-C57A-0FC1-3026-F3AC992D3412}"/>
              </a:ext>
            </a:extLst>
          </p:cNvPr>
          <p:cNvSpPr txBox="1"/>
          <p:nvPr/>
        </p:nvSpPr>
        <p:spPr>
          <a:xfrm>
            <a:off x="1832644" y="4072343"/>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100" name="TextBox 99">
            <a:extLst>
              <a:ext uri="{FF2B5EF4-FFF2-40B4-BE49-F238E27FC236}">
                <a16:creationId xmlns:a16="http://schemas.microsoft.com/office/drawing/2014/main" id="{BB6730C4-67BA-3175-061F-2C081B45A103}"/>
              </a:ext>
            </a:extLst>
          </p:cNvPr>
          <p:cNvSpPr txBox="1"/>
          <p:nvPr/>
        </p:nvSpPr>
        <p:spPr>
          <a:xfrm>
            <a:off x="1807962" y="5156487"/>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101" name="TextBox 100">
            <a:extLst>
              <a:ext uri="{FF2B5EF4-FFF2-40B4-BE49-F238E27FC236}">
                <a16:creationId xmlns:a16="http://schemas.microsoft.com/office/drawing/2014/main" id="{386C3241-B938-947A-4135-B727FF661F7F}"/>
              </a:ext>
            </a:extLst>
          </p:cNvPr>
          <p:cNvSpPr txBox="1"/>
          <p:nvPr/>
        </p:nvSpPr>
        <p:spPr>
          <a:xfrm>
            <a:off x="5953873" y="1145357"/>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102" name="TextBox 101">
            <a:extLst>
              <a:ext uri="{FF2B5EF4-FFF2-40B4-BE49-F238E27FC236}">
                <a16:creationId xmlns:a16="http://schemas.microsoft.com/office/drawing/2014/main" id="{AAE81AC3-F262-53B9-3458-7A7E65073A69}"/>
              </a:ext>
            </a:extLst>
          </p:cNvPr>
          <p:cNvSpPr txBox="1"/>
          <p:nvPr/>
        </p:nvSpPr>
        <p:spPr>
          <a:xfrm>
            <a:off x="5951743" y="3373856"/>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103" name="TextBox 102">
            <a:extLst>
              <a:ext uri="{FF2B5EF4-FFF2-40B4-BE49-F238E27FC236}">
                <a16:creationId xmlns:a16="http://schemas.microsoft.com/office/drawing/2014/main" id="{AFDEEAE9-1508-803E-31CC-F03BFF1EAE73}"/>
              </a:ext>
            </a:extLst>
          </p:cNvPr>
          <p:cNvSpPr txBox="1"/>
          <p:nvPr/>
        </p:nvSpPr>
        <p:spPr>
          <a:xfrm>
            <a:off x="5927061" y="4458000"/>
            <a:ext cx="784860" cy="276999"/>
          </a:xfrm>
          <a:prstGeom prst="rect">
            <a:avLst/>
          </a:prstGeom>
          <a:solidFill>
            <a:srgbClr val="816169"/>
          </a:solidFill>
          <a:ln>
            <a:solidFill>
              <a:schemeClr val="accent1"/>
            </a:solidFill>
          </a:ln>
        </p:spPr>
        <p:txBody>
          <a:bodyPr wrap="square" rtlCol="0" anchor="ctr">
            <a:spAutoFit/>
          </a:bodyPr>
          <a:lstStyle/>
          <a:p>
            <a:pPr algn="ctr"/>
            <a:r>
              <a:rPr lang="en-GB" sz="1200" dirty="0">
                <a:solidFill>
                  <a:schemeClr val="bg1"/>
                </a:solidFill>
              </a:rPr>
              <a:t>Farmer</a:t>
            </a:r>
          </a:p>
        </p:txBody>
      </p:sp>
      <p:sp>
        <p:nvSpPr>
          <p:cNvPr id="104" name="TextBox 103">
            <a:extLst>
              <a:ext uri="{FF2B5EF4-FFF2-40B4-BE49-F238E27FC236}">
                <a16:creationId xmlns:a16="http://schemas.microsoft.com/office/drawing/2014/main" id="{6339A9B1-5E67-35C4-A9E1-6753B7FB9FBB}"/>
              </a:ext>
            </a:extLst>
          </p:cNvPr>
          <p:cNvSpPr txBox="1"/>
          <p:nvPr/>
        </p:nvSpPr>
        <p:spPr>
          <a:xfrm>
            <a:off x="4622350" y="472609"/>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05" name="TextBox 104">
            <a:extLst>
              <a:ext uri="{FF2B5EF4-FFF2-40B4-BE49-F238E27FC236}">
                <a16:creationId xmlns:a16="http://schemas.microsoft.com/office/drawing/2014/main" id="{7A062CB5-8F33-A2CF-5716-0C0C893E9FB1}"/>
              </a:ext>
            </a:extLst>
          </p:cNvPr>
          <p:cNvSpPr txBox="1"/>
          <p:nvPr/>
        </p:nvSpPr>
        <p:spPr>
          <a:xfrm>
            <a:off x="4615062" y="4099728"/>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06" name="TextBox 105">
            <a:extLst>
              <a:ext uri="{FF2B5EF4-FFF2-40B4-BE49-F238E27FC236}">
                <a16:creationId xmlns:a16="http://schemas.microsoft.com/office/drawing/2014/main" id="{8DB01A0E-BAAE-76A5-C4AB-000CB71E02F3}"/>
              </a:ext>
            </a:extLst>
          </p:cNvPr>
          <p:cNvSpPr txBox="1"/>
          <p:nvPr/>
        </p:nvSpPr>
        <p:spPr>
          <a:xfrm>
            <a:off x="4625533" y="5177917"/>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07" name="TextBox 106">
            <a:extLst>
              <a:ext uri="{FF2B5EF4-FFF2-40B4-BE49-F238E27FC236}">
                <a16:creationId xmlns:a16="http://schemas.microsoft.com/office/drawing/2014/main" id="{99621508-C490-960D-9EBB-8696D699DFC7}"/>
              </a:ext>
            </a:extLst>
          </p:cNvPr>
          <p:cNvSpPr txBox="1"/>
          <p:nvPr/>
        </p:nvSpPr>
        <p:spPr>
          <a:xfrm>
            <a:off x="532805" y="472609"/>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08" name="TextBox 107">
            <a:extLst>
              <a:ext uri="{FF2B5EF4-FFF2-40B4-BE49-F238E27FC236}">
                <a16:creationId xmlns:a16="http://schemas.microsoft.com/office/drawing/2014/main" id="{3F50416E-C164-A5A3-68EE-48D1C36B993B}"/>
              </a:ext>
            </a:extLst>
          </p:cNvPr>
          <p:cNvSpPr txBox="1"/>
          <p:nvPr/>
        </p:nvSpPr>
        <p:spPr>
          <a:xfrm>
            <a:off x="525517" y="4099728"/>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09" name="TextBox 108">
            <a:extLst>
              <a:ext uri="{FF2B5EF4-FFF2-40B4-BE49-F238E27FC236}">
                <a16:creationId xmlns:a16="http://schemas.microsoft.com/office/drawing/2014/main" id="{3D4B04B2-5B6C-DB29-39B5-63FF130039E4}"/>
              </a:ext>
            </a:extLst>
          </p:cNvPr>
          <p:cNvSpPr txBox="1"/>
          <p:nvPr/>
        </p:nvSpPr>
        <p:spPr>
          <a:xfrm>
            <a:off x="535988" y="5177917"/>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10" name="TextBox 109">
            <a:extLst>
              <a:ext uri="{FF2B5EF4-FFF2-40B4-BE49-F238E27FC236}">
                <a16:creationId xmlns:a16="http://schemas.microsoft.com/office/drawing/2014/main" id="{93EEC071-856D-09AE-01EA-C5C17DF17A97}"/>
              </a:ext>
            </a:extLst>
          </p:cNvPr>
          <p:cNvSpPr txBox="1"/>
          <p:nvPr/>
        </p:nvSpPr>
        <p:spPr>
          <a:xfrm>
            <a:off x="5956060" y="472609"/>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11" name="TextBox 110">
            <a:extLst>
              <a:ext uri="{FF2B5EF4-FFF2-40B4-BE49-F238E27FC236}">
                <a16:creationId xmlns:a16="http://schemas.microsoft.com/office/drawing/2014/main" id="{64FE2146-3011-7312-1266-DDDF475210E2}"/>
              </a:ext>
            </a:extLst>
          </p:cNvPr>
          <p:cNvSpPr txBox="1"/>
          <p:nvPr/>
        </p:nvSpPr>
        <p:spPr>
          <a:xfrm>
            <a:off x="5948772" y="4099728"/>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12" name="TextBox 111">
            <a:extLst>
              <a:ext uri="{FF2B5EF4-FFF2-40B4-BE49-F238E27FC236}">
                <a16:creationId xmlns:a16="http://schemas.microsoft.com/office/drawing/2014/main" id="{A1501A87-0E48-A778-2FBD-5911B0A4B4DB}"/>
              </a:ext>
            </a:extLst>
          </p:cNvPr>
          <p:cNvSpPr txBox="1"/>
          <p:nvPr/>
        </p:nvSpPr>
        <p:spPr>
          <a:xfrm>
            <a:off x="5959243" y="5177917"/>
            <a:ext cx="784860" cy="276999"/>
          </a:xfrm>
          <a:prstGeom prst="rect">
            <a:avLst/>
          </a:prstGeom>
          <a:solidFill>
            <a:schemeClr val="bg1"/>
          </a:solidFill>
          <a:ln>
            <a:solidFill>
              <a:schemeClr val="accent1"/>
            </a:solidFill>
          </a:ln>
        </p:spPr>
        <p:txBody>
          <a:bodyPr wrap="square" rtlCol="0" anchor="ctr">
            <a:spAutoFit/>
          </a:bodyPr>
          <a:lstStyle/>
          <a:p>
            <a:pPr algn="ctr"/>
            <a:r>
              <a:rPr lang="en-GB" sz="1200" dirty="0"/>
              <a:t>Teacher</a:t>
            </a:r>
          </a:p>
        </p:txBody>
      </p:sp>
      <p:sp>
        <p:nvSpPr>
          <p:cNvPr id="116" name="TextBox 115">
            <a:extLst>
              <a:ext uri="{FF2B5EF4-FFF2-40B4-BE49-F238E27FC236}">
                <a16:creationId xmlns:a16="http://schemas.microsoft.com/office/drawing/2014/main" id="{30A2E610-8183-3DB1-2073-31FB7B23ECB2}"/>
              </a:ext>
            </a:extLst>
          </p:cNvPr>
          <p:cNvSpPr txBox="1"/>
          <p:nvPr/>
        </p:nvSpPr>
        <p:spPr>
          <a:xfrm>
            <a:off x="7337103" y="1913464"/>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17" name="TextBox 116">
            <a:extLst>
              <a:ext uri="{FF2B5EF4-FFF2-40B4-BE49-F238E27FC236}">
                <a16:creationId xmlns:a16="http://schemas.microsoft.com/office/drawing/2014/main" id="{0CFBA7E5-06A4-AE87-1181-297EEA6DF891}"/>
              </a:ext>
            </a:extLst>
          </p:cNvPr>
          <p:cNvSpPr txBox="1"/>
          <p:nvPr/>
        </p:nvSpPr>
        <p:spPr>
          <a:xfrm>
            <a:off x="7357448" y="4114984"/>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18" name="TextBox 117">
            <a:extLst>
              <a:ext uri="{FF2B5EF4-FFF2-40B4-BE49-F238E27FC236}">
                <a16:creationId xmlns:a16="http://schemas.microsoft.com/office/drawing/2014/main" id="{8631A54C-8A82-157E-F205-C6F7C11D92A0}"/>
              </a:ext>
            </a:extLst>
          </p:cNvPr>
          <p:cNvSpPr txBox="1"/>
          <p:nvPr/>
        </p:nvSpPr>
        <p:spPr>
          <a:xfrm>
            <a:off x="7337103" y="5222554"/>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19" name="TextBox 118">
            <a:extLst>
              <a:ext uri="{FF2B5EF4-FFF2-40B4-BE49-F238E27FC236}">
                <a16:creationId xmlns:a16="http://schemas.microsoft.com/office/drawing/2014/main" id="{A8CF5113-8D8E-3855-8C35-844B1A30933F}"/>
              </a:ext>
            </a:extLst>
          </p:cNvPr>
          <p:cNvSpPr txBox="1"/>
          <p:nvPr/>
        </p:nvSpPr>
        <p:spPr>
          <a:xfrm>
            <a:off x="8692598" y="1897146"/>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20" name="TextBox 119">
            <a:extLst>
              <a:ext uri="{FF2B5EF4-FFF2-40B4-BE49-F238E27FC236}">
                <a16:creationId xmlns:a16="http://schemas.microsoft.com/office/drawing/2014/main" id="{28795BFB-ECB3-0DA9-2ECA-58A93E98A9D4}"/>
              </a:ext>
            </a:extLst>
          </p:cNvPr>
          <p:cNvSpPr txBox="1"/>
          <p:nvPr/>
        </p:nvSpPr>
        <p:spPr>
          <a:xfrm>
            <a:off x="8661264" y="4123512"/>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21" name="TextBox 120">
            <a:extLst>
              <a:ext uri="{FF2B5EF4-FFF2-40B4-BE49-F238E27FC236}">
                <a16:creationId xmlns:a16="http://schemas.microsoft.com/office/drawing/2014/main" id="{6B85C1BD-8BDF-EC75-BD16-7215D2A6D366}"/>
              </a:ext>
            </a:extLst>
          </p:cNvPr>
          <p:cNvSpPr txBox="1"/>
          <p:nvPr/>
        </p:nvSpPr>
        <p:spPr>
          <a:xfrm>
            <a:off x="8640919" y="5231082"/>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22" name="TextBox 121">
            <a:extLst>
              <a:ext uri="{FF2B5EF4-FFF2-40B4-BE49-F238E27FC236}">
                <a16:creationId xmlns:a16="http://schemas.microsoft.com/office/drawing/2014/main" id="{C16CD32C-8871-5C7D-E949-69EEF19B55AC}"/>
              </a:ext>
            </a:extLst>
          </p:cNvPr>
          <p:cNvSpPr txBox="1"/>
          <p:nvPr/>
        </p:nvSpPr>
        <p:spPr>
          <a:xfrm>
            <a:off x="2010574" y="2066246"/>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23" name="TextBox 122">
            <a:extLst>
              <a:ext uri="{FF2B5EF4-FFF2-40B4-BE49-F238E27FC236}">
                <a16:creationId xmlns:a16="http://schemas.microsoft.com/office/drawing/2014/main" id="{01EB81E9-A1F5-E2B5-3EE6-9BA1942644CC}"/>
              </a:ext>
            </a:extLst>
          </p:cNvPr>
          <p:cNvSpPr txBox="1"/>
          <p:nvPr/>
        </p:nvSpPr>
        <p:spPr>
          <a:xfrm>
            <a:off x="2030919" y="4267766"/>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24" name="TextBox 123">
            <a:extLst>
              <a:ext uri="{FF2B5EF4-FFF2-40B4-BE49-F238E27FC236}">
                <a16:creationId xmlns:a16="http://schemas.microsoft.com/office/drawing/2014/main" id="{41A6FA4E-8DF7-5895-42CD-917F754EE3DA}"/>
              </a:ext>
            </a:extLst>
          </p:cNvPr>
          <p:cNvSpPr txBox="1"/>
          <p:nvPr/>
        </p:nvSpPr>
        <p:spPr>
          <a:xfrm>
            <a:off x="2010574" y="5375336"/>
            <a:ext cx="784860" cy="246221"/>
          </a:xfrm>
          <a:prstGeom prst="rect">
            <a:avLst/>
          </a:prstGeom>
          <a:solidFill>
            <a:schemeClr val="accent4">
              <a:lumMod val="40000"/>
              <a:lumOff val="60000"/>
            </a:schemeClr>
          </a:solidFill>
          <a:ln>
            <a:solidFill>
              <a:schemeClr val="accent1"/>
            </a:solidFill>
          </a:ln>
        </p:spPr>
        <p:txBody>
          <a:bodyPr wrap="square" rtlCol="0" anchor="ctr">
            <a:spAutoFit/>
          </a:bodyPr>
          <a:lstStyle/>
          <a:p>
            <a:pPr algn="ctr"/>
            <a:r>
              <a:rPr lang="en-GB" sz="1000" dirty="0"/>
              <a:t>Water Util.</a:t>
            </a:r>
          </a:p>
        </p:txBody>
      </p:sp>
      <p:sp>
        <p:nvSpPr>
          <p:cNvPr id="125" name="TextBox 124">
            <a:extLst>
              <a:ext uri="{FF2B5EF4-FFF2-40B4-BE49-F238E27FC236}">
                <a16:creationId xmlns:a16="http://schemas.microsoft.com/office/drawing/2014/main" id="{80B08212-C0AC-A1F2-DC66-FFC048FBDE21}"/>
              </a:ext>
            </a:extLst>
          </p:cNvPr>
          <p:cNvSpPr txBox="1"/>
          <p:nvPr/>
        </p:nvSpPr>
        <p:spPr>
          <a:xfrm>
            <a:off x="4683144" y="-54643"/>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26" name="TextBox 125">
            <a:extLst>
              <a:ext uri="{FF2B5EF4-FFF2-40B4-BE49-F238E27FC236}">
                <a16:creationId xmlns:a16="http://schemas.microsoft.com/office/drawing/2014/main" id="{99FD3F3C-B6CF-A932-F181-6EFFE92877B8}"/>
              </a:ext>
            </a:extLst>
          </p:cNvPr>
          <p:cNvSpPr txBox="1"/>
          <p:nvPr/>
        </p:nvSpPr>
        <p:spPr>
          <a:xfrm>
            <a:off x="4698574" y="3350690"/>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27" name="TextBox 126">
            <a:extLst>
              <a:ext uri="{FF2B5EF4-FFF2-40B4-BE49-F238E27FC236}">
                <a16:creationId xmlns:a16="http://schemas.microsoft.com/office/drawing/2014/main" id="{9BB2DD62-90D0-3D2B-5E99-1413A7EE063F}"/>
              </a:ext>
            </a:extLst>
          </p:cNvPr>
          <p:cNvSpPr txBox="1"/>
          <p:nvPr/>
        </p:nvSpPr>
        <p:spPr>
          <a:xfrm>
            <a:off x="4665198" y="4476804"/>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28" name="TextBox 127">
            <a:extLst>
              <a:ext uri="{FF2B5EF4-FFF2-40B4-BE49-F238E27FC236}">
                <a16:creationId xmlns:a16="http://schemas.microsoft.com/office/drawing/2014/main" id="{1A6B1F39-3B51-2E0F-A45A-489DF1626BA8}"/>
              </a:ext>
            </a:extLst>
          </p:cNvPr>
          <p:cNvSpPr txBox="1"/>
          <p:nvPr/>
        </p:nvSpPr>
        <p:spPr>
          <a:xfrm>
            <a:off x="-40910" y="814413"/>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29" name="TextBox 128">
            <a:extLst>
              <a:ext uri="{FF2B5EF4-FFF2-40B4-BE49-F238E27FC236}">
                <a16:creationId xmlns:a16="http://schemas.microsoft.com/office/drawing/2014/main" id="{7085A672-0983-F6A8-35B5-C6043E765888}"/>
              </a:ext>
            </a:extLst>
          </p:cNvPr>
          <p:cNvSpPr txBox="1"/>
          <p:nvPr/>
        </p:nvSpPr>
        <p:spPr>
          <a:xfrm>
            <a:off x="-25480" y="4219746"/>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30" name="TextBox 129">
            <a:extLst>
              <a:ext uri="{FF2B5EF4-FFF2-40B4-BE49-F238E27FC236}">
                <a16:creationId xmlns:a16="http://schemas.microsoft.com/office/drawing/2014/main" id="{1F350C8B-6F45-EA74-4D47-A11D3E34E11C}"/>
              </a:ext>
            </a:extLst>
          </p:cNvPr>
          <p:cNvSpPr txBox="1"/>
          <p:nvPr/>
        </p:nvSpPr>
        <p:spPr>
          <a:xfrm>
            <a:off x="-58856" y="5345860"/>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31" name="TextBox 130">
            <a:extLst>
              <a:ext uri="{FF2B5EF4-FFF2-40B4-BE49-F238E27FC236}">
                <a16:creationId xmlns:a16="http://schemas.microsoft.com/office/drawing/2014/main" id="{CA6EC1E7-80D6-6799-4555-B049DE75F9D1}"/>
              </a:ext>
            </a:extLst>
          </p:cNvPr>
          <p:cNvSpPr txBox="1"/>
          <p:nvPr/>
        </p:nvSpPr>
        <p:spPr>
          <a:xfrm>
            <a:off x="6001528" y="210999"/>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32" name="TextBox 131">
            <a:extLst>
              <a:ext uri="{FF2B5EF4-FFF2-40B4-BE49-F238E27FC236}">
                <a16:creationId xmlns:a16="http://schemas.microsoft.com/office/drawing/2014/main" id="{103B852C-FD31-345C-4FA8-256607BFE61F}"/>
              </a:ext>
            </a:extLst>
          </p:cNvPr>
          <p:cNvSpPr txBox="1"/>
          <p:nvPr/>
        </p:nvSpPr>
        <p:spPr>
          <a:xfrm>
            <a:off x="6016958" y="3616332"/>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33" name="TextBox 132">
            <a:extLst>
              <a:ext uri="{FF2B5EF4-FFF2-40B4-BE49-F238E27FC236}">
                <a16:creationId xmlns:a16="http://schemas.microsoft.com/office/drawing/2014/main" id="{0950DFB4-D87E-454F-167A-5AB9C4E12DBC}"/>
              </a:ext>
            </a:extLst>
          </p:cNvPr>
          <p:cNvSpPr txBox="1"/>
          <p:nvPr/>
        </p:nvSpPr>
        <p:spPr>
          <a:xfrm>
            <a:off x="5983582" y="4742446"/>
            <a:ext cx="784860" cy="261610"/>
          </a:xfrm>
          <a:prstGeom prst="rect">
            <a:avLst/>
          </a:prstGeom>
          <a:solidFill>
            <a:srgbClr val="B9DDDA"/>
          </a:solidFill>
          <a:ln>
            <a:solidFill>
              <a:schemeClr val="accent1"/>
            </a:solidFill>
          </a:ln>
        </p:spPr>
        <p:txBody>
          <a:bodyPr wrap="square" rtlCol="0" anchor="ctr">
            <a:spAutoFit/>
          </a:bodyPr>
          <a:lstStyle/>
          <a:p>
            <a:pPr algn="ctr"/>
            <a:r>
              <a:rPr lang="en-GB" sz="1100" dirty="0"/>
              <a:t>Journalist</a:t>
            </a:r>
          </a:p>
        </p:txBody>
      </p:sp>
      <p:sp>
        <p:nvSpPr>
          <p:cNvPr id="134" name="TextBox 133">
            <a:extLst>
              <a:ext uri="{FF2B5EF4-FFF2-40B4-BE49-F238E27FC236}">
                <a16:creationId xmlns:a16="http://schemas.microsoft.com/office/drawing/2014/main" id="{A8556083-8EF3-0FE9-4302-9B09397CD490}"/>
              </a:ext>
            </a:extLst>
          </p:cNvPr>
          <p:cNvSpPr txBox="1"/>
          <p:nvPr/>
        </p:nvSpPr>
        <p:spPr>
          <a:xfrm>
            <a:off x="12736660" y="6101729"/>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
        <p:nvSpPr>
          <p:cNvPr id="135" name="TextBox 134">
            <a:extLst>
              <a:ext uri="{FF2B5EF4-FFF2-40B4-BE49-F238E27FC236}">
                <a16:creationId xmlns:a16="http://schemas.microsoft.com/office/drawing/2014/main" id="{6E17E258-3832-C41A-1FE1-8821306E40C2}"/>
              </a:ext>
            </a:extLst>
          </p:cNvPr>
          <p:cNvSpPr txBox="1"/>
          <p:nvPr/>
        </p:nvSpPr>
        <p:spPr>
          <a:xfrm>
            <a:off x="12805240" y="5017988"/>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
        <p:nvSpPr>
          <p:cNvPr id="136" name="TextBox 135">
            <a:extLst>
              <a:ext uri="{FF2B5EF4-FFF2-40B4-BE49-F238E27FC236}">
                <a16:creationId xmlns:a16="http://schemas.microsoft.com/office/drawing/2014/main" id="{99DCCBC4-C58B-7486-7977-531A1ECC2F4C}"/>
              </a:ext>
            </a:extLst>
          </p:cNvPr>
          <p:cNvSpPr txBox="1"/>
          <p:nvPr/>
        </p:nvSpPr>
        <p:spPr>
          <a:xfrm>
            <a:off x="11350542" y="6101729"/>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
        <p:nvSpPr>
          <p:cNvPr id="137" name="TextBox 136">
            <a:extLst>
              <a:ext uri="{FF2B5EF4-FFF2-40B4-BE49-F238E27FC236}">
                <a16:creationId xmlns:a16="http://schemas.microsoft.com/office/drawing/2014/main" id="{55EF85C3-C67D-A5BA-9F47-F6D0E11E75E4}"/>
              </a:ext>
            </a:extLst>
          </p:cNvPr>
          <p:cNvSpPr txBox="1"/>
          <p:nvPr/>
        </p:nvSpPr>
        <p:spPr>
          <a:xfrm>
            <a:off x="11434362" y="5017988"/>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
        <p:nvSpPr>
          <p:cNvPr id="138" name="TextBox 137">
            <a:extLst>
              <a:ext uri="{FF2B5EF4-FFF2-40B4-BE49-F238E27FC236}">
                <a16:creationId xmlns:a16="http://schemas.microsoft.com/office/drawing/2014/main" id="{37ED4C4A-ACEB-D69A-9705-4A0AD6E5733E}"/>
              </a:ext>
            </a:extLst>
          </p:cNvPr>
          <p:cNvSpPr txBox="1"/>
          <p:nvPr/>
        </p:nvSpPr>
        <p:spPr>
          <a:xfrm>
            <a:off x="9994182" y="6101729"/>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
        <p:nvSpPr>
          <p:cNvPr id="139" name="TextBox 138">
            <a:extLst>
              <a:ext uri="{FF2B5EF4-FFF2-40B4-BE49-F238E27FC236}">
                <a16:creationId xmlns:a16="http://schemas.microsoft.com/office/drawing/2014/main" id="{162072A5-25D5-9487-41EB-47E27694529B}"/>
              </a:ext>
            </a:extLst>
          </p:cNvPr>
          <p:cNvSpPr txBox="1"/>
          <p:nvPr/>
        </p:nvSpPr>
        <p:spPr>
          <a:xfrm>
            <a:off x="10001802" y="5039418"/>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
        <p:nvSpPr>
          <p:cNvPr id="140" name="TextBox 139">
            <a:extLst>
              <a:ext uri="{FF2B5EF4-FFF2-40B4-BE49-F238E27FC236}">
                <a16:creationId xmlns:a16="http://schemas.microsoft.com/office/drawing/2014/main" id="{B0852EC5-677F-383E-4269-FF585299D45A}"/>
              </a:ext>
            </a:extLst>
          </p:cNvPr>
          <p:cNvSpPr txBox="1"/>
          <p:nvPr/>
        </p:nvSpPr>
        <p:spPr>
          <a:xfrm>
            <a:off x="12744280" y="1705345"/>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
        <p:nvSpPr>
          <p:cNvPr id="141" name="TextBox 140">
            <a:extLst>
              <a:ext uri="{FF2B5EF4-FFF2-40B4-BE49-F238E27FC236}">
                <a16:creationId xmlns:a16="http://schemas.microsoft.com/office/drawing/2014/main" id="{FBC3C0DF-21AF-BFF5-FBAD-50B3FFEFDF14}"/>
              </a:ext>
            </a:extLst>
          </p:cNvPr>
          <p:cNvSpPr txBox="1"/>
          <p:nvPr/>
        </p:nvSpPr>
        <p:spPr>
          <a:xfrm>
            <a:off x="11358162" y="1705345"/>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
        <p:nvSpPr>
          <p:cNvPr id="142" name="TextBox 141">
            <a:extLst>
              <a:ext uri="{FF2B5EF4-FFF2-40B4-BE49-F238E27FC236}">
                <a16:creationId xmlns:a16="http://schemas.microsoft.com/office/drawing/2014/main" id="{87A86888-2DF8-DADF-1693-8A317A080090}"/>
              </a:ext>
            </a:extLst>
          </p:cNvPr>
          <p:cNvSpPr txBox="1"/>
          <p:nvPr/>
        </p:nvSpPr>
        <p:spPr>
          <a:xfrm>
            <a:off x="10001802" y="1705345"/>
            <a:ext cx="784860" cy="415498"/>
          </a:xfrm>
          <a:prstGeom prst="rect">
            <a:avLst/>
          </a:prstGeom>
          <a:solidFill>
            <a:schemeClr val="bg2"/>
          </a:solidFill>
          <a:ln>
            <a:solidFill>
              <a:schemeClr val="accent1"/>
            </a:solidFill>
          </a:ln>
        </p:spPr>
        <p:txBody>
          <a:bodyPr wrap="square" rtlCol="0" anchor="ctr">
            <a:spAutoFit/>
          </a:bodyPr>
          <a:lstStyle/>
          <a:p>
            <a:pPr algn="ctr"/>
            <a:r>
              <a:rPr lang="en-GB" sz="1050" dirty="0"/>
              <a:t>W3C, ISO, IETF, etc</a:t>
            </a:r>
            <a:endParaRPr lang="en-GB" sz="1050" dirty="0">
              <a:solidFill>
                <a:schemeClr val="bg1"/>
              </a:solidFill>
            </a:endParaRPr>
          </a:p>
        </p:txBody>
      </p:sp>
    </p:spTree>
    <p:extLst>
      <p:ext uri="{BB962C8B-B14F-4D97-AF65-F5344CB8AC3E}">
        <p14:creationId xmlns:p14="http://schemas.microsoft.com/office/powerpoint/2010/main" val="4147798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22" grpId="0" animBg="1"/>
      <p:bldP spid="24" grpId="0" animBg="1"/>
      <p:bldP spid="21" grpId="0" animBg="1"/>
      <p:bldP spid="23" grpId="0" animBg="1"/>
      <p:bldP spid="30" grpId="0" animBg="1"/>
      <p:bldP spid="31" grpId="0" animBg="1"/>
      <p:bldP spid="34" grpId="0" animBg="1"/>
      <p:bldP spid="35" grpId="0" animBg="1"/>
      <p:bldP spid="33" grpId="0" animBg="1"/>
      <p:bldP spid="3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1C87D-220A-88A5-DA7A-5392465DBD18}"/>
              </a:ext>
            </a:extLst>
          </p:cNvPr>
          <p:cNvSpPr>
            <a:spLocks noGrp="1"/>
          </p:cNvSpPr>
          <p:nvPr>
            <p:ph type="title"/>
          </p:nvPr>
        </p:nvSpPr>
        <p:spPr>
          <a:xfrm>
            <a:off x="1089005" y="431220"/>
            <a:ext cx="13662065" cy="373097"/>
          </a:xfrm>
        </p:spPr>
        <p:txBody>
          <a:bodyPr>
            <a:noAutofit/>
          </a:bodyPr>
          <a:lstStyle/>
          <a:p>
            <a:r>
              <a:rPr lang="en-GB" sz="2400" dirty="0"/>
              <a:t>Profession Map</a:t>
            </a:r>
          </a:p>
        </p:txBody>
      </p:sp>
      <p:graphicFrame>
        <p:nvGraphicFramePr>
          <p:cNvPr id="8" name="Table 7">
            <a:extLst>
              <a:ext uri="{FF2B5EF4-FFF2-40B4-BE49-F238E27FC236}">
                <a16:creationId xmlns:a16="http://schemas.microsoft.com/office/drawing/2014/main" id="{26597C5F-74FB-170D-97BB-77FF4724AD70}"/>
              </a:ext>
            </a:extLst>
          </p:cNvPr>
          <p:cNvGraphicFramePr>
            <a:graphicFrameLocks noGrp="1"/>
          </p:cNvGraphicFramePr>
          <p:nvPr>
            <p:extLst>
              <p:ext uri="{D42A27DB-BD31-4B8C-83A1-F6EECF244321}">
                <p14:modId xmlns:p14="http://schemas.microsoft.com/office/powerpoint/2010/main" val="296550903"/>
              </p:ext>
            </p:extLst>
          </p:nvPr>
        </p:nvGraphicFramePr>
        <p:xfrm>
          <a:off x="174941" y="793294"/>
          <a:ext cx="15490192" cy="6783013"/>
        </p:xfrm>
        <a:graphic>
          <a:graphicData uri="http://schemas.openxmlformats.org/drawingml/2006/table">
            <a:tbl>
              <a:tblPr>
                <a:tableStyleId>{5C22544A-7EE6-4342-B048-85BDC9FD1C3A}</a:tableStyleId>
              </a:tblPr>
              <a:tblGrid>
                <a:gridCol w="1754126">
                  <a:extLst>
                    <a:ext uri="{9D8B030D-6E8A-4147-A177-3AD203B41FA5}">
                      <a16:colId xmlns:a16="http://schemas.microsoft.com/office/drawing/2014/main" val="2441824687"/>
                    </a:ext>
                  </a:extLst>
                </a:gridCol>
                <a:gridCol w="1469425">
                  <a:extLst>
                    <a:ext uri="{9D8B030D-6E8A-4147-A177-3AD203B41FA5}">
                      <a16:colId xmlns:a16="http://schemas.microsoft.com/office/drawing/2014/main" val="907548566"/>
                    </a:ext>
                  </a:extLst>
                </a:gridCol>
                <a:gridCol w="1203092">
                  <a:extLst>
                    <a:ext uri="{9D8B030D-6E8A-4147-A177-3AD203B41FA5}">
                      <a16:colId xmlns:a16="http://schemas.microsoft.com/office/drawing/2014/main" val="1328496297"/>
                    </a:ext>
                  </a:extLst>
                </a:gridCol>
                <a:gridCol w="1313299">
                  <a:extLst>
                    <a:ext uri="{9D8B030D-6E8A-4147-A177-3AD203B41FA5}">
                      <a16:colId xmlns:a16="http://schemas.microsoft.com/office/drawing/2014/main" val="2427552718"/>
                    </a:ext>
                  </a:extLst>
                </a:gridCol>
                <a:gridCol w="1530651">
                  <a:extLst>
                    <a:ext uri="{9D8B030D-6E8A-4147-A177-3AD203B41FA5}">
                      <a16:colId xmlns:a16="http://schemas.microsoft.com/office/drawing/2014/main" val="3527098755"/>
                    </a:ext>
                  </a:extLst>
                </a:gridCol>
                <a:gridCol w="1506160">
                  <a:extLst>
                    <a:ext uri="{9D8B030D-6E8A-4147-A177-3AD203B41FA5}">
                      <a16:colId xmlns:a16="http://schemas.microsoft.com/office/drawing/2014/main" val="2222944213"/>
                    </a:ext>
                  </a:extLst>
                </a:gridCol>
                <a:gridCol w="1542896">
                  <a:extLst>
                    <a:ext uri="{9D8B030D-6E8A-4147-A177-3AD203B41FA5}">
                      <a16:colId xmlns:a16="http://schemas.microsoft.com/office/drawing/2014/main" val="3732134801"/>
                    </a:ext>
                  </a:extLst>
                </a:gridCol>
                <a:gridCol w="1334728">
                  <a:extLst>
                    <a:ext uri="{9D8B030D-6E8A-4147-A177-3AD203B41FA5}">
                      <a16:colId xmlns:a16="http://schemas.microsoft.com/office/drawing/2014/main" val="1039365614"/>
                    </a:ext>
                  </a:extLst>
                </a:gridCol>
                <a:gridCol w="1053089">
                  <a:extLst>
                    <a:ext uri="{9D8B030D-6E8A-4147-A177-3AD203B41FA5}">
                      <a16:colId xmlns:a16="http://schemas.microsoft.com/office/drawing/2014/main" val="2198395761"/>
                    </a:ext>
                  </a:extLst>
                </a:gridCol>
                <a:gridCol w="1533714">
                  <a:extLst>
                    <a:ext uri="{9D8B030D-6E8A-4147-A177-3AD203B41FA5}">
                      <a16:colId xmlns:a16="http://schemas.microsoft.com/office/drawing/2014/main" val="1394166470"/>
                    </a:ext>
                  </a:extLst>
                </a:gridCol>
                <a:gridCol w="624506">
                  <a:extLst>
                    <a:ext uri="{9D8B030D-6E8A-4147-A177-3AD203B41FA5}">
                      <a16:colId xmlns:a16="http://schemas.microsoft.com/office/drawing/2014/main" val="525936118"/>
                    </a:ext>
                  </a:extLst>
                </a:gridCol>
                <a:gridCol w="624506">
                  <a:extLst>
                    <a:ext uri="{9D8B030D-6E8A-4147-A177-3AD203B41FA5}">
                      <a16:colId xmlns:a16="http://schemas.microsoft.com/office/drawing/2014/main" val="366677259"/>
                    </a:ext>
                  </a:extLst>
                </a:gridCol>
              </a:tblGrid>
              <a:tr h="217619">
                <a:tc>
                  <a:txBody>
                    <a:bodyPr/>
                    <a:lstStyle/>
                    <a:p>
                      <a:pPr algn="ctr" fontAlgn="b">
                        <a:buNone/>
                      </a:pPr>
                      <a:r>
                        <a:rPr lang="en-GB" sz="1000" u="none" strike="noStrike">
                          <a:effectLst/>
                        </a:rPr>
                        <a:t>Profession/Organisation</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Governance &amp; Oversight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Risk &amp; Coordination</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Data Integrity &amp; Audit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Civic Feedback &amp; Cultural</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Incentives &amp; Behavioural</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Resource &amp; Infrastructure</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Planetary &amp; Ecological</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Meta-Integration</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Minimum Viable Systems</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Standards</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Layers</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386142990"/>
                  </a:ext>
                </a:extLst>
              </a:tr>
              <a:tr h="261627">
                <a:tc>
                  <a:txBody>
                    <a:bodyPr/>
                    <a:lstStyle/>
                    <a:p>
                      <a:pPr algn="ctr" fontAlgn="b">
                        <a:buNone/>
                      </a:pPr>
                      <a:r>
                        <a:rPr lang="en-GB" sz="1000" u="none" strike="noStrike">
                          <a:effectLst/>
                        </a:rPr>
                        <a:t>NHS Hospital</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dirty="0">
                          <a:effectLst/>
                        </a:rPr>
                        <a:t>●</a:t>
                      </a:r>
                      <a:endParaRPr lang="en-GB" sz="1000" b="0" i="0" u="none" strike="noStrike" dirty="0">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1430182238"/>
                  </a:ext>
                </a:extLst>
              </a:tr>
              <a:tr h="217619">
                <a:tc>
                  <a:txBody>
                    <a:bodyPr/>
                    <a:lstStyle/>
                    <a:p>
                      <a:pPr algn="ctr" fontAlgn="b">
                        <a:buNone/>
                      </a:pPr>
                      <a:r>
                        <a:rPr lang="en-GB" sz="1000" u="none" strike="noStrike">
                          <a:effectLst/>
                        </a:rPr>
                        <a:t>Civil Engineer</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111105175"/>
                  </a:ext>
                </a:extLst>
              </a:tr>
              <a:tr h="217619">
                <a:tc>
                  <a:txBody>
                    <a:bodyPr/>
                    <a:lstStyle/>
                    <a:p>
                      <a:pPr algn="ctr" fontAlgn="b">
                        <a:buNone/>
                      </a:pPr>
                      <a:r>
                        <a:rPr lang="en-GB" sz="1000" u="none" strike="noStrike">
                          <a:effectLst/>
                        </a:rPr>
                        <a:t>Police Force</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989494354"/>
                  </a:ext>
                </a:extLst>
              </a:tr>
              <a:tr h="217619">
                <a:tc>
                  <a:txBody>
                    <a:bodyPr/>
                    <a:lstStyle/>
                    <a:p>
                      <a:pPr algn="ctr" fontAlgn="b">
                        <a:buNone/>
                      </a:pPr>
                      <a:r>
                        <a:rPr lang="en-GB" sz="1000" u="none" strike="noStrike">
                          <a:effectLst/>
                        </a:rPr>
                        <a:t>Software Engineer</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549903219"/>
                  </a:ext>
                </a:extLst>
              </a:tr>
              <a:tr h="217619">
                <a:tc>
                  <a:txBody>
                    <a:bodyPr/>
                    <a:lstStyle/>
                    <a:p>
                      <a:pPr algn="ctr" fontAlgn="b">
                        <a:buNone/>
                      </a:pPr>
                      <a:r>
                        <a:rPr lang="en-GB" sz="1000" u="none" strike="noStrike" dirty="0">
                          <a:effectLst/>
                        </a:rPr>
                        <a:t>Farmer / Agri-Coop</a:t>
                      </a:r>
                      <a:endParaRPr lang="en-GB" sz="1000" b="0" i="0" u="none" strike="noStrike" dirty="0">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633049182"/>
                  </a:ext>
                </a:extLst>
              </a:tr>
              <a:tr h="217619">
                <a:tc>
                  <a:txBody>
                    <a:bodyPr/>
                    <a:lstStyle/>
                    <a:p>
                      <a:pPr algn="ctr" fontAlgn="b">
                        <a:buNone/>
                      </a:pPr>
                      <a:r>
                        <a:rPr lang="en-GB" sz="1000" u="none" strike="noStrike">
                          <a:effectLst/>
                        </a:rPr>
                        <a:t>Logistics Company</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713173651"/>
                  </a:ext>
                </a:extLst>
              </a:tr>
              <a:tr h="217619">
                <a:tc>
                  <a:txBody>
                    <a:bodyPr/>
                    <a:lstStyle/>
                    <a:p>
                      <a:pPr algn="ctr" fontAlgn="b">
                        <a:buNone/>
                      </a:pPr>
                      <a:r>
                        <a:rPr lang="en-GB" sz="1000" u="none" strike="noStrike">
                          <a:effectLst/>
                        </a:rPr>
                        <a:t>Teacher / School</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356539027"/>
                  </a:ext>
                </a:extLst>
              </a:tr>
              <a:tr h="217619">
                <a:tc>
                  <a:txBody>
                    <a:bodyPr/>
                    <a:lstStyle/>
                    <a:p>
                      <a:pPr algn="ctr" fontAlgn="b">
                        <a:buNone/>
                      </a:pPr>
                      <a:r>
                        <a:rPr lang="en-GB" sz="1000" u="none" strike="noStrike">
                          <a:effectLst/>
                        </a:rPr>
                        <a:t>Water Utility</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1067233691"/>
                  </a:ext>
                </a:extLst>
              </a:tr>
              <a:tr h="217619">
                <a:tc>
                  <a:txBody>
                    <a:bodyPr/>
                    <a:lstStyle/>
                    <a:p>
                      <a:pPr algn="ctr" fontAlgn="b">
                        <a:buNone/>
                      </a:pPr>
                      <a:r>
                        <a:rPr lang="en-GB" sz="1000" u="none" strike="noStrike">
                          <a:effectLst/>
                        </a:rPr>
                        <a:t>Journalist / News</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746413460"/>
                  </a:ext>
                </a:extLst>
              </a:tr>
              <a:tr h="217619">
                <a:tc>
                  <a:txBody>
                    <a:bodyPr/>
                    <a:lstStyle/>
                    <a:p>
                      <a:pPr algn="ctr" fontAlgn="b">
                        <a:buNone/>
                      </a:pPr>
                      <a:r>
                        <a:rPr lang="en-GB" sz="1000" u="none" strike="noStrike">
                          <a:effectLst/>
                        </a:rPr>
                        <a:t>Energy Grid Operator</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4177146312"/>
                  </a:ext>
                </a:extLst>
              </a:tr>
              <a:tr h="217619">
                <a:tc>
                  <a:txBody>
                    <a:bodyPr/>
                    <a:lstStyle/>
                    <a:p>
                      <a:pPr algn="ctr" fontAlgn="b">
                        <a:buNone/>
                      </a:pPr>
                      <a:r>
                        <a:rPr lang="en-GB" sz="1000" u="none" strike="noStrike">
                          <a:effectLst/>
                        </a:rPr>
                        <a:t>Social Worker</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1017638281"/>
                  </a:ext>
                </a:extLst>
              </a:tr>
              <a:tr h="217619">
                <a:tc>
                  <a:txBody>
                    <a:bodyPr/>
                    <a:lstStyle/>
                    <a:p>
                      <a:pPr algn="ctr" fontAlgn="b">
                        <a:buNone/>
                      </a:pPr>
                      <a:r>
                        <a:rPr lang="en-GB" sz="1000" u="none" strike="noStrike">
                          <a:effectLst/>
                        </a:rPr>
                        <a:t>Tech Standards Body</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L3 L2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244184689"/>
                  </a:ext>
                </a:extLst>
              </a:tr>
              <a:tr h="217619">
                <a:tc>
                  <a:txBody>
                    <a:bodyPr/>
                    <a:lstStyle/>
                    <a:p>
                      <a:pPr algn="ctr" fontAlgn="b">
                        <a:buNone/>
                      </a:pPr>
                      <a:r>
                        <a:rPr lang="en-GB" sz="1000" u="none" strike="noStrike">
                          <a:effectLst/>
                        </a:rPr>
                        <a:t>Local Council</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L3 L6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602733058"/>
                  </a:ext>
                </a:extLst>
              </a:tr>
              <a:tr h="217619">
                <a:tc>
                  <a:txBody>
                    <a:bodyPr/>
                    <a:lstStyle/>
                    <a:p>
                      <a:pPr algn="ctr" fontAlgn="b">
                        <a:buNone/>
                      </a:pPr>
                      <a:r>
                        <a:rPr lang="en-GB" sz="1000" u="none" strike="noStrike">
                          <a:effectLst/>
                        </a:rPr>
                        <a:t>Fire &amp; Rescue Service</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218774422"/>
                  </a:ext>
                </a:extLst>
              </a:tr>
              <a:tr h="217619">
                <a:tc>
                  <a:txBody>
                    <a:bodyPr/>
                    <a:lstStyle/>
                    <a:p>
                      <a:pPr algn="ctr" fontAlgn="b">
                        <a:buNone/>
                      </a:pPr>
                      <a:r>
                        <a:rPr lang="en-GB" sz="1000" u="none" strike="noStrike">
                          <a:effectLst/>
                        </a:rPr>
                        <a:t>Environmental NGO</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027821347"/>
                  </a:ext>
                </a:extLst>
              </a:tr>
              <a:tr h="217619">
                <a:tc>
                  <a:txBody>
                    <a:bodyPr/>
                    <a:lstStyle/>
                    <a:p>
                      <a:pPr algn="ctr" fontAlgn="b">
                        <a:buNone/>
                      </a:pPr>
                      <a:r>
                        <a:rPr lang="en-GB" sz="1000" u="none" strike="noStrike">
                          <a:effectLst/>
                        </a:rPr>
                        <a:t>Telecom Provider</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40909270"/>
                  </a:ext>
                </a:extLst>
              </a:tr>
              <a:tr h="210435">
                <a:tc>
                  <a:txBody>
                    <a:bodyPr/>
                    <a:lstStyle/>
                    <a:p>
                      <a:pPr algn="ctr" fontAlgn="b">
                        <a:buNone/>
                      </a:pPr>
                      <a:r>
                        <a:rPr lang="en-GB" sz="1000" u="none" strike="noStrike">
                          <a:effectLst/>
                        </a:rPr>
                        <a:t>University / Research</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1874214573"/>
                  </a:ext>
                </a:extLst>
              </a:tr>
              <a:tr h="217619">
                <a:tc>
                  <a:txBody>
                    <a:bodyPr/>
                    <a:lstStyle/>
                    <a:p>
                      <a:pPr algn="ctr" fontAlgn="b">
                        <a:buNone/>
                      </a:pPr>
                      <a:r>
                        <a:rPr lang="en-GB" sz="1000" u="none" strike="noStrike">
                          <a:effectLst/>
                        </a:rPr>
                        <a:t>Cybersecurity Firm</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972341873"/>
                  </a:ext>
                </a:extLst>
              </a:tr>
              <a:tr h="217619">
                <a:tc>
                  <a:txBody>
                    <a:bodyPr/>
                    <a:lstStyle/>
                    <a:p>
                      <a:pPr algn="ctr" fontAlgn="b">
                        <a:buNone/>
                      </a:pPr>
                      <a:r>
                        <a:rPr lang="en-GB" sz="1000" u="none" strike="noStrike">
                          <a:effectLst/>
                        </a:rPr>
                        <a:t>Supermarket Chain</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1320626866"/>
                  </a:ext>
                </a:extLst>
              </a:tr>
              <a:tr h="217619">
                <a:tc>
                  <a:txBody>
                    <a:bodyPr/>
                    <a:lstStyle/>
                    <a:p>
                      <a:pPr algn="ctr" fontAlgn="b">
                        <a:buNone/>
                      </a:pPr>
                      <a:r>
                        <a:rPr lang="en-GB" sz="1000" u="none" strike="noStrike">
                          <a:effectLst/>
                        </a:rPr>
                        <a:t>Public Transport Operator</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1425965750"/>
                  </a:ext>
                </a:extLst>
              </a:tr>
              <a:tr h="217619">
                <a:tc>
                  <a:txBody>
                    <a:bodyPr/>
                    <a:lstStyle/>
                    <a:p>
                      <a:pPr algn="ctr" fontAlgn="b">
                        <a:buNone/>
                      </a:pPr>
                      <a:r>
                        <a:rPr lang="en-GB" sz="1000" u="none" strike="noStrike">
                          <a:effectLst/>
                        </a:rPr>
                        <a:t>Court System / Judiciary</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L3 L6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1823986392"/>
                  </a:ext>
                </a:extLst>
              </a:tr>
              <a:tr h="217619">
                <a:tc>
                  <a:txBody>
                    <a:bodyPr/>
                    <a:lstStyle/>
                    <a:p>
                      <a:pPr algn="ctr" fontAlgn="b">
                        <a:buNone/>
                      </a:pPr>
                      <a:r>
                        <a:rPr lang="en-GB" sz="1000" u="none" strike="noStrike">
                          <a:effectLst/>
                        </a:rPr>
                        <a:t>Charity / Social Impact Org</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080017468"/>
                  </a:ext>
                </a:extLst>
              </a:tr>
              <a:tr h="217619">
                <a:tc>
                  <a:txBody>
                    <a:bodyPr/>
                    <a:lstStyle/>
                    <a:p>
                      <a:pPr algn="ctr" fontAlgn="b">
                        <a:buNone/>
                      </a:pPr>
                      <a:r>
                        <a:rPr lang="en-GB" sz="1000" u="none" strike="noStrike">
                          <a:effectLst/>
                        </a:rPr>
                        <a:t>Construction Firm</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045297628"/>
                  </a:ext>
                </a:extLst>
              </a:tr>
              <a:tr h="217619">
                <a:tc>
                  <a:txBody>
                    <a:bodyPr/>
                    <a:lstStyle/>
                    <a:p>
                      <a:pPr algn="ctr" fontAlgn="b">
                        <a:buNone/>
                      </a:pPr>
                      <a:r>
                        <a:rPr lang="en-GB" sz="1000" u="none" strike="noStrike">
                          <a:effectLst/>
                        </a:rPr>
                        <a:t>Pharmaceutical Company</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498216619"/>
                  </a:ext>
                </a:extLst>
              </a:tr>
              <a:tr h="217619">
                <a:tc>
                  <a:txBody>
                    <a:bodyPr/>
                    <a:lstStyle/>
                    <a:p>
                      <a:pPr algn="ctr" fontAlgn="b">
                        <a:buNone/>
                      </a:pPr>
                      <a:r>
                        <a:rPr lang="en-GB" sz="1000" u="none" strike="noStrike">
                          <a:effectLst/>
                        </a:rPr>
                        <a:t>Weather Service / Met Office</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712304813"/>
                  </a:ext>
                </a:extLst>
              </a:tr>
              <a:tr h="217619">
                <a:tc>
                  <a:txBody>
                    <a:bodyPr/>
                    <a:lstStyle/>
                    <a:p>
                      <a:pPr algn="ctr" fontAlgn="b">
                        <a:buNone/>
                      </a:pPr>
                      <a:r>
                        <a:rPr lang="en-GB" sz="1000" u="none" strike="noStrike">
                          <a:effectLst/>
                        </a:rPr>
                        <a:t>National Statistics Office</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683341257"/>
                  </a:ext>
                </a:extLst>
              </a:tr>
              <a:tr h="217619">
                <a:tc>
                  <a:txBody>
                    <a:bodyPr/>
                    <a:lstStyle/>
                    <a:p>
                      <a:pPr algn="ctr" fontAlgn="b">
                        <a:buNone/>
                      </a:pPr>
                      <a:r>
                        <a:rPr lang="en-GB" sz="1000" u="none" strike="noStrike">
                          <a:effectLst/>
                        </a:rPr>
                        <a:t>Payment Processor / Bank</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367145362"/>
                  </a:ext>
                </a:extLst>
              </a:tr>
              <a:tr h="217619">
                <a:tc>
                  <a:txBody>
                    <a:bodyPr/>
                    <a:lstStyle/>
                    <a:p>
                      <a:pPr algn="ctr" fontAlgn="b">
                        <a:buNone/>
                      </a:pPr>
                      <a:r>
                        <a:rPr lang="en-GB" sz="1000" u="none" strike="noStrike">
                          <a:effectLst/>
                        </a:rPr>
                        <a:t>Housing Association</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3997486470"/>
                  </a:ext>
                </a:extLst>
              </a:tr>
              <a:tr h="217619">
                <a:tc>
                  <a:txBody>
                    <a:bodyPr/>
                    <a:lstStyle/>
                    <a:p>
                      <a:pPr algn="ctr" fontAlgn="b">
                        <a:buNone/>
                      </a:pPr>
                      <a:r>
                        <a:rPr lang="en-GB" sz="1000" u="none" strike="noStrike">
                          <a:effectLst/>
                        </a:rPr>
                        <a:t>Emergency Dispatch Centre</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1179908956"/>
                  </a:ext>
                </a:extLst>
              </a:tr>
              <a:tr h="217619">
                <a:tc>
                  <a:txBody>
                    <a:bodyPr/>
                    <a:lstStyle/>
                    <a:p>
                      <a:pPr algn="ctr" fontAlgn="b">
                        <a:buNone/>
                      </a:pPr>
                      <a:r>
                        <a:rPr lang="en-GB" sz="1000" u="none" strike="noStrike">
                          <a:effectLst/>
                        </a:rPr>
                        <a:t>National Grid Regulator</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8106" marR="8106" marT="8106" marB="0" anchor="ctr"/>
                </a:tc>
                <a:tc>
                  <a:txBody>
                    <a:bodyPr/>
                    <a:lstStyle/>
                    <a:p>
                      <a:pPr algn="ctr" fontAlgn="b">
                        <a:buNone/>
                      </a:pPr>
                      <a:r>
                        <a:rPr lang="en-GB" sz="1000" u="none" strike="noStrike" dirty="0">
                          <a:effectLst/>
                        </a:rPr>
                        <a:t>L3 L6 L7</a:t>
                      </a:r>
                      <a:endParaRPr lang="en-GB" sz="1000" b="0" i="0" u="none" strike="noStrike" dirty="0">
                        <a:solidFill>
                          <a:srgbClr val="000000"/>
                        </a:solidFill>
                        <a:effectLst/>
                        <a:latin typeface="Calibri" panose="020F0502020204030204" pitchFamily="34" charset="0"/>
                      </a:endParaRPr>
                    </a:p>
                  </a:txBody>
                  <a:tcPr marL="8106" marR="8106" marT="8106" marB="0" anchor="ctr"/>
                </a:tc>
                <a:extLst>
                  <a:ext uri="{0D108BD9-81ED-4DB2-BD59-A6C34878D82A}">
                    <a16:rowId xmlns:a16="http://schemas.microsoft.com/office/drawing/2014/main" val="2560465195"/>
                  </a:ext>
                </a:extLst>
              </a:tr>
            </a:tbl>
          </a:graphicData>
        </a:graphic>
      </p:graphicFrame>
    </p:spTree>
    <p:extLst>
      <p:ext uri="{BB962C8B-B14F-4D97-AF65-F5344CB8AC3E}">
        <p14:creationId xmlns:p14="http://schemas.microsoft.com/office/powerpoint/2010/main" val="16418461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9EC71E2-080F-D3AC-79C7-47A2251FEED4}"/>
              </a:ext>
            </a:extLst>
          </p:cNvPr>
          <p:cNvGraphicFramePr>
            <a:graphicFrameLocks noGrp="1"/>
          </p:cNvGraphicFramePr>
          <p:nvPr>
            <p:extLst>
              <p:ext uri="{D42A27DB-BD31-4B8C-83A1-F6EECF244321}">
                <p14:modId xmlns:p14="http://schemas.microsoft.com/office/powerpoint/2010/main" val="3369841936"/>
              </p:ext>
            </p:extLst>
          </p:nvPr>
        </p:nvGraphicFramePr>
        <p:xfrm>
          <a:off x="144780" y="77104"/>
          <a:ext cx="15339058" cy="7945215"/>
        </p:xfrm>
        <a:graphic>
          <a:graphicData uri="http://schemas.openxmlformats.org/drawingml/2006/table">
            <a:tbl>
              <a:tblPr>
                <a:tableStyleId>{5C22544A-7EE6-4342-B048-85BDC9FD1C3A}</a:tableStyleId>
              </a:tblPr>
              <a:tblGrid>
                <a:gridCol w="1737012">
                  <a:extLst>
                    <a:ext uri="{9D8B030D-6E8A-4147-A177-3AD203B41FA5}">
                      <a16:colId xmlns:a16="http://schemas.microsoft.com/office/drawing/2014/main" val="514990659"/>
                    </a:ext>
                  </a:extLst>
                </a:gridCol>
                <a:gridCol w="1455089">
                  <a:extLst>
                    <a:ext uri="{9D8B030D-6E8A-4147-A177-3AD203B41FA5}">
                      <a16:colId xmlns:a16="http://schemas.microsoft.com/office/drawing/2014/main" val="3706349347"/>
                    </a:ext>
                  </a:extLst>
                </a:gridCol>
                <a:gridCol w="1191353">
                  <a:extLst>
                    <a:ext uri="{9D8B030D-6E8A-4147-A177-3AD203B41FA5}">
                      <a16:colId xmlns:a16="http://schemas.microsoft.com/office/drawing/2014/main" val="1258640085"/>
                    </a:ext>
                  </a:extLst>
                </a:gridCol>
                <a:gridCol w="1300485">
                  <a:extLst>
                    <a:ext uri="{9D8B030D-6E8A-4147-A177-3AD203B41FA5}">
                      <a16:colId xmlns:a16="http://schemas.microsoft.com/office/drawing/2014/main" val="2696541968"/>
                    </a:ext>
                  </a:extLst>
                </a:gridCol>
                <a:gridCol w="1515718">
                  <a:extLst>
                    <a:ext uri="{9D8B030D-6E8A-4147-A177-3AD203B41FA5}">
                      <a16:colId xmlns:a16="http://schemas.microsoft.com/office/drawing/2014/main" val="1690107591"/>
                    </a:ext>
                  </a:extLst>
                </a:gridCol>
                <a:gridCol w="1491465">
                  <a:extLst>
                    <a:ext uri="{9D8B030D-6E8A-4147-A177-3AD203B41FA5}">
                      <a16:colId xmlns:a16="http://schemas.microsoft.com/office/drawing/2014/main" val="3045506417"/>
                    </a:ext>
                  </a:extLst>
                </a:gridCol>
                <a:gridCol w="1527843">
                  <a:extLst>
                    <a:ext uri="{9D8B030D-6E8A-4147-A177-3AD203B41FA5}">
                      <a16:colId xmlns:a16="http://schemas.microsoft.com/office/drawing/2014/main" val="3604290305"/>
                    </a:ext>
                  </a:extLst>
                </a:gridCol>
                <a:gridCol w="1321705">
                  <a:extLst>
                    <a:ext uri="{9D8B030D-6E8A-4147-A177-3AD203B41FA5}">
                      <a16:colId xmlns:a16="http://schemas.microsoft.com/office/drawing/2014/main" val="788024443"/>
                    </a:ext>
                  </a:extLst>
                </a:gridCol>
                <a:gridCol w="1042813">
                  <a:extLst>
                    <a:ext uri="{9D8B030D-6E8A-4147-A177-3AD203B41FA5}">
                      <a16:colId xmlns:a16="http://schemas.microsoft.com/office/drawing/2014/main" val="2073670012"/>
                    </a:ext>
                  </a:extLst>
                </a:gridCol>
                <a:gridCol w="1518749">
                  <a:extLst>
                    <a:ext uri="{9D8B030D-6E8A-4147-A177-3AD203B41FA5}">
                      <a16:colId xmlns:a16="http://schemas.microsoft.com/office/drawing/2014/main" val="2886246882"/>
                    </a:ext>
                  </a:extLst>
                </a:gridCol>
                <a:gridCol w="618413">
                  <a:extLst>
                    <a:ext uri="{9D8B030D-6E8A-4147-A177-3AD203B41FA5}">
                      <a16:colId xmlns:a16="http://schemas.microsoft.com/office/drawing/2014/main" val="2136183534"/>
                    </a:ext>
                  </a:extLst>
                </a:gridCol>
                <a:gridCol w="618413">
                  <a:extLst>
                    <a:ext uri="{9D8B030D-6E8A-4147-A177-3AD203B41FA5}">
                      <a16:colId xmlns:a16="http://schemas.microsoft.com/office/drawing/2014/main" val="1144612860"/>
                    </a:ext>
                  </a:extLst>
                </a:gridCol>
              </a:tblGrid>
              <a:tr h="245560">
                <a:tc>
                  <a:txBody>
                    <a:bodyPr/>
                    <a:lstStyle/>
                    <a:p>
                      <a:pPr algn="ctr" fontAlgn="b">
                        <a:buNone/>
                      </a:pPr>
                      <a:r>
                        <a:rPr lang="en-GB" sz="1000" u="none" strike="noStrike">
                          <a:effectLst/>
                        </a:rPr>
                        <a:t>Profession/Organisation</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Governance &amp; Oversight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Risk &amp; Coordination</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Data Integrity &amp; Audit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Civic Feedback &amp; Cultural</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Incentives &amp; Behavioural</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Resource &amp; Infrastructure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Planetary &amp; Ecological</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Meta-Integration</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Minimum Viable Systems</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Standards</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Layers</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717804128"/>
                  </a:ext>
                </a:extLst>
              </a:tr>
              <a:tr h="245560">
                <a:tc>
                  <a:txBody>
                    <a:bodyPr/>
                    <a:lstStyle/>
                    <a:p>
                      <a:pPr algn="ctr" fontAlgn="b">
                        <a:buNone/>
                      </a:pPr>
                      <a:r>
                        <a:rPr lang="en-GB" sz="1000" u="none" strike="noStrike">
                          <a:effectLst/>
                        </a:rPr>
                        <a:t>Airport Operator</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801745576"/>
                  </a:ext>
                </a:extLst>
              </a:tr>
              <a:tr h="245560">
                <a:tc>
                  <a:txBody>
                    <a:bodyPr/>
                    <a:lstStyle/>
                    <a:p>
                      <a:pPr algn="ctr" fontAlgn="b">
                        <a:buNone/>
                      </a:pPr>
                      <a:r>
                        <a:rPr lang="en-GB" sz="1000" u="none" strike="noStrike">
                          <a:effectLst/>
                        </a:rPr>
                        <a:t>Paramedic Service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3077562760"/>
                  </a:ext>
                </a:extLst>
              </a:tr>
              <a:tr h="245560">
                <a:tc>
                  <a:txBody>
                    <a:bodyPr/>
                    <a:lstStyle/>
                    <a:p>
                      <a:pPr algn="ctr" fontAlgn="b">
                        <a:buNone/>
                      </a:pPr>
                      <a:r>
                        <a:rPr lang="en-GB" sz="1000" u="none" strike="noStrike">
                          <a:effectLst/>
                        </a:rPr>
                        <a:t>Waste Management Company</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2547923910"/>
                  </a:ext>
                </a:extLst>
              </a:tr>
              <a:tr h="245560">
                <a:tc>
                  <a:txBody>
                    <a:bodyPr/>
                    <a:lstStyle/>
                    <a:p>
                      <a:pPr algn="ctr" fontAlgn="b">
                        <a:buNone/>
                      </a:pPr>
                      <a:r>
                        <a:rPr lang="en-GB" sz="1000" u="none" strike="noStrike">
                          <a:effectLst/>
                        </a:rPr>
                        <a:t>Insurance Company</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2414518624"/>
                  </a:ext>
                </a:extLst>
              </a:tr>
              <a:tr h="245560">
                <a:tc>
                  <a:txBody>
                    <a:bodyPr/>
                    <a:lstStyle/>
                    <a:p>
                      <a:pPr algn="ctr" fontAlgn="b">
                        <a:buNone/>
                      </a:pPr>
                      <a:r>
                        <a:rPr lang="en-GB" sz="1000" u="none" strike="noStrike">
                          <a:effectLst/>
                        </a:rPr>
                        <a:t>Retail Bank Branch</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940257190"/>
                  </a:ext>
                </a:extLst>
              </a:tr>
              <a:tr h="245560">
                <a:tc>
                  <a:txBody>
                    <a:bodyPr/>
                    <a:lstStyle/>
                    <a:p>
                      <a:pPr algn="ctr" fontAlgn="b">
                        <a:buNone/>
                      </a:pPr>
                      <a:r>
                        <a:rPr lang="en-GB" sz="1000" u="none" strike="noStrike">
                          <a:effectLst/>
                        </a:rPr>
                        <a:t>National Park Authority</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L3 L6 L7</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769456802"/>
                  </a:ext>
                </a:extLst>
              </a:tr>
              <a:tr h="245560">
                <a:tc>
                  <a:txBody>
                    <a:bodyPr/>
                    <a:lstStyle/>
                    <a:p>
                      <a:pPr algn="ctr" fontAlgn="b">
                        <a:buNone/>
                      </a:pPr>
                      <a:r>
                        <a:rPr lang="en-GB" sz="1000" u="none" strike="noStrike">
                          <a:effectLst/>
                        </a:rPr>
                        <a:t>Harbour / Port Authority</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341871339"/>
                  </a:ext>
                </a:extLst>
              </a:tr>
              <a:tr h="245560">
                <a:tc>
                  <a:txBody>
                    <a:bodyPr/>
                    <a:lstStyle/>
                    <a:p>
                      <a:pPr algn="ctr" fontAlgn="b">
                        <a:buNone/>
                      </a:pPr>
                      <a:r>
                        <a:rPr lang="en-GB" sz="1000" u="none" strike="noStrike">
                          <a:effectLst/>
                        </a:rPr>
                        <a:t>Food Safety Regulator</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336484126"/>
                  </a:ext>
                </a:extLst>
              </a:tr>
              <a:tr h="245560">
                <a:tc>
                  <a:txBody>
                    <a:bodyPr/>
                    <a:lstStyle/>
                    <a:p>
                      <a:pPr algn="ctr" fontAlgn="b">
                        <a:buNone/>
                      </a:pPr>
                      <a:r>
                        <a:rPr lang="en-GB" sz="1000" u="none" strike="noStrike">
                          <a:effectLst/>
                        </a:rPr>
                        <a:t>Broadcast Regulator</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L3 L6 L7</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2436710947"/>
                  </a:ext>
                </a:extLst>
              </a:tr>
              <a:tr h="245560">
                <a:tc>
                  <a:txBody>
                    <a:bodyPr/>
                    <a:lstStyle/>
                    <a:p>
                      <a:pPr algn="ctr" fontAlgn="b">
                        <a:buNone/>
                      </a:pPr>
                      <a:r>
                        <a:rPr lang="en-GB" sz="1000" u="none" strike="noStrike">
                          <a:effectLst/>
                        </a:rPr>
                        <a:t>Museum / Cultural Institution</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dirty="0">
                          <a:effectLst/>
                        </a:rPr>
                        <a:t>L4 L3 L7</a:t>
                      </a:r>
                      <a:endParaRPr lang="en-GB" sz="1000" b="0" i="0" u="none" strike="noStrike" dirty="0">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3009254035"/>
                  </a:ext>
                </a:extLst>
              </a:tr>
              <a:tr h="245560">
                <a:tc>
                  <a:txBody>
                    <a:bodyPr/>
                    <a:lstStyle/>
                    <a:p>
                      <a:pPr algn="ctr" fontAlgn="b">
                        <a:buNone/>
                      </a:pPr>
                      <a:r>
                        <a:rPr lang="en-GB" sz="1000" u="none" strike="noStrike">
                          <a:effectLst/>
                        </a:rPr>
                        <a:t>Ride‑Hailing Platform</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753068609"/>
                  </a:ext>
                </a:extLst>
              </a:tr>
              <a:tr h="245560">
                <a:tc>
                  <a:txBody>
                    <a:bodyPr/>
                    <a:lstStyle/>
                    <a:p>
                      <a:pPr algn="ctr" fontAlgn="b">
                        <a:buNone/>
                      </a:pPr>
                      <a:r>
                        <a:rPr lang="en-GB" sz="1000" u="none" strike="noStrike">
                          <a:effectLst/>
                        </a:rPr>
                        <a:t>AI Research Lab</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548822877"/>
                  </a:ext>
                </a:extLst>
              </a:tr>
              <a:tr h="245560">
                <a:tc>
                  <a:txBody>
                    <a:bodyPr/>
                    <a:lstStyle/>
                    <a:p>
                      <a:pPr algn="ctr" fontAlgn="b">
                        <a:buNone/>
                      </a:pPr>
                      <a:r>
                        <a:rPr lang="en-GB" sz="1000" u="none" strike="noStrike">
                          <a:effectLst/>
                        </a:rPr>
                        <a:t>Epidemiology Centre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300602089"/>
                  </a:ext>
                </a:extLst>
              </a:tr>
              <a:tr h="245560">
                <a:tc>
                  <a:txBody>
                    <a:bodyPr/>
                    <a:lstStyle/>
                    <a:p>
                      <a:pPr algn="ctr" fontAlgn="b">
                        <a:buNone/>
                      </a:pPr>
                      <a:r>
                        <a:rPr lang="en-GB" sz="1000" u="none" strike="noStrike">
                          <a:effectLst/>
                        </a:rPr>
                        <a:t>Rail Infrastructure Operator</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2784830194"/>
                  </a:ext>
                </a:extLst>
              </a:tr>
              <a:tr h="245560">
                <a:tc>
                  <a:txBody>
                    <a:bodyPr/>
                    <a:lstStyle/>
                    <a:p>
                      <a:pPr algn="ctr" fontAlgn="b">
                        <a:buNone/>
                      </a:pPr>
                      <a:r>
                        <a:rPr lang="en-GB" sz="1000" u="none" strike="noStrike">
                          <a:effectLst/>
                        </a:rPr>
                        <a:t>Court‑Ordered Probation Service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268222254"/>
                  </a:ext>
                </a:extLst>
              </a:tr>
              <a:tr h="245560">
                <a:tc>
                  <a:txBody>
                    <a:bodyPr/>
                    <a:lstStyle/>
                    <a:p>
                      <a:pPr algn="ctr" fontAlgn="b">
                        <a:buNone/>
                      </a:pPr>
                      <a:r>
                        <a:rPr lang="en-GB" sz="1000" u="none" strike="noStrike">
                          <a:effectLst/>
                        </a:rPr>
                        <a:t>Immigration Service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L3 L6 L7</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583740619"/>
                  </a:ext>
                </a:extLst>
              </a:tr>
              <a:tr h="245560">
                <a:tc>
                  <a:txBody>
                    <a:bodyPr/>
                    <a:lstStyle/>
                    <a:p>
                      <a:pPr algn="ctr" fontAlgn="b">
                        <a:buNone/>
                      </a:pPr>
                      <a:r>
                        <a:rPr lang="en-GB" sz="1000" u="none" strike="noStrike">
                          <a:effectLst/>
                        </a:rPr>
                        <a:t>Customs &amp; Border Control</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970970463"/>
                  </a:ext>
                </a:extLst>
              </a:tr>
              <a:tr h="245560">
                <a:tc>
                  <a:txBody>
                    <a:bodyPr/>
                    <a:lstStyle/>
                    <a:p>
                      <a:pPr algn="ctr" fontAlgn="b">
                        <a:buNone/>
                      </a:pPr>
                      <a:r>
                        <a:rPr lang="en-GB" sz="1000" u="none" strike="noStrike">
                          <a:effectLst/>
                        </a:rPr>
                        <a:t>Cybercrime Unit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13689024"/>
                  </a:ext>
                </a:extLst>
              </a:tr>
              <a:tr h="245560">
                <a:tc>
                  <a:txBody>
                    <a:bodyPr/>
                    <a:lstStyle/>
                    <a:p>
                      <a:pPr algn="ctr" fontAlgn="b">
                        <a:buNone/>
                      </a:pPr>
                      <a:r>
                        <a:rPr lang="en-GB" sz="1000" u="none" strike="noStrike">
                          <a:effectLst/>
                        </a:rPr>
                        <a:t>Urban Planning Office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3665567528"/>
                  </a:ext>
                </a:extLst>
              </a:tr>
              <a:tr h="245560">
                <a:tc>
                  <a:txBody>
                    <a:bodyPr/>
                    <a:lstStyle/>
                    <a:p>
                      <a:pPr algn="ctr" fontAlgn="b">
                        <a:buNone/>
                      </a:pPr>
                      <a:r>
                        <a:rPr lang="en-GB" sz="1000" u="none" strike="noStrike">
                          <a:effectLst/>
                        </a:rPr>
                        <a:t>Private Security Firm</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4037968662"/>
                  </a:ext>
                </a:extLst>
              </a:tr>
              <a:tr h="245560">
                <a:tc>
                  <a:txBody>
                    <a:bodyPr/>
                    <a:lstStyle/>
                    <a:p>
                      <a:pPr algn="ctr" fontAlgn="b">
                        <a:buNone/>
                      </a:pPr>
                      <a:r>
                        <a:rPr lang="en-GB" sz="1000" u="none" strike="noStrike">
                          <a:effectLst/>
                        </a:rPr>
                        <a:t>Electric Vehicle Charging Network</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2362743607"/>
                  </a:ext>
                </a:extLst>
              </a:tr>
              <a:tr h="245560">
                <a:tc>
                  <a:txBody>
                    <a:bodyPr/>
                    <a:lstStyle/>
                    <a:p>
                      <a:pPr algn="ctr" fontAlgn="b">
                        <a:buNone/>
                      </a:pPr>
                      <a:r>
                        <a:rPr lang="en-GB" sz="1000" u="none" strike="noStrike">
                          <a:effectLst/>
                        </a:rPr>
                        <a:t>Satellite Communications Provider</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631072561"/>
                  </a:ext>
                </a:extLst>
              </a:tr>
              <a:tr h="245560">
                <a:tc>
                  <a:txBody>
                    <a:bodyPr/>
                    <a:lstStyle/>
                    <a:p>
                      <a:pPr algn="ctr" fontAlgn="b">
                        <a:buNone/>
                      </a:pPr>
                      <a:r>
                        <a:rPr lang="en-GB" sz="1000" u="none" strike="noStrike">
                          <a:effectLst/>
                        </a:rPr>
                        <a:t>Maritime Rescue Coordination Centre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2033050848"/>
                  </a:ext>
                </a:extLst>
              </a:tr>
              <a:tr h="245560">
                <a:tc>
                  <a:txBody>
                    <a:bodyPr/>
                    <a:lstStyle/>
                    <a:p>
                      <a:pPr algn="ctr" fontAlgn="b">
                        <a:buNone/>
                      </a:pPr>
                      <a:r>
                        <a:rPr lang="en-GB" sz="1000" u="none" strike="noStrike">
                          <a:effectLst/>
                        </a:rPr>
                        <a:t>Vocational Training College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752716146"/>
                  </a:ext>
                </a:extLst>
              </a:tr>
              <a:tr h="245560">
                <a:tc>
                  <a:txBody>
                    <a:bodyPr/>
                    <a:lstStyle/>
                    <a:p>
                      <a:pPr algn="ctr" fontAlgn="b">
                        <a:buNone/>
                      </a:pPr>
                      <a:r>
                        <a:rPr lang="en-GB" sz="1000" u="none" strike="noStrike">
                          <a:effectLst/>
                        </a:rPr>
                        <a:t>Consumer Rights Organisation</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L7</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839787888"/>
                  </a:ext>
                </a:extLst>
              </a:tr>
              <a:tr h="245560">
                <a:tc>
                  <a:txBody>
                    <a:bodyPr/>
                    <a:lstStyle/>
                    <a:p>
                      <a:pPr algn="ctr" fontAlgn="b">
                        <a:buNone/>
                      </a:pPr>
                      <a:r>
                        <a:rPr lang="en-GB" sz="1000" u="none" strike="noStrike">
                          <a:effectLst/>
                        </a:rPr>
                        <a:t>Urban Wastewater Treatment Plant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1698436699"/>
                  </a:ext>
                </a:extLst>
              </a:tr>
              <a:tr h="245560">
                <a:tc>
                  <a:txBody>
                    <a:bodyPr/>
                    <a:lstStyle/>
                    <a:p>
                      <a:pPr algn="ctr" fontAlgn="b">
                        <a:buNone/>
                      </a:pPr>
                      <a:r>
                        <a:rPr lang="en-GB" sz="1000" u="none" strike="noStrike">
                          <a:effectLst/>
                        </a:rPr>
                        <a:t>National Mapping Agency</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4157609650"/>
                  </a:ext>
                </a:extLst>
              </a:tr>
              <a:tr h="245560">
                <a:tc>
                  <a:txBody>
                    <a:bodyPr/>
                    <a:lstStyle/>
                    <a:p>
                      <a:pPr algn="ctr" fontAlgn="b">
                        <a:buNone/>
                      </a:pPr>
                      <a:r>
                        <a:rPr lang="en-GB" sz="1000" u="none" strike="noStrike">
                          <a:effectLst/>
                        </a:rPr>
                        <a:t>Postal Sorting Centre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3069119471"/>
                  </a:ext>
                </a:extLst>
              </a:tr>
              <a:tr h="245560">
                <a:tc>
                  <a:txBody>
                    <a:bodyPr/>
                    <a:lstStyle/>
                    <a:p>
                      <a:pPr algn="ctr" fontAlgn="b">
                        <a:buNone/>
                      </a:pPr>
                      <a:r>
                        <a:rPr lang="en-GB" sz="1000" u="none" strike="noStrike">
                          <a:effectLst/>
                        </a:rPr>
                        <a:t>Private Clinic</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L4 L3 L6</a:t>
                      </a:r>
                      <a:endParaRPr lang="en-GB" sz="1000" b="0" i="0" u="none" strike="noStrike">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3292692833"/>
                  </a:ext>
                </a:extLst>
              </a:tr>
              <a:tr h="245560">
                <a:tc>
                  <a:txBody>
                    <a:bodyPr/>
                    <a:lstStyle/>
                    <a:p>
                      <a:pPr algn="ctr" fontAlgn="b">
                        <a:buNone/>
                      </a:pPr>
                      <a:r>
                        <a:rPr lang="en-GB" sz="1000" u="none" strike="noStrike">
                          <a:effectLst/>
                        </a:rPr>
                        <a:t>Think Tank / Policy Institute</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a:effectLst/>
                        </a:rPr>
                        <a:t>○</a:t>
                      </a:r>
                      <a:endParaRPr lang="en-GB" sz="1000" b="0" i="0" u="none" strike="noStrike">
                        <a:solidFill>
                          <a:srgbClr val="000000"/>
                        </a:solidFill>
                        <a:effectLst/>
                        <a:latin typeface="Calibri" panose="020F0502020204030204" pitchFamily="34" charset="0"/>
                      </a:endParaRPr>
                    </a:p>
                  </a:txBody>
                  <a:tcPr marL="7331" marR="7331" marT="7331" marB="0" anchor="ctr"/>
                </a:tc>
                <a:tc>
                  <a:txBody>
                    <a:bodyPr/>
                    <a:lstStyle/>
                    <a:p>
                      <a:pPr algn="ctr" fontAlgn="b">
                        <a:buNone/>
                      </a:pPr>
                      <a:r>
                        <a:rPr lang="en-GB" sz="1000" u="none" strike="noStrike" dirty="0">
                          <a:effectLst/>
                        </a:rPr>
                        <a:t>L3 L6 L7</a:t>
                      </a:r>
                      <a:endParaRPr lang="en-GB" sz="1000" b="0" i="0" u="none" strike="noStrike" dirty="0">
                        <a:solidFill>
                          <a:srgbClr val="000000"/>
                        </a:solidFill>
                        <a:effectLst/>
                        <a:latin typeface="Calibri" panose="020F0502020204030204" pitchFamily="34" charset="0"/>
                      </a:endParaRPr>
                    </a:p>
                  </a:txBody>
                  <a:tcPr marL="7331" marR="7331" marT="7331" marB="0" anchor="ctr"/>
                </a:tc>
                <a:extLst>
                  <a:ext uri="{0D108BD9-81ED-4DB2-BD59-A6C34878D82A}">
                    <a16:rowId xmlns:a16="http://schemas.microsoft.com/office/drawing/2014/main" val="3137169070"/>
                  </a:ext>
                </a:extLst>
              </a:tr>
            </a:tbl>
          </a:graphicData>
        </a:graphic>
      </p:graphicFrame>
    </p:spTree>
    <p:extLst>
      <p:ext uri="{BB962C8B-B14F-4D97-AF65-F5344CB8AC3E}">
        <p14:creationId xmlns:p14="http://schemas.microsoft.com/office/powerpoint/2010/main" val="17044683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F6EC3-1DE4-11DD-E074-AB5C9523DE6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6868FA6-CAD9-7072-B3EE-2ECB5BEC5EAB}"/>
              </a:ext>
            </a:extLst>
          </p:cNvPr>
          <p:cNvSpPr>
            <a:spLocks noGrp="1" noRot="1" noMove="1" noResize="1" noEditPoints="1" noAdjustHandles="1" noChangeArrowheads="1" noChangeShapeType="1"/>
          </p:cNvSpPr>
          <p:nvPr/>
        </p:nvSpPr>
        <p:spPr>
          <a:xfrm>
            <a:off x="-9433" y="6695737"/>
            <a:ext cx="15840075" cy="1403292"/>
          </a:xfrm>
          <a:prstGeom prst="rect">
            <a:avLst/>
          </a:prstGeom>
          <a:solidFill>
            <a:srgbClr val="E8F0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L1- Families</a:t>
            </a:r>
          </a:p>
        </p:txBody>
      </p:sp>
      <p:sp>
        <p:nvSpPr>
          <p:cNvPr id="5" name="Rectangle 4">
            <a:extLst>
              <a:ext uri="{FF2B5EF4-FFF2-40B4-BE49-F238E27FC236}">
                <a16:creationId xmlns:a16="http://schemas.microsoft.com/office/drawing/2014/main" id="{D9A79ED8-5F8C-3933-1F5F-85171F3F38F0}"/>
              </a:ext>
            </a:extLst>
          </p:cNvPr>
          <p:cNvSpPr>
            <a:spLocks noGrp="1" noRot="1" noMove="1" noResize="1" noEditPoints="1" noAdjustHandles="1" noChangeArrowheads="1" noChangeShapeType="1"/>
          </p:cNvSpPr>
          <p:nvPr/>
        </p:nvSpPr>
        <p:spPr>
          <a:xfrm>
            <a:off x="0" y="-323"/>
            <a:ext cx="15840075" cy="1044000"/>
          </a:xfrm>
          <a:prstGeom prst="rect">
            <a:avLst/>
          </a:prstGeom>
          <a:solidFill>
            <a:srgbClr val="FFFD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L7 – Civic UX</a:t>
            </a:r>
          </a:p>
        </p:txBody>
      </p:sp>
      <p:sp>
        <p:nvSpPr>
          <p:cNvPr id="6" name="Rectangle 5">
            <a:extLst>
              <a:ext uri="{FF2B5EF4-FFF2-40B4-BE49-F238E27FC236}">
                <a16:creationId xmlns:a16="http://schemas.microsoft.com/office/drawing/2014/main" id="{16FC2C65-CB44-B61F-F8A3-34440935A25B}"/>
              </a:ext>
            </a:extLst>
          </p:cNvPr>
          <p:cNvSpPr>
            <a:spLocks noGrp="1" noRot="1" noMove="1" noResize="1" noEditPoints="1" noAdjustHandles="1" noChangeArrowheads="1" noChangeShapeType="1"/>
          </p:cNvSpPr>
          <p:nvPr/>
        </p:nvSpPr>
        <p:spPr>
          <a:xfrm>
            <a:off x="0" y="1115687"/>
            <a:ext cx="15840075" cy="1044000"/>
          </a:xfrm>
          <a:prstGeom prst="rect">
            <a:avLst/>
          </a:prstGeom>
          <a:solidFill>
            <a:srgbClr val="EDE7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L6 - Applications</a:t>
            </a:r>
          </a:p>
        </p:txBody>
      </p:sp>
      <p:sp>
        <p:nvSpPr>
          <p:cNvPr id="7" name="Rectangle 6">
            <a:extLst>
              <a:ext uri="{FF2B5EF4-FFF2-40B4-BE49-F238E27FC236}">
                <a16:creationId xmlns:a16="http://schemas.microsoft.com/office/drawing/2014/main" id="{CCAF1B74-EAA9-A019-0546-48690A291266}"/>
              </a:ext>
            </a:extLst>
          </p:cNvPr>
          <p:cNvSpPr>
            <a:spLocks noGrp="1" noRot="1" noMove="1" noResize="1" noEditPoints="1" noAdjustHandles="1" noChangeArrowheads="1" noChangeShapeType="1"/>
          </p:cNvSpPr>
          <p:nvPr/>
        </p:nvSpPr>
        <p:spPr>
          <a:xfrm>
            <a:off x="0" y="2231697"/>
            <a:ext cx="15840075" cy="1044000"/>
          </a:xfrm>
          <a:prstGeom prst="rect">
            <a:avLst/>
          </a:prstGeom>
          <a:solidFill>
            <a:srgbClr val="F3F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L5 - Interfaces</a:t>
            </a:r>
          </a:p>
        </p:txBody>
      </p:sp>
      <p:sp>
        <p:nvSpPr>
          <p:cNvPr id="8" name="Rectangle 7">
            <a:extLst>
              <a:ext uri="{FF2B5EF4-FFF2-40B4-BE49-F238E27FC236}">
                <a16:creationId xmlns:a16="http://schemas.microsoft.com/office/drawing/2014/main" id="{DFC6EB48-EC1B-7ED9-AAEB-3BEB87E3B456}"/>
              </a:ext>
            </a:extLst>
          </p:cNvPr>
          <p:cNvSpPr>
            <a:spLocks noGrp="1" noRot="1" noMove="1" noResize="1" noEditPoints="1" noAdjustHandles="1" noChangeArrowheads="1" noChangeShapeType="1"/>
          </p:cNvSpPr>
          <p:nvPr/>
        </p:nvSpPr>
        <p:spPr>
          <a:xfrm>
            <a:off x="0" y="3347707"/>
            <a:ext cx="15840075" cy="1044000"/>
          </a:xfrm>
          <a:prstGeom prst="rect">
            <a:avLst/>
          </a:prstGeom>
          <a:solidFill>
            <a:srgbClr val="FDEC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L4 - Instruments</a:t>
            </a:r>
          </a:p>
        </p:txBody>
      </p:sp>
      <p:sp>
        <p:nvSpPr>
          <p:cNvPr id="9" name="Rectangle 8">
            <a:extLst>
              <a:ext uri="{FF2B5EF4-FFF2-40B4-BE49-F238E27FC236}">
                <a16:creationId xmlns:a16="http://schemas.microsoft.com/office/drawing/2014/main" id="{CE789C48-7818-8D66-9777-B2ED366792B4}"/>
              </a:ext>
            </a:extLst>
          </p:cNvPr>
          <p:cNvSpPr>
            <a:spLocks noGrp="1" noRot="1" noMove="1" noResize="1" noEditPoints="1" noAdjustHandles="1" noChangeArrowheads="1" noChangeShapeType="1"/>
          </p:cNvSpPr>
          <p:nvPr/>
        </p:nvSpPr>
        <p:spPr>
          <a:xfrm>
            <a:off x="-1" y="4463717"/>
            <a:ext cx="15840075" cy="1044000"/>
          </a:xfrm>
          <a:prstGeom prst="rect">
            <a:avLst/>
          </a:prstGeom>
          <a:solidFill>
            <a:srgbClr val="FFF4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L3 - Subsystems</a:t>
            </a:r>
          </a:p>
        </p:txBody>
      </p:sp>
      <p:sp>
        <p:nvSpPr>
          <p:cNvPr id="10" name="Rectangle 9">
            <a:extLst>
              <a:ext uri="{FF2B5EF4-FFF2-40B4-BE49-F238E27FC236}">
                <a16:creationId xmlns:a16="http://schemas.microsoft.com/office/drawing/2014/main" id="{FA2EE174-B324-B324-8E8F-518DB78E96D8}"/>
              </a:ext>
            </a:extLst>
          </p:cNvPr>
          <p:cNvSpPr>
            <a:spLocks noGrp="1" noRot="1" noMove="1" noResize="1" noEditPoints="1" noAdjustHandles="1" noChangeArrowheads="1" noChangeShapeType="1"/>
          </p:cNvSpPr>
          <p:nvPr/>
        </p:nvSpPr>
        <p:spPr>
          <a:xfrm>
            <a:off x="-9433" y="5579729"/>
            <a:ext cx="15840075" cy="1044000"/>
          </a:xfrm>
          <a:prstGeom prst="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L2 - Standards</a:t>
            </a:r>
          </a:p>
        </p:txBody>
      </p:sp>
      <p:sp>
        <p:nvSpPr>
          <p:cNvPr id="22" name="Rectangle 21">
            <a:extLst>
              <a:ext uri="{FF2B5EF4-FFF2-40B4-BE49-F238E27FC236}">
                <a16:creationId xmlns:a16="http://schemas.microsoft.com/office/drawing/2014/main" id="{562FFF8C-0FAC-35B8-65D3-3482BE3EFBEB}"/>
              </a:ext>
            </a:extLst>
          </p:cNvPr>
          <p:cNvSpPr>
            <a:spLocks noGrp="1" noRot="1" noMove="1" noResize="1" noEditPoints="1" noAdjustHandles="1" noChangeArrowheads="1" noChangeShapeType="1"/>
          </p:cNvSpPr>
          <p:nvPr/>
        </p:nvSpPr>
        <p:spPr>
          <a:xfrm>
            <a:off x="1563980" y="0"/>
            <a:ext cx="1079961" cy="8099425"/>
          </a:xfrm>
          <a:prstGeom prst="rect">
            <a:avLst/>
          </a:prstGeom>
          <a:solidFill>
            <a:srgbClr val="C62828">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Risk</a:t>
            </a:r>
          </a:p>
        </p:txBody>
      </p:sp>
      <p:sp>
        <p:nvSpPr>
          <p:cNvPr id="24" name="Rectangle 23">
            <a:extLst>
              <a:ext uri="{FF2B5EF4-FFF2-40B4-BE49-F238E27FC236}">
                <a16:creationId xmlns:a16="http://schemas.microsoft.com/office/drawing/2014/main" id="{63B1E27B-CB45-ED0F-7033-AB5F91E97A4F}"/>
              </a:ext>
            </a:extLst>
          </p:cNvPr>
          <p:cNvSpPr>
            <a:spLocks noGrp="1" noRot="1" noMove="1" noResize="1" noEditPoints="1" noAdjustHandles="1" noChangeArrowheads="1" noChangeShapeType="1"/>
          </p:cNvSpPr>
          <p:nvPr/>
        </p:nvSpPr>
        <p:spPr>
          <a:xfrm>
            <a:off x="4284851" y="-397"/>
            <a:ext cx="1079961" cy="8099425"/>
          </a:xfrm>
          <a:prstGeom prst="rect">
            <a:avLst/>
          </a:prstGeom>
          <a:solidFill>
            <a:srgbClr val="00897B">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Civic</a:t>
            </a:r>
          </a:p>
        </p:txBody>
      </p:sp>
      <p:sp>
        <p:nvSpPr>
          <p:cNvPr id="21" name="Rectangle 20">
            <a:extLst>
              <a:ext uri="{FF2B5EF4-FFF2-40B4-BE49-F238E27FC236}">
                <a16:creationId xmlns:a16="http://schemas.microsoft.com/office/drawing/2014/main" id="{309B926C-FD10-FC16-FEC8-5EF5F17C0646}"/>
              </a:ext>
            </a:extLst>
          </p:cNvPr>
          <p:cNvSpPr>
            <a:spLocks noGrp="1" noRot="1" noMove="1" noResize="1" noEditPoints="1" noAdjustHandles="1" noChangeArrowheads="1" noChangeShapeType="1"/>
          </p:cNvSpPr>
          <p:nvPr/>
        </p:nvSpPr>
        <p:spPr>
          <a:xfrm>
            <a:off x="172205" y="-9"/>
            <a:ext cx="1079961" cy="8099425"/>
          </a:xfrm>
          <a:prstGeom prst="rect">
            <a:avLst/>
          </a:prstGeom>
          <a:solidFill>
            <a:srgbClr val="546E7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Governance</a:t>
            </a:r>
          </a:p>
        </p:txBody>
      </p:sp>
      <p:sp>
        <p:nvSpPr>
          <p:cNvPr id="23" name="Rectangle 22">
            <a:extLst>
              <a:ext uri="{FF2B5EF4-FFF2-40B4-BE49-F238E27FC236}">
                <a16:creationId xmlns:a16="http://schemas.microsoft.com/office/drawing/2014/main" id="{8FB50ADC-3007-F5E3-9C1D-3E53DCAA6359}"/>
              </a:ext>
            </a:extLst>
          </p:cNvPr>
          <p:cNvSpPr>
            <a:spLocks noGrp="1" noRot="1" noMove="1" noResize="1" noEditPoints="1" noAdjustHandles="1" noChangeArrowheads="1" noChangeShapeType="1"/>
          </p:cNvSpPr>
          <p:nvPr/>
        </p:nvSpPr>
        <p:spPr>
          <a:xfrm>
            <a:off x="2913969" y="0"/>
            <a:ext cx="1079961" cy="8099425"/>
          </a:xfrm>
          <a:prstGeom prst="rect">
            <a:avLst/>
          </a:prstGeom>
          <a:solidFill>
            <a:srgbClr val="1565C0">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Data </a:t>
            </a:r>
            <a:br>
              <a:rPr lang="en-GB" noProof="0" dirty="0">
                <a:solidFill>
                  <a:schemeClr val="tx1"/>
                </a:solidFill>
              </a:rPr>
            </a:br>
            <a:r>
              <a:rPr lang="en-GB" noProof="0" dirty="0">
                <a:solidFill>
                  <a:schemeClr val="tx1"/>
                </a:solidFill>
              </a:rPr>
              <a:t>Integrity</a:t>
            </a:r>
          </a:p>
        </p:txBody>
      </p:sp>
      <p:sp>
        <p:nvSpPr>
          <p:cNvPr id="30" name="Rectangle 29">
            <a:extLst>
              <a:ext uri="{FF2B5EF4-FFF2-40B4-BE49-F238E27FC236}">
                <a16:creationId xmlns:a16="http://schemas.microsoft.com/office/drawing/2014/main" id="{475D6036-10C4-D204-1A6C-ABD9770B7CB3}"/>
              </a:ext>
            </a:extLst>
          </p:cNvPr>
          <p:cNvSpPr>
            <a:spLocks noGrp="1" noRot="1" noMove="1" noResize="1" noEditPoints="1" noAdjustHandles="1" noChangeArrowheads="1" noChangeShapeType="1"/>
          </p:cNvSpPr>
          <p:nvPr/>
        </p:nvSpPr>
        <p:spPr>
          <a:xfrm>
            <a:off x="8397497" y="0"/>
            <a:ext cx="1079961" cy="8099425"/>
          </a:xfrm>
          <a:prstGeom prst="rect">
            <a:avLst/>
          </a:prstGeom>
          <a:solidFill>
            <a:srgbClr val="2E7D32">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Ecological</a:t>
            </a:r>
          </a:p>
        </p:txBody>
      </p:sp>
      <p:sp>
        <p:nvSpPr>
          <p:cNvPr id="31" name="Rectangle 30">
            <a:extLst>
              <a:ext uri="{FF2B5EF4-FFF2-40B4-BE49-F238E27FC236}">
                <a16:creationId xmlns:a16="http://schemas.microsoft.com/office/drawing/2014/main" id="{BC8BFC85-153B-3CFF-812C-83198544F0E0}"/>
              </a:ext>
            </a:extLst>
          </p:cNvPr>
          <p:cNvSpPr>
            <a:spLocks noGrp="1" noRot="1" noMove="1" noResize="1" noEditPoints="1" noAdjustHandles="1" noChangeArrowheads="1" noChangeShapeType="1"/>
          </p:cNvSpPr>
          <p:nvPr/>
        </p:nvSpPr>
        <p:spPr>
          <a:xfrm>
            <a:off x="12510139" y="5"/>
            <a:ext cx="1079961" cy="8099425"/>
          </a:xfrm>
          <a:prstGeom prst="rect">
            <a:avLst/>
          </a:prstGeom>
          <a:solidFill>
            <a:srgbClr val="455A64">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Standards</a:t>
            </a:r>
          </a:p>
        </p:txBody>
      </p:sp>
      <p:sp>
        <p:nvSpPr>
          <p:cNvPr id="34" name="Rectangle 33">
            <a:extLst>
              <a:ext uri="{FF2B5EF4-FFF2-40B4-BE49-F238E27FC236}">
                <a16:creationId xmlns:a16="http://schemas.microsoft.com/office/drawing/2014/main" id="{532EE399-7B0C-7A42-601D-445BE414F75C}"/>
              </a:ext>
            </a:extLst>
          </p:cNvPr>
          <p:cNvSpPr>
            <a:spLocks noGrp="1" noRot="1" noMove="1" noResize="1" noEditPoints="1" noAdjustHandles="1" noChangeArrowheads="1" noChangeShapeType="1"/>
          </p:cNvSpPr>
          <p:nvPr/>
        </p:nvSpPr>
        <p:spPr>
          <a:xfrm>
            <a:off x="7026615" y="-396"/>
            <a:ext cx="1079961" cy="8099425"/>
          </a:xfrm>
          <a:prstGeom prst="rect">
            <a:avLst/>
          </a:prstGeom>
          <a:solidFill>
            <a:srgbClr val="6D4C41">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Resource</a:t>
            </a:r>
          </a:p>
        </p:txBody>
      </p:sp>
      <p:sp>
        <p:nvSpPr>
          <p:cNvPr id="35" name="Rectangle 34">
            <a:extLst>
              <a:ext uri="{FF2B5EF4-FFF2-40B4-BE49-F238E27FC236}">
                <a16:creationId xmlns:a16="http://schemas.microsoft.com/office/drawing/2014/main" id="{426AF551-80D0-71E1-1669-B5A4CD6F38F0}"/>
              </a:ext>
            </a:extLst>
          </p:cNvPr>
          <p:cNvSpPr>
            <a:spLocks noGrp="1" noRot="1" noMove="1" noResize="1" noEditPoints="1" noAdjustHandles="1" noChangeArrowheads="1" noChangeShapeType="1"/>
          </p:cNvSpPr>
          <p:nvPr/>
        </p:nvSpPr>
        <p:spPr>
          <a:xfrm>
            <a:off x="9768379" y="11"/>
            <a:ext cx="1079961" cy="8099425"/>
          </a:xfrm>
          <a:prstGeom prst="rect">
            <a:avLst/>
          </a:prstGeom>
          <a:solidFill>
            <a:srgbClr val="6A1B9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Meta-</a:t>
            </a:r>
            <a:br>
              <a:rPr lang="en-GB" noProof="0" dirty="0">
                <a:solidFill>
                  <a:schemeClr val="tx1"/>
                </a:solidFill>
              </a:rPr>
            </a:br>
            <a:r>
              <a:rPr lang="en-GB" noProof="0" dirty="0">
                <a:solidFill>
                  <a:schemeClr val="tx1"/>
                </a:solidFill>
              </a:rPr>
              <a:t>Integration</a:t>
            </a:r>
          </a:p>
        </p:txBody>
      </p:sp>
      <p:sp>
        <p:nvSpPr>
          <p:cNvPr id="33" name="Rectangle 32">
            <a:extLst>
              <a:ext uri="{FF2B5EF4-FFF2-40B4-BE49-F238E27FC236}">
                <a16:creationId xmlns:a16="http://schemas.microsoft.com/office/drawing/2014/main" id="{AF5DB926-EE49-C7EA-5164-EA5547C8514A}"/>
              </a:ext>
            </a:extLst>
          </p:cNvPr>
          <p:cNvSpPr>
            <a:spLocks noGrp="1" noRot="1" noMove="1" noResize="1" noEditPoints="1" noAdjustHandles="1" noChangeArrowheads="1" noChangeShapeType="1"/>
          </p:cNvSpPr>
          <p:nvPr/>
        </p:nvSpPr>
        <p:spPr>
          <a:xfrm>
            <a:off x="5655733" y="0"/>
            <a:ext cx="1079961" cy="8099425"/>
          </a:xfrm>
          <a:prstGeom prst="rect">
            <a:avLst/>
          </a:prstGeom>
          <a:solidFill>
            <a:srgbClr val="F9A825">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Incentive</a:t>
            </a:r>
          </a:p>
        </p:txBody>
      </p:sp>
      <p:sp>
        <p:nvSpPr>
          <p:cNvPr id="36" name="Rectangle 35">
            <a:extLst>
              <a:ext uri="{FF2B5EF4-FFF2-40B4-BE49-F238E27FC236}">
                <a16:creationId xmlns:a16="http://schemas.microsoft.com/office/drawing/2014/main" id="{BDA4B6BB-4C10-890F-79E7-79CAD0A543DB}"/>
              </a:ext>
            </a:extLst>
          </p:cNvPr>
          <p:cNvSpPr>
            <a:spLocks noGrp="1" noRot="1" noMove="1" noResize="1" noEditPoints="1" noAdjustHandles="1" noChangeArrowheads="1" noChangeShapeType="1"/>
          </p:cNvSpPr>
          <p:nvPr/>
        </p:nvSpPr>
        <p:spPr>
          <a:xfrm>
            <a:off x="11139261" y="8"/>
            <a:ext cx="1079961" cy="8099425"/>
          </a:xfrm>
          <a:prstGeom prst="rect">
            <a:avLst/>
          </a:prstGeom>
          <a:solidFill>
            <a:srgbClr val="000000"/>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bg1"/>
                </a:solidFill>
              </a:rPr>
              <a:t>Minimum</a:t>
            </a:r>
            <a:br>
              <a:rPr lang="en-GB" noProof="0" dirty="0">
                <a:solidFill>
                  <a:schemeClr val="bg1"/>
                </a:solidFill>
              </a:rPr>
            </a:br>
            <a:r>
              <a:rPr lang="en-GB" noProof="0" dirty="0">
                <a:solidFill>
                  <a:schemeClr val="bg1"/>
                </a:solidFill>
              </a:rPr>
              <a:t>Viable</a:t>
            </a:r>
          </a:p>
          <a:p>
            <a:r>
              <a:rPr lang="en-GB" noProof="0" dirty="0">
                <a:solidFill>
                  <a:schemeClr val="bg1"/>
                </a:solidFill>
              </a:rPr>
              <a:t>Systems </a:t>
            </a:r>
            <a:br>
              <a:rPr lang="en-GB" noProof="0" dirty="0">
                <a:solidFill>
                  <a:schemeClr val="bg1"/>
                </a:solidFill>
              </a:rPr>
            </a:br>
            <a:r>
              <a:rPr lang="en-GB" noProof="0" dirty="0">
                <a:solidFill>
                  <a:schemeClr val="bg1"/>
                </a:solidFill>
              </a:rPr>
              <a:t>(MVS)</a:t>
            </a:r>
          </a:p>
        </p:txBody>
      </p:sp>
      <p:sp>
        <p:nvSpPr>
          <p:cNvPr id="37" name="Rectangle: Rounded Corners 36">
            <a:extLst>
              <a:ext uri="{FF2B5EF4-FFF2-40B4-BE49-F238E27FC236}">
                <a16:creationId xmlns:a16="http://schemas.microsoft.com/office/drawing/2014/main" id="{022C2266-4644-A4CC-11CD-D6BC4E95B3AE}"/>
              </a:ext>
            </a:extLst>
          </p:cNvPr>
          <p:cNvSpPr/>
          <p:nvPr/>
        </p:nvSpPr>
        <p:spPr>
          <a:xfrm>
            <a:off x="116903" y="4516227"/>
            <a:ext cx="573610" cy="263732"/>
          </a:xfrm>
          <a:prstGeom prst="roundRect">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MVGS</a:t>
            </a:r>
          </a:p>
        </p:txBody>
      </p:sp>
      <p:sp>
        <p:nvSpPr>
          <p:cNvPr id="38" name="Hexagon 37">
            <a:extLst>
              <a:ext uri="{FF2B5EF4-FFF2-40B4-BE49-F238E27FC236}">
                <a16:creationId xmlns:a16="http://schemas.microsoft.com/office/drawing/2014/main" id="{DA15235A-567D-D6D6-6AB7-A82F2E2C4C8A}"/>
              </a:ext>
            </a:extLst>
          </p:cNvPr>
          <p:cNvSpPr/>
          <p:nvPr/>
        </p:nvSpPr>
        <p:spPr>
          <a:xfrm>
            <a:off x="212544" y="3387593"/>
            <a:ext cx="598880" cy="244830"/>
          </a:xfrm>
          <a:prstGeom prst="hexagon">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GIM</a:t>
            </a:r>
          </a:p>
        </p:txBody>
      </p:sp>
      <p:sp>
        <p:nvSpPr>
          <p:cNvPr id="39" name="Rectangle 38">
            <a:extLst>
              <a:ext uri="{FF2B5EF4-FFF2-40B4-BE49-F238E27FC236}">
                <a16:creationId xmlns:a16="http://schemas.microsoft.com/office/drawing/2014/main" id="{7E1422DD-33E3-9080-ADB5-F956C495E2C8}"/>
              </a:ext>
            </a:extLst>
          </p:cNvPr>
          <p:cNvSpPr/>
          <p:nvPr/>
        </p:nvSpPr>
        <p:spPr>
          <a:xfrm>
            <a:off x="262186"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Governance Standards</a:t>
            </a:r>
          </a:p>
        </p:txBody>
      </p:sp>
      <p:cxnSp>
        <p:nvCxnSpPr>
          <p:cNvPr id="41" name="Straight Arrow Connector 40">
            <a:extLst>
              <a:ext uri="{FF2B5EF4-FFF2-40B4-BE49-F238E27FC236}">
                <a16:creationId xmlns:a16="http://schemas.microsoft.com/office/drawing/2014/main" id="{8714B639-47AC-DCAC-E2FC-1D2C3F734C43}"/>
              </a:ext>
            </a:extLst>
          </p:cNvPr>
          <p:cNvCxnSpPr/>
          <p:nvPr/>
        </p:nvCxnSpPr>
        <p:spPr>
          <a:xfrm flipV="1">
            <a:off x="16793575" y="2159687"/>
            <a:ext cx="0" cy="990015"/>
          </a:xfrm>
          <a:prstGeom prst="straightConnector1">
            <a:avLst/>
          </a:prstGeom>
          <a:ln w="31750">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E2536F88-8531-86C6-D462-F3C6D8579C1C}"/>
              </a:ext>
            </a:extLst>
          </p:cNvPr>
          <p:cNvCxnSpPr/>
          <p:nvPr/>
        </p:nvCxnSpPr>
        <p:spPr>
          <a:xfrm flipH="1">
            <a:off x="16380131" y="1637687"/>
            <a:ext cx="990011" cy="0"/>
          </a:xfrm>
          <a:prstGeom prst="straightConnector1">
            <a:avLst/>
          </a:prstGeom>
          <a:ln>
            <a:prstDash val="dash"/>
            <a:tailEnd type="arrow"/>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0F60744E-3F6C-D95C-5044-FDE4C6AB2416}"/>
              </a:ext>
            </a:extLst>
          </p:cNvPr>
          <p:cNvSpPr/>
          <p:nvPr/>
        </p:nvSpPr>
        <p:spPr>
          <a:xfrm>
            <a:off x="1633067"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Risk Standards</a:t>
            </a:r>
          </a:p>
        </p:txBody>
      </p:sp>
      <p:sp>
        <p:nvSpPr>
          <p:cNvPr id="45" name="Rectangle 44">
            <a:extLst>
              <a:ext uri="{FF2B5EF4-FFF2-40B4-BE49-F238E27FC236}">
                <a16:creationId xmlns:a16="http://schemas.microsoft.com/office/drawing/2014/main" id="{A58EC499-F69B-04A9-2EA5-043ABB6D623E}"/>
              </a:ext>
            </a:extLst>
          </p:cNvPr>
          <p:cNvSpPr/>
          <p:nvPr/>
        </p:nvSpPr>
        <p:spPr>
          <a:xfrm>
            <a:off x="8487475" y="583176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Ecological standards</a:t>
            </a:r>
          </a:p>
        </p:txBody>
      </p:sp>
      <p:sp>
        <p:nvSpPr>
          <p:cNvPr id="46" name="Rectangle 45">
            <a:extLst>
              <a:ext uri="{FF2B5EF4-FFF2-40B4-BE49-F238E27FC236}">
                <a16:creationId xmlns:a16="http://schemas.microsoft.com/office/drawing/2014/main" id="{2C4C9EB3-E49F-E8C4-3F9B-DB670AA9A248}"/>
              </a:ext>
            </a:extLst>
          </p:cNvPr>
          <p:cNvSpPr/>
          <p:nvPr/>
        </p:nvSpPr>
        <p:spPr>
          <a:xfrm>
            <a:off x="7116595" y="583176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Resource Standards</a:t>
            </a:r>
          </a:p>
        </p:txBody>
      </p:sp>
      <p:sp>
        <p:nvSpPr>
          <p:cNvPr id="47" name="Rectangle 46">
            <a:extLst>
              <a:ext uri="{FF2B5EF4-FFF2-40B4-BE49-F238E27FC236}">
                <a16:creationId xmlns:a16="http://schemas.microsoft.com/office/drawing/2014/main" id="{0EB027A9-7FFE-9245-B696-2C364B54A2EA}"/>
              </a:ext>
            </a:extLst>
          </p:cNvPr>
          <p:cNvSpPr/>
          <p:nvPr/>
        </p:nvSpPr>
        <p:spPr>
          <a:xfrm>
            <a:off x="5745713"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Incentive Standards</a:t>
            </a:r>
          </a:p>
        </p:txBody>
      </p:sp>
      <p:sp>
        <p:nvSpPr>
          <p:cNvPr id="48" name="Rectangle 47">
            <a:extLst>
              <a:ext uri="{FF2B5EF4-FFF2-40B4-BE49-F238E27FC236}">
                <a16:creationId xmlns:a16="http://schemas.microsoft.com/office/drawing/2014/main" id="{A4AAB4DA-0CC9-6180-6C51-B4396B6855D1}"/>
              </a:ext>
            </a:extLst>
          </p:cNvPr>
          <p:cNvSpPr/>
          <p:nvPr/>
        </p:nvSpPr>
        <p:spPr>
          <a:xfrm>
            <a:off x="4374829"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Civic Standards</a:t>
            </a:r>
          </a:p>
        </p:txBody>
      </p:sp>
      <p:sp>
        <p:nvSpPr>
          <p:cNvPr id="49" name="Rectangle 48">
            <a:extLst>
              <a:ext uri="{FF2B5EF4-FFF2-40B4-BE49-F238E27FC236}">
                <a16:creationId xmlns:a16="http://schemas.microsoft.com/office/drawing/2014/main" id="{64F3B818-EA26-AFA8-909D-B736FE244582}"/>
              </a:ext>
            </a:extLst>
          </p:cNvPr>
          <p:cNvSpPr/>
          <p:nvPr/>
        </p:nvSpPr>
        <p:spPr>
          <a:xfrm>
            <a:off x="3004207"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Data Integrity Standards</a:t>
            </a:r>
          </a:p>
        </p:txBody>
      </p:sp>
      <p:sp>
        <p:nvSpPr>
          <p:cNvPr id="50" name="Rectangle 49">
            <a:extLst>
              <a:ext uri="{FF2B5EF4-FFF2-40B4-BE49-F238E27FC236}">
                <a16:creationId xmlns:a16="http://schemas.microsoft.com/office/drawing/2014/main" id="{575A9092-1666-2AE0-0821-DB3B363AD8E7}"/>
              </a:ext>
            </a:extLst>
          </p:cNvPr>
          <p:cNvSpPr/>
          <p:nvPr/>
        </p:nvSpPr>
        <p:spPr>
          <a:xfrm>
            <a:off x="12600119" y="583707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Master Standards</a:t>
            </a:r>
          </a:p>
        </p:txBody>
      </p:sp>
      <p:sp>
        <p:nvSpPr>
          <p:cNvPr id="51" name="Rectangle 50">
            <a:extLst>
              <a:ext uri="{FF2B5EF4-FFF2-40B4-BE49-F238E27FC236}">
                <a16:creationId xmlns:a16="http://schemas.microsoft.com/office/drawing/2014/main" id="{D39E05B4-043D-8FFB-1A69-19514FA6CE63}"/>
              </a:ext>
            </a:extLst>
          </p:cNvPr>
          <p:cNvSpPr/>
          <p:nvPr/>
        </p:nvSpPr>
        <p:spPr>
          <a:xfrm>
            <a:off x="11229241" y="582945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MVS standards</a:t>
            </a:r>
          </a:p>
        </p:txBody>
      </p:sp>
      <p:sp>
        <p:nvSpPr>
          <p:cNvPr id="52" name="Rectangle 51">
            <a:extLst>
              <a:ext uri="{FF2B5EF4-FFF2-40B4-BE49-F238E27FC236}">
                <a16:creationId xmlns:a16="http://schemas.microsoft.com/office/drawing/2014/main" id="{76FE03A0-B1DF-6CF0-DA6A-8B8ADF55C593}"/>
              </a:ext>
            </a:extLst>
          </p:cNvPr>
          <p:cNvSpPr/>
          <p:nvPr/>
        </p:nvSpPr>
        <p:spPr>
          <a:xfrm>
            <a:off x="9858359" y="5818992"/>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Meta-integration Standards</a:t>
            </a:r>
          </a:p>
        </p:txBody>
      </p:sp>
      <p:sp>
        <p:nvSpPr>
          <p:cNvPr id="53" name="Rectangle: Rounded Corners 52">
            <a:extLst>
              <a:ext uri="{FF2B5EF4-FFF2-40B4-BE49-F238E27FC236}">
                <a16:creationId xmlns:a16="http://schemas.microsoft.com/office/drawing/2014/main" id="{F85A4011-8D76-1F46-A26D-BDE916E466E6}"/>
              </a:ext>
            </a:extLst>
          </p:cNvPr>
          <p:cNvSpPr/>
          <p:nvPr/>
        </p:nvSpPr>
        <p:spPr>
          <a:xfrm>
            <a:off x="848575" y="4689944"/>
            <a:ext cx="361808" cy="197182"/>
          </a:xfrm>
          <a:prstGeom prst="roundRect">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CS</a:t>
            </a:r>
          </a:p>
        </p:txBody>
      </p:sp>
      <p:sp>
        <p:nvSpPr>
          <p:cNvPr id="54" name="Rectangle: Rounded Corners 53">
            <a:extLst>
              <a:ext uri="{FF2B5EF4-FFF2-40B4-BE49-F238E27FC236}">
                <a16:creationId xmlns:a16="http://schemas.microsoft.com/office/drawing/2014/main" id="{9C78726D-EAE8-07EA-B526-4133776CF4FE}"/>
              </a:ext>
            </a:extLst>
          </p:cNvPr>
          <p:cNvSpPr/>
          <p:nvPr/>
        </p:nvSpPr>
        <p:spPr>
          <a:xfrm>
            <a:off x="133123" y="5025488"/>
            <a:ext cx="685970" cy="187808"/>
          </a:xfrm>
          <a:prstGeom prst="roundRect">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TS (Gov)</a:t>
            </a:r>
          </a:p>
        </p:txBody>
      </p:sp>
      <p:sp>
        <p:nvSpPr>
          <p:cNvPr id="55" name="Rectangle: Rounded Corners 54">
            <a:extLst>
              <a:ext uri="{FF2B5EF4-FFF2-40B4-BE49-F238E27FC236}">
                <a16:creationId xmlns:a16="http://schemas.microsoft.com/office/drawing/2014/main" id="{AE589ECB-784B-3242-17E5-6F4528CB1FA6}"/>
              </a:ext>
            </a:extLst>
          </p:cNvPr>
          <p:cNvSpPr/>
          <p:nvPr/>
        </p:nvSpPr>
        <p:spPr>
          <a:xfrm>
            <a:off x="737498" y="5294404"/>
            <a:ext cx="392655" cy="186731"/>
          </a:xfrm>
          <a:prstGeom prst="roundRect">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AS</a:t>
            </a:r>
          </a:p>
        </p:txBody>
      </p:sp>
      <p:sp>
        <p:nvSpPr>
          <p:cNvPr id="56" name="Rectangle: Rounded Corners 55">
            <a:extLst>
              <a:ext uri="{FF2B5EF4-FFF2-40B4-BE49-F238E27FC236}">
                <a16:creationId xmlns:a16="http://schemas.microsoft.com/office/drawing/2014/main" id="{B31417EE-EC3C-FF4F-5550-AAB3C5E792CB}"/>
              </a:ext>
            </a:extLst>
          </p:cNvPr>
          <p:cNvSpPr/>
          <p:nvPr/>
        </p:nvSpPr>
        <p:spPr>
          <a:xfrm>
            <a:off x="1538270" y="4471987"/>
            <a:ext cx="558582" cy="263732"/>
          </a:xfrm>
          <a:prstGeom prst="roundRect">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RFL</a:t>
            </a:r>
          </a:p>
        </p:txBody>
      </p:sp>
      <p:sp>
        <p:nvSpPr>
          <p:cNvPr id="57" name="Rectangle: Rounded Corners 56">
            <a:extLst>
              <a:ext uri="{FF2B5EF4-FFF2-40B4-BE49-F238E27FC236}">
                <a16:creationId xmlns:a16="http://schemas.microsoft.com/office/drawing/2014/main" id="{45BC0074-48D5-A6C6-3D55-96DA4861B929}"/>
              </a:ext>
            </a:extLst>
          </p:cNvPr>
          <p:cNvSpPr/>
          <p:nvPr/>
        </p:nvSpPr>
        <p:spPr>
          <a:xfrm>
            <a:off x="1772072" y="4887126"/>
            <a:ext cx="558582" cy="263732"/>
          </a:xfrm>
          <a:prstGeom prst="roundRect">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SEM</a:t>
            </a:r>
          </a:p>
        </p:txBody>
      </p:sp>
      <p:sp>
        <p:nvSpPr>
          <p:cNvPr id="58" name="Rectangle: Rounded Corners 57">
            <a:extLst>
              <a:ext uri="{FF2B5EF4-FFF2-40B4-BE49-F238E27FC236}">
                <a16:creationId xmlns:a16="http://schemas.microsoft.com/office/drawing/2014/main" id="{447E729B-5985-3799-011B-C17C646DB055}"/>
              </a:ext>
            </a:extLst>
          </p:cNvPr>
          <p:cNvSpPr/>
          <p:nvPr/>
        </p:nvSpPr>
        <p:spPr>
          <a:xfrm>
            <a:off x="2032809" y="5213296"/>
            <a:ext cx="558582" cy="263732"/>
          </a:xfrm>
          <a:prstGeom prst="roundRect">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CSDM</a:t>
            </a:r>
          </a:p>
        </p:txBody>
      </p:sp>
      <p:sp>
        <p:nvSpPr>
          <p:cNvPr id="59" name="Rectangle: Rounded Corners 58">
            <a:extLst>
              <a:ext uri="{FF2B5EF4-FFF2-40B4-BE49-F238E27FC236}">
                <a16:creationId xmlns:a16="http://schemas.microsoft.com/office/drawing/2014/main" id="{D84706F2-FC73-B565-42FE-5674C88D7228}"/>
              </a:ext>
            </a:extLst>
          </p:cNvPr>
          <p:cNvSpPr/>
          <p:nvPr/>
        </p:nvSpPr>
        <p:spPr>
          <a:xfrm>
            <a:off x="2942548" y="4456463"/>
            <a:ext cx="558582" cy="263732"/>
          </a:xfrm>
          <a:prstGeom prst="roundRect">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AAS</a:t>
            </a:r>
          </a:p>
        </p:txBody>
      </p:sp>
      <p:sp>
        <p:nvSpPr>
          <p:cNvPr id="60" name="Rectangle: Rounded Corners 59">
            <a:extLst>
              <a:ext uri="{FF2B5EF4-FFF2-40B4-BE49-F238E27FC236}">
                <a16:creationId xmlns:a16="http://schemas.microsoft.com/office/drawing/2014/main" id="{1213BB6F-2CDC-A6D0-709A-5925156551BB}"/>
              </a:ext>
            </a:extLst>
          </p:cNvPr>
          <p:cNvSpPr/>
          <p:nvPr/>
        </p:nvSpPr>
        <p:spPr>
          <a:xfrm>
            <a:off x="3174656" y="4829892"/>
            <a:ext cx="558582" cy="263732"/>
          </a:xfrm>
          <a:prstGeom prst="roundRect">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Audit</a:t>
            </a:r>
          </a:p>
        </p:txBody>
      </p:sp>
      <p:sp>
        <p:nvSpPr>
          <p:cNvPr id="61" name="Rectangle: Rounded Corners 60">
            <a:extLst>
              <a:ext uri="{FF2B5EF4-FFF2-40B4-BE49-F238E27FC236}">
                <a16:creationId xmlns:a16="http://schemas.microsoft.com/office/drawing/2014/main" id="{6A9D27A0-E5B4-9F14-B7F0-A75C958332C4}"/>
              </a:ext>
            </a:extLst>
          </p:cNvPr>
          <p:cNvSpPr/>
          <p:nvPr/>
        </p:nvSpPr>
        <p:spPr>
          <a:xfrm>
            <a:off x="3387446" y="5178096"/>
            <a:ext cx="558582" cy="263732"/>
          </a:xfrm>
          <a:prstGeom prst="roundRect">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GDIS</a:t>
            </a:r>
          </a:p>
        </p:txBody>
      </p:sp>
      <p:sp>
        <p:nvSpPr>
          <p:cNvPr id="62" name="Rectangle: Rounded Corners 61">
            <a:extLst>
              <a:ext uri="{FF2B5EF4-FFF2-40B4-BE49-F238E27FC236}">
                <a16:creationId xmlns:a16="http://schemas.microsoft.com/office/drawing/2014/main" id="{C8FF32AD-B2D0-8DAD-B867-145A7DEEFE59}"/>
              </a:ext>
            </a:extLst>
          </p:cNvPr>
          <p:cNvSpPr/>
          <p:nvPr/>
        </p:nvSpPr>
        <p:spPr>
          <a:xfrm>
            <a:off x="4886655" y="4896224"/>
            <a:ext cx="464165" cy="191942"/>
          </a:xfrm>
          <a:prstGeom prst="roundRect">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CPI</a:t>
            </a:r>
          </a:p>
        </p:txBody>
      </p:sp>
      <p:sp>
        <p:nvSpPr>
          <p:cNvPr id="63" name="Rectangle: Rounded Corners 62">
            <a:extLst>
              <a:ext uri="{FF2B5EF4-FFF2-40B4-BE49-F238E27FC236}">
                <a16:creationId xmlns:a16="http://schemas.microsoft.com/office/drawing/2014/main" id="{EC9390A4-378B-9CD6-54C0-9FF7B137D3F4}"/>
              </a:ext>
            </a:extLst>
          </p:cNvPr>
          <p:cNvSpPr/>
          <p:nvPr/>
        </p:nvSpPr>
        <p:spPr>
          <a:xfrm>
            <a:off x="4524361" y="5136382"/>
            <a:ext cx="612865" cy="348471"/>
          </a:xfrm>
          <a:prstGeom prst="roundRect">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TS (Civic)</a:t>
            </a:r>
          </a:p>
        </p:txBody>
      </p:sp>
      <p:sp>
        <p:nvSpPr>
          <p:cNvPr id="64" name="Rectangle: Rounded Corners 63">
            <a:extLst>
              <a:ext uri="{FF2B5EF4-FFF2-40B4-BE49-F238E27FC236}">
                <a16:creationId xmlns:a16="http://schemas.microsoft.com/office/drawing/2014/main" id="{7386BC7F-37E3-0504-930B-956BE5A6B872}"/>
              </a:ext>
            </a:extLst>
          </p:cNvPr>
          <p:cNvSpPr/>
          <p:nvPr/>
        </p:nvSpPr>
        <p:spPr>
          <a:xfrm>
            <a:off x="4889009" y="4565943"/>
            <a:ext cx="475803" cy="191941"/>
          </a:xfrm>
          <a:prstGeom prst="roundRect">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CSL</a:t>
            </a:r>
          </a:p>
        </p:txBody>
      </p:sp>
      <p:sp>
        <p:nvSpPr>
          <p:cNvPr id="65" name="Rectangle: Rounded Corners 64">
            <a:extLst>
              <a:ext uri="{FF2B5EF4-FFF2-40B4-BE49-F238E27FC236}">
                <a16:creationId xmlns:a16="http://schemas.microsoft.com/office/drawing/2014/main" id="{619CEA37-ABBB-6FC1-F8DA-98851B073B42}"/>
              </a:ext>
            </a:extLst>
          </p:cNvPr>
          <p:cNvSpPr/>
          <p:nvPr/>
        </p:nvSpPr>
        <p:spPr>
          <a:xfrm>
            <a:off x="4261219" y="4952173"/>
            <a:ext cx="466310" cy="191942"/>
          </a:xfrm>
          <a:prstGeom prst="roundRect">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PTR</a:t>
            </a:r>
          </a:p>
        </p:txBody>
      </p:sp>
      <p:sp>
        <p:nvSpPr>
          <p:cNvPr id="66" name="Rectangle: Rounded Corners 65">
            <a:extLst>
              <a:ext uri="{FF2B5EF4-FFF2-40B4-BE49-F238E27FC236}">
                <a16:creationId xmlns:a16="http://schemas.microsoft.com/office/drawing/2014/main" id="{4E9B1BAC-4421-D700-CB80-4A61BA108A19}"/>
              </a:ext>
            </a:extLst>
          </p:cNvPr>
          <p:cNvSpPr/>
          <p:nvPr/>
        </p:nvSpPr>
        <p:spPr>
          <a:xfrm>
            <a:off x="5674998" y="4507784"/>
            <a:ext cx="523478" cy="263732"/>
          </a:xfrm>
          <a:prstGeom prst="roundRect">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MVIS</a:t>
            </a:r>
          </a:p>
        </p:txBody>
      </p:sp>
      <p:sp>
        <p:nvSpPr>
          <p:cNvPr id="67" name="Rectangle: Rounded Corners 66">
            <a:extLst>
              <a:ext uri="{FF2B5EF4-FFF2-40B4-BE49-F238E27FC236}">
                <a16:creationId xmlns:a16="http://schemas.microsoft.com/office/drawing/2014/main" id="{9CAAD4BF-3EF0-6930-D261-995682A50B49}"/>
              </a:ext>
            </a:extLst>
          </p:cNvPr>
          <p:cNvSpPr/>
          <p:nvPr/>
        </p:nvSpPr>
        <p:spPr>
          <a:xfrm>
            <a:off x="5801395" y="4807522"/>
            <a:ext cx="830419" cy="329621"/>
          </a:xfrm>
          <a:prstGeom prst="roundRect">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Drift Detection</a:t>
            </a:r>
          </a:p>
        </p:txBody>
      </p:sp>
      <p:sp>
        <p:nvSpPr>
          <p:cNvPr id="68" name="Rectangle: Rounded Corners 67">
            <a:extLst>
              <a:ext uri="{FF2B5EF4-FFF2-40B4-BE49-F238E27FC236}">
                <a16:creationId xmlns:a16="http://schemas.microsoft.com/office/drawing/2014/main" id="{26FED59A-75AD-6E3F-9F01-9F58ABEF897A}"/>
              </a:ext>
            </a:extLst>
          </p:cNvPr>
          <p:cNvSpPr/>
          <p:nvPr/>
        </p:nvSpPr>
        <p:spPr>
          <a:xfrm>
            <a:off x="5676622" y="5170952"/>
            <a:ext cx="1028823" cy="305664"/>
          </a:xfrm>
          <a:prstGeom prst="roundRect">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Incentive Metrics Engine</a:t>
            </a:r>
          </a:p>
        </p:txBody>
      </p:sp>
      <p:sp>
        <p:nvSpPr>
          <p:cNvPr id="69" name="Rectangle: Rounded Corners 68">
            <a:extLst>
              <a:ext uri="{FF2B5EF4-FFF2-40B4-BE49-F238E27FC236}">
                <a16:creationId xmlns:a16="http://schemas.microsoft.com/office/drawing/2014/main" id="{592C25DB-BF1E-AF1B-BEE0-EE19EA5F778D}"/>
              </a:ext>
            </a:extLst>
          </p:cNvPr>
          <p:cNvSpPr/>
          <p:nvPr/>
        </p:nvSpPr>
        <p:spPr>
          <a:xfrm>
            <a:off x="6989300" y="4500120"/>
            <a:ext cx="926596" cy="329772"/>
          </a:xfrm>
          <a:prstGeom prst="roundRect">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Resource Metrics</a:t>
            </a:r>
          </a:p>
        </p:txBody>
      </p:sp>
      <p:sp>
        <p:nvSpPr>
          <p:cNvPr id="70" name="Rectangle: Rounded Corners 69">
            <a:extLst>
              <a:ext uri="{FF2B5EF4-FFF2-40B4-BE49-F238E27FC236}">
                <a16:creationId xmlns:a16="http://schemas.microsoft.com/office/drawing/2014/main" id="{733F591B-3C52-C859-24F5-314F4A88FCDF}"/>
              </a:ext>
            </a:extLst>
          </p:cNvPr>
          <p:cNvSpPr/>
          <p:nvPr/>
        </p:nvSpPr>
        <p:spPr>
          <a:xfrm>
            <a:off x="7058305" y="4892456"/>
            <a:ext cx="1002695" cy="236677"/>
          </a:xfrm>
          <a:prstGeom prst="roundRect">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Sustainability</a:t>
            </a:r>
          </a:p>
        </p:txBody>
      </p:sp>
      <p:sp>
        <p:nvSpPr>
          <p:cNvPr id="71" name="Rectangle: Rounded Corners 70">
            <a:extLst>
              <a:ext uri="{FF2B5EF4-FFF2-40B4-BE49-F238E27FC236}">
                <a16:creationId xmlns:a16="http://schemas.microsoft.com/office/drawing/2014/main" id="{E430B474-4904-EAEE-3120-8F15828B3498}"/>
              </a:ext>
            </a:extLst>
          </p:cNvPr>
          <p:cNvSpPr/>
          <p:nvPr/>
        </p:nvSpPr>
        <p:spPr>
          <a:xfrm>
            <a:off x="7160430" y="5187224"/>
            <a:ext cx="820097" cy="236677"/>
          </a:xfrm>
          <a:prstGeom prst="roundRect">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Efficiency</a:t>
            </a:r>
          </a:p>
        </p:txBody>
      </p:sp>
      <p:sp>
        <p:nvSpPr>
          <p:cNvPr id="72" name="Rectangle: Rounded Corners 71">
            <a:extLst>
              <a:ext uri="{FF2B5EF4-FFF2-40B4-BE49-F238E27FC236}">
                <a16:creationId xmlns:a16="http://schemas.microsoft.com/office/drawing/2014/main" id="{EDE96207-E21B-B099-3C60-18F69B08E471}"/>
              </a:ext>
            </a:extLst>
          </p:cNvPr>
          <p:cNvSpPr/>
          <p:nvPr/>
        </p:nvSpPr>
        <p:spPr>
          <a:xfrm>
            <a:off x="8368725" y="4497731"/>
            <a:ext cx="667442" cy="191261"/>
          </a:xfrm>
          <a:prstGeom prst="roundRect">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PBMS</a:t>
            </a:r>
          </a:p>
        </p:txBody>
      </p:sp>
      <p:sp>
        <p:nvSpPr>
          <p:cNvPr id="73" name="Rectangle: Rounded Corners 72">
            <a:extLst>
              <a:ext uri="{FF2B5EF4-FFF2-40B4-BE49-F238E27FC236}">
                <a16:creationId xmlns:a16="http://schemas.microsoft.com/office/drawing/2014/main" id="{D582BE31-F419-D340-6B89-7A58E3224E55}"/>
              </a:ext>
            </a:extLst>
          </p:cNvPr>
          <p:cNvSpPr/>
          <p:nvPr/>
        </p:nvSpPr>
        <p:spPr>
          <a:xfrm>
            <a:off x="8527472" y="4748413"/>
            <a:ext cx="813804" cy="337392"/>
          </a:xfrm>
          <a:prstGeom prst="roundRect">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Ecological Stress</a:t>
            </a:r>
          </a:p>
        </p:txBody>
      </p:sp>
      <p:sp>
        <p:nvSpPr>
          <p:cNvPr id="74" name="Rectangle: Rounded Corners 73">
            <a:extLst>
              <a:ext uri="{FF2B5EF4-FFF2-40B4-BE49-F238E27FC236}">
                <a16:creationId xmlns:a16="http://schemas.microsoft.com/office/drawing/2014/main" id="{5F1AEE25-1C8E-A62D-837D-B761EB5B8564}"/>
              </a:ext>
            </a:extLst>
          </p:cNvPr>
          <p:cNvSpPr/>
          <p:nvPr/>
        </p:nvSpPr>
        <p:spPr>
          <a:xfrm>
            <a:off x="8533116" y="5136382"/>
            <a:ext cx="861624" cy="337392"/>
          </a:xfrm>
          <a:prstGeom prst="roundRect">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Ecological Restoration</a:t>
            </a:r>
          </a:p>
        </p:txBody>
      </p:sp>
      <p:sp>
        <p:nvSpPr>
          <p:cNvPr id="75" name="Rectangle: Rounded Corners 74">
            <a:extLst>
              <a:ext uri="{FF2B5EF4-FFF2-40B4-BE49-F238E27FC236}">
                <a16:creationId xmlns:a16="http://schemas.microsoft.com/office/drawing/2014/main" id="{79F9EC22-3036-59C5-5D6C-ED8F460FEA8A}"/>
              </a:ext>
            </a:extLst>
          </p:cNvPr>
          <p:cNvSpPr/>
          <p:nvPr/>
        </p:nvSpPr>
        <p:spPr>
          <a:xfrm>
            <a:off x="9828354" y="5040752"/>
            <a:ext cx="401023"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SIF</a:t>
            </a:r>
          </a:p>
        </p:txBody>
      </p:sp>
      <p:sp>
        <p:nvSpPr>
          <p:cNvPr id="76" name="Rectangle: Rounded Corners 75">
            <a:extLst>
              <a:ext uri="{FF2B5EF4-FFF2-40B4-BE49-F238E27FC236}">
                <a16:creationId xmlns:a16="http://schemas.microsoft.com/office/drawing/2014/main" id="{E4DC3327-9D3A-5F80-96E7-D68CBA50CF25}"/>
              </a:ext>
            </a:extLst>
          </p:cNvPr>
          <p:cNvSpPr/>
          <p:nvPr/>
        </p:nvSpPr>
        <p:spPr>
          <a:xfrm>
            <a:off x="9832703" y="4508563"/>
            <a:ext cx="951311"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CSDM (Meta)</a:t>
            </a:r>
          </a:p>
        </p:txBody>
      </p:sp>
      <p:sp>
        <p:nvSpPr>
          <p:cNvPr id="77" name="Rectangle: Rounded Corners 76">
            <a:extLst>
              <a:ext uri="{FF2B5EF4-FFF2-40B4-BE49-F238E27FC236}">
                <a16:creationId xmlns:a16="http://schemas.microsoft.com/office/drawing/2014/main" id="{EA4631A7-F2D6-5DD6-E503-C0CE49B0225F}"/>
              </a:ext>
            </a:extLst>
          </p:cNvPr>
          <p:cNvSpPr/>
          <p:nvPr/>
        </p:nvSpPr>
        <p:spPr>
          <a:xfrm>
            <a:off x="9832703" y="4774038"/>
            <a:ext cx="899093"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SEM (Meta)</a:t>
            </a:r>
          </a:p>
        </p:txBody>
      </p:sp>
      <p:sp>
        <p:nvSpPr>
          <p:cNvPr id="78" name="Rectangle: Rounded Corners 77">
            <a:extLst>
              <a:ext uri="{FF2B5EF4-FFF2-40B4-BE49-F238E27FC236}">
                <a16:creationId xmlns:a16="http://schemas.microsoft.com/office/drawing/2014/main" id="{AE969673-CE85-E40B-4C06-663A9E0FD6EB}"/>
              </a:ext>
            </a:extLst>
          </p:cNvPr>
          <p:cNvSpPr/>
          <p:nvPr/>
        </p:nvSpPr>
        <p:spPr>
          <a:xfrm>
            <a:off x="10278379" y="5040752"/>
            <a:ext cx="483829"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LTR</a:t>
            </a:r>
          </a:p>
        </p:txBody>
      </p:sp>
      <p:sp>
        <p:nvSpPr>
          <p:cNvPr id="79" name="Rectangle: Rounded Corners 78">
            <a:extLst>
              <a:ext uri="{FF2B5EF4-FFF2-40B4-BE49-F238E27FC236}">
                <a16:creationId xmlns:a16="http://schemas.microsoft.com/office/drawing/2014/main" id="{062E3CCB-5AD6-DD05-FCF7-4F76287C277D}"/>
              </a:ext>
            </a:extLst>
          </p:cNvPr>
          <p:cNvSpPr/>
          <p:nvPr/>
        </p:nvSpPr>
        <p:spPr>
          <a:xfrm>
            <a:off x="10010535" y="5285564"/>
            <a:ext cx="587191"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CHIAE</a:t>
            </a:r>
          </a:p>
        </p:txBody>
      </p:sp>
      <p:sp>
        <p:nvSpPr>
          <p:cNvPr id="80" name="Rectangle: Rounded Corners 79">
            <a:extLst>
              <a:ext uri="{FF2B5EF4-FFF2-40B4-BE49-F238E27FC236}">
                <a16:creationId xmlns:a16="http://schemas.microsoft.com/office/drawing/2014/main" id="{0D75CB22-E57B-2041-9D55-106589B10321}"/>
              </a:ext>
            </a:extLst>
          </p:cNvPr>
          <p:cNvSpPr/>
          <p:nvPr/>
        </p:nvSpPr>
        <p:spPr>
          <a:xfrm>
            <a:off x="11189696" y="4484682"/>
            <a:ext cx="966539" cy="191261"/>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CHIAE (MVS)</a:t>
            </a:r>
          </a:p>
        </p:txBody>
      </p:sp>
      <p:sp>
        <p:nvSpPr>
          <p:cNvPr id="81" name="Rectangle: Rounded Corners 80">
            <a:extLst>
              <a:ext uri="{FF2B5EF4-FFF2-40B4-BE49-F238E27FC236}">
                <a16:creationId xmlns:a16="http://schemas.microsoft.com/office/drawing/2014/main" id="{76A65E97-63B2-79AF-5AC7-6F174831F25F}"/>
              </a:ext>
            </a:extLst>
          </p:cNvPr>
          <p:cNvSpPr/>
          <p:nvPr/>
        </p:nvSpPr>
        <p:spPr>
          <a:xfrm>
            <a:off x="11188257" y="4707488"/>
            <a:ext cx="842293" cy="191261"/>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SEM (MVS)</a:t>
            </a:r>
          </a:p>
        </p:txBody>
      </p:sp>
      <p:sp>
        <p:nvSpPr>
          <p:cNvPr id="82" name="Rectangle: Rounded Corners 81">
            <a:extLst>
              <a:ext uri="{FF2B5EF4-FFF2-40B4-BE49-F238E27FC236}">
                <a16:creationId xmlns:a16="http://schemas.microsoft.com/office/drawing/2014/main" id="{CDE2095B-550F-1C36-0036-BC1183ED3134}"/>
              </a:ext>
            </a:extLst>
          </p:cNvPr>
          <p:cNvSpPr/>
          <p:nvPr/>
        </p:nvSpPr>
        <p:spPr>
          <a:xfrm>
            <a:off x="11758750" y="5144115"/>
            <a:ext cx="607117" cy="303199"/>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RFL (MVS)</a:t>
            </a:r>
          </a:p>
        </p:txBody>
      </p:sp>
      <p:sp>
        <p:nvSpPr>
          <p:cNvPr id="83" name="Rectangle: Rounded Corners 82">
            <a:extLst>
              <a:ext uri="{FF2B5EF4-FFF2-40B4-BE49-F238E27FC236}">
                <a16:creationId xmlns:a16="http://schemas.microsoft.com/office/drawing/2014/main" id="{7A70CD46-3144-1579-82EF-6138EEF75215}"/>
              </a:ext>
            </a:extLst>
          </p:cNvPr>
          <p:cNvSpPr/>
          <p:nvPr/>
        </p:nvSpPr>
        <p:spPr>
          <a:xfrm>
            <a:off x="11188256" y="4927904"/>
            <a:ext cx="966539" cy="191261"/>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CSDM (MVS)</a:t>
            </a:r>
          </a:p>
        </p:txBody>
      </p:sp>
      <p:sp>
        <p:nvSpPr>
          <p:cNvPr id="84" name="Rectangle: Rounded Corners 83">
            <a:extLst>
              <a:ext uri="{FF2B5EF4-FFF2-40B4-BE49-F238E27FC236}">
                <a16:creationId xmlns:a16="http://schemas.microsoft.com/office/drawing/2014/main" id="{D93A3489-F333-6677-1AE2-4470726A68BF}"/>
              </a:ext>
            </a:extLst>
          </p:cNvPr>
          <p:cNvSpPr/>
          <p:nvPr/>
        </p:nvSpPr>
        <p:spPr>
          <a:xfrm>
            <a:off x="11046315" y="5132602"/>
            <a:ext cx="670763" cy="337705"/>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LTR (MVS)</a:t>
            </a:r>
          </a:p>
        </p:txBody>
      </p:sp>
      <p:sp>
        <p:nvSpPr>
          <p:cNvPr id="85" name="Rectangle: Rounded Corners 84">
            <a:extLst>
              <a:ext uri="{FF2B5EF4-FFF2-40B4-BE49-F238E27FC236}">
                <a16:creationId xmlns:a16="http://schemas.microsoft.com/office/drawing/2014/main" id="{A7D1EEED-7748-F002-7DEE-F296DD4069A2}"/>
              </a:ext>
            </a:extLst>
          </p:cNvPr>
          <p:cNvSpPr/>
          <p:nvPr/>
        </p:nvSpPr>
        <p:spPr>
          <a:xfrm>
            <a:off x="12600119" y="4516227"/>
            <a:ext cx="899093" cy="291295"/>
          </a:xfrm>
          <a:prstGeom prst="roundRect">
            <a:avLst/>
          </a:prstGeom>
          <a:solidFill>
            <a:srgbClr val="455A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Standards Registry</a:t>
            </a:r>
          </a:p>
        </p:txBody>
      </p:sp>
      <p:sp>
        <p:nvSpPr>
          <p:cNvPr id="86" name="Rectangle: Rounded Corners 85">
            <a:extLst>
              <a:ext uri="{FF2B5EF4-FFF2-40B4-BE49-F238E27FC236}">
                <a16:creationId xmlns:a16="http://schemas.microsoft.com/office/drawing/2014/main" id="{35BB5DCE-715B-8798-4102-EE1B4361A7E9}"/>
              </a:ext>
            </a:extLst>
          </p:cNvPr>
          <p:cNvSpPr/>
          <p:nvPr/>
        </p:nvSpPr>
        <p:spPr>
          <a:xfrm>
            <a:off x="12587044" y="4852820"/>
            <a:ext cx="899093" cy="291295"/>
          </a:xfrm>
          <a:prstGeom prst="roundRect">
            <a:avLst/>
          </a:prstGeom>
          <a:solidFill>
            <a:srgbClr val="455A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SIF (Standards)</a:t>
            </a:r>
          </a:p>
        </p:txBody>
      </p:sp>
      <p:sp>
        <p:nvSpPr>
          <p:cNvPr id="87" name="Rectangle: Rounded Corners 86">
            <a:extLst>
              <a:ext uri="{FF2B5EF4-FFF2-40B4-BE49-F238E27FC236}">
                <a16:creationId xmlns:a16="http://schemas.microsoft.com/office/drawing/2014/main" id="{A275C580-6CBB-94A3-BC8B-D6165A87EA0A}"/>
              </a:ext>
            </a:extLst>
          </p:cNvPr>
          <p:cNvSpPr/>
          <p:nvPr/>
        </p:nvSpPr>
        <p:spPr>
          <a:xfrm>
            <a:off x="12600118" y="5191213"/>
            <a:ext cx="899093" cy="291295"/>
          </a:xfrm>
          <a:prstGeom prst="roundRect">
            <a:avLst/>
          </a:prstGeom>
          <a:solidFill>
            <a:srgbClr val="455A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SEM (Standards)</a:t>
            </a:r>
          </a:p>
        </p:txBody>
      </p:sp>
      <p:sp>
        <p:nvSpPr>
          <p:cNvPr id="88" name="Hexagon 87">
            <a:extLst>
              <a:ext uri="{FF2B5EF4-FFF2-40B4-BE49-F238E27FC236}">
                <a16:creationId xmlns:a16="http://schemas.microsoft.com/office/drawing/2014/main" id="{0DB54554-2B0B-E331-8270-9EA2DEC05EB8}"/>
              </a:ext>
            </a:extLst>
          </p:cNvPr>
          <p:cNvSpPr/>
          <p:nvPr/>
        </p:nvSpPr>
        <p:spPr>
          <a:xfrm>
            <a:off x="634594" y="4113623"/>
            <a:ext cx="559689" cy="244830"/>
          </a:xfrm>
          <a:prstGeom prst="hexagon">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GIA</a:t>
            </a:r>
          </a:p>
        </p:txBody>
      </p:sp>
      <p:sp>
        <p:nvSpPr>
          <p:cNvPr id="89" name="Hexagon 88">
            <a:extLst>
              <a:ext uri="{FF2B5EF4-FFF2-40B4-BE49-F238E27FC236}">
                <a16:creationId xmlns:a16="http://schemas.microsoft.com/office/drawing/2014/main" id="{1235A1A3-0167-B0CC-F9F9-EEE35D384439}"/>
              </a:ext>
            </a:extLst>
          </p:cNvPr>
          <p:cNvSpPr/>
          <p:nvPr/>
        </p:nvSpPr>
        <p:spPr>
          <a:xfrm>
            <a:off x="190395" y="3843417"/>
            <a:ext cx="504913" cy="244830"/>
          </a:xfrm>
          <a:prstGeom prst="hexagon">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GIT</a:t>
            </a:r>
          </a:p>
        </p:txBody>
      </p:sp>
      <p:sp>
        <p:nvSpPr>
          <p:cNvPr id="90" name="Hexagon 89">
            <a:extLst>
              <a:ext uri="{FF2B5EF4-FFF2-40B4-BE49-F238E27FC236}">
                <a16:creationId xmlns:a16="http://schemas.microsoft.com/office/drawing/2014/main" id="{EE7F8B13-444C-73E8-0F9F-D4BD3ABBBCE8}"/>
              </a:ext>
            </a:extLst>
          </p:cNvPr>
          <p:cNvSpPr/>
          <p:nvPr/>
        </p:nvSpPr>
        <p:spPr>
          <a:xfrm>
            <a:off x="695308" y="3670831"/>
            <a:ext cx="497118" cy="244830"/>
          </a:xfrm>
          <a:prstGeom prst="hexagon">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GIC</a:t>
            </a:r>
          </a:p>
        </p:txBody>
      </p:sp>
      <p:sp>
        <p:nvSpPr>
          <p:cNvPr id="91" name="Hexagon 90">
            <a:extLst>
              <a:ext uri="{FF2B5EF4-FFF2-40B4-BE49-F238E27FC236}">
                <a16:creationId xmlns:a16="http://schemas.microsoft.com/office/drawing/2014/main" id="{1BC5D391-3504-AA9C-B13C-7D2393595CD6}"/>
              </a:ext>
            </a:extLst>
          </p:cNvPr>
          <p:cNvSpPr/>
          <p:nvPr/>
        </p:nvSpPr>
        <p:spPr>
          <a:xfrm>
            <a:off x="1626759" y="3405092"/>
            <a:ext cx="623215" cy="244830"/>
          </a:xfrm>
          <a:prstGeom prst="hexagon">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RIEW</a:t>
            </a:r>
          </a:p>
        </p:txBody>
      </p:sp>
      <p:sp>
        <p:nvSpPr>
          <p:cNvPr id="92" name="Hexagon 91">
            <a:extLst>
              <a:ext uri="{FF2B5EF4-FFF2-40B4-BE49-F238E27FC236}">
                <a16:creationId xmlns:a16="http://schemas.microsoft.com/office/drawing/2014/main" id="{43AD6F2F-EE39-3AFD-E450-2E880D44CE09}"/>
              </a:ext>
            </a:extLst>
          </p:cNvPr>
          <p:cNvSpPr/>
          <p:nvPr/>
        </p:nvSpPr>
        <p:spPr>
          <a:xfrm>
            <a:off x="1837163" y="3713884"/>
            <a:ext cx="533594" cy="244830"/>
          </a:xfrm>
          <a:prstGeom prst="hexagon">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RIC</a:t>
            </a:r>
          </a:p>
        </p:txBody>
      </p:sp>
      <p:sp>
        <p:nvSpPr>
          <p:cNvPr id="93" name="Hexagon 92">
            <a:extLst>
              <a:ext uri="{FF2B5EF4-FFF2-40B4-BE49-F238E27FC236}">
                <a16:creationId xmlns:a16="http://schemas.microsoft.com/office/drawing/2014/main" id="{20A3A3A0-CA4F-CC41-BEFC-ADDD2F8651AC}"/>
              </a:ext>
            </a:extLst>
          </p:cNvPr>
          <p:cNvSpPr/>
          <p:nvPr/>
        </p:nvSpPr>
        <p:spPr>
          <a:xfrm>
            <a:off x="2123669" y="4060118"/>
            <a:ext cx="494175" cy="244830"/>
          </a:xfrm>
          <a:prstGeom prst="hexagon">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RIS</a:t>
            </a:r>
          </a:p>
        </p:txBody>
      </p:sp>
      <p:sp>
        <p:nvSpPr>
          <p:cNvPr id="95" name="Hexagon 94">
            <a:extLst>
              <a:ext uri="{FF2B5EF4-FFF2-40B4-BE49-F238E27FC236}">
                <a16:creationId xmlns:a16="http://schemas.microsoft.com/office/drawing/2014/main" id="{7C1A7256-3E53-645B-C85A-C2E2CE9AAC43}"/>
              </a:ext>
            </a:extLst>
          </p:cNvPr>
          <p:cNvSpPr/>
          <p:nvPr/>
        </p:nvSpPr>
        <p:spPr>
          <a:xfrm>
            <a:off x="2986480" y="3426001"/>
            <a:ext cx="634371" cy="244830"/>
          </a:xfrm>
          <a:prstGeom prst="hexagon">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DIIV</a:t>
            </a:r>
          </a:p>
        </p:txBody>
      </p:sp>
      <p:sp>
        <p:nvSpPr>
          <p:cNvPr id="96" name="Hexagon 95">
            <a:extLst>
              <a:ext uri="{FF2B5EF4-FFF2-40B4-BE49-F238E27FC236}">
                <a16:creationId xmlns:a16="http://schemas.microsoft.com/office/drawing/2014/main" id="{788E6F57-DE4B-4BFB-9970-80F1BBC44362}"/>
              </a:ext>
            </a:extLst>
          </p:cNvPr>
          <p:cNvSpPr/>
          <p:nvPr/>
        </p:nvSpPr>
        <p:spPr>
          <a:xfrm>
            <a:off x="3088572" y="3764434"/>
            <a:ext cx="634371" cy="244830"/>
          </a:xfrm>
          <a:prstGeom prst="hexagon">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DIIA</a:t>
            </a:r>
          </a:p>
        </p:txBody>
      </p:sp>
      <p:sp>
        <p:nvSpPr>
          <p:cNvPr id="97" name="Hexagon 96">
            <a:extLst>
              <a:ext uri="{FF2B5EF4-FFF2-40B4-BE49-F238E27FC236}">
                <a16:creationId xmlns:a16="http://schemas.microsoft.com/office/drawing/2014/main" id="{FA51F6EA-5C07-06AD-00AD-77C2FE340B17}"/>
              </a:ext>
            </a:extLst>
          </p:cNvPr>
          <p:cNvSpPr/>
          <p:nvPr/>
        </p:nvSpPr>
        <p:spPr>
          <a:xfrm>
            <a:off x="3304149" y="4112446"/>
            <a:ext cx="634371" cy="244830"/>
          </a:xfrm>
          <a:prstGeom prst="hexagon">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DIIC</a:t>
            </a:r>
          </a:p>
        </p:txBody>
      </p:sp>
      <p:sp>
        <p:nvSpPr>
          <p:cNvPr id="98" name="Hexagon 97">
            <a:extLst>
              <a:ext uri="{FF2B5EF4-FFF2-40B4-BE49-F238E27FC236}">
                <a16:creationId xmlns:a16="http://schemas.microsoft.com/office/drawing/2014/main" id="{3792CF58-9800-CFFC-7A0E-FE4BD64ED2DF}"/>
              </a:ext>
            </a:extLst>
          </p:cNvPr>
          <p:cNvSpPr/>
          <p:nvPr/>
        </p:nvSpPr>
        <p:spPr>
          <a:xfrm>
            <a:off x="4329389" y="3417957"/>
            <a:ext cx="518911" cy="244830"/>
          </a:xfrm>
          <a:prstGeom prst="hexagon">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CIP</a:t>
            </a:r>
          </a:p>
        </p:txBody>
      </p:sp>
      <p:sp>
        <p:nvSpPr>
          <p:cNvPr id="99" name="Hexagon 98">
            <a:extLst>
              <a:ext uri="{FF2B5EF4-FFF2-40B4-BE49-F238E27FC236}">
                <a16:creationId xmlns:a16="http://schemas.microsoft.com/office/drawing/2014/main" id="{BD42368E-F068-20C4-DB50-02C9E436B88D}"/>
              </a:ext>
            </a:extLst>
          </p:cNvPr>
          <p:cNvSpPr/>
          <p:nvPr/>
        </p:nvSpPr>
        <p:spPr>
          <a:xfrm>
            <a:off x="4844942" y="3655696"/>
            <a:ext cx="518911" cy="244830"/>
          </a:xfrm>
          <a:prstGeom prst="hexagon">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CIT</a:t>
            </a:r>
          </a:p>
        </p:txBody>
      </p:sp>
      <p:sp>
        <p:nvSpPr>
          <p:cNvPr id="100" name="Hexagon 99">
            <a:extLst>
              <a:ext uri="{FF2B5EF4-FFF2-40B4-BE49-F238E27FC236}">
                <a16:creationId xmlns:a16="http://schemas.microsoft.com/office/drawing/2014/main" id="{2099E300-DFA6-EA93-D830-F96F5782F449}"/>
              </a:ext>
            </a:extLst>
          </p:cNvPr>
          <p:cNvSpPr/>
          <p:nvPr/>
        </p:nvSpPr>
        <p:spPr>
          <a:xfrm>
            <a:off x="5001685" y="4007922"/>
            <a:ext cx="518911" cy="244830"/>
          </a:xfrm>
          <a:prstGeom prst="hexagon">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CIC</a:t>
            </a:r>
          </a:p>
        </p:txBody>
      </p:sp>
      <p:sp>
        <p:nvSpPr>
          <p:cNvPr id="101" name="Hexagon 100">
            <a:extLst>
              <a:ext uri="{FF2B5EF4-FFF2-40B4-BE49-F238E27FC236}">
                <a16:creationId xmlns:a16="http://schemas.microsoft.com/office/drawing/2014/main" id="{0FE50454-8930-D579-2BAB-F72FFBBD8825}"/>
              </a:ext>
            </a:extLst>
          </p:cNvPr>
          <p:cNvSpPr/>
          <p:nvPr/>
        </p:nvSpPr>
        <p:spPr>
          <a:xfrm>
            <a:off x="5709115" y="3405092"/>
            <a:ext cx="518911" cy="244830"/>
          </a:xfrm>
          <a:prstGeom prst="hexagon">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IIA</a:t>
            </a:r>
          </a:p>
        </p:txBody>
      </p:sp>
      <p:sp>
        <p:nvSpPr>
          <p:cNvPr id="102" name="Hexagon 101">
            <a:extLst>
              <a:ext uri="{FF2B5EF4-FFF2-40B4-BE49-F238E27FC236}">
                <a16:creationId xmlns:a16="http://schemas.microsoft.com/office/drawing/2014/main" id="{CFE4C23F-3133-6FF8-C26B-B53DCE8F42D0}"/>
              </a:ext>
            </a:extLst>
          </p:cNvPr>
          <p:cNvSpPr/>
          <p:nvPr/>
        </p:nvSpPr>
        <p:spPr>
          <a:xfrm>
            <a:off x="5910276" y="3726012"/>
            <a:ext cx="559481" cy="244830"/>
          </a:xfrm>
          <a:prstGeom prst="hexagon">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IIDC</a:t>
            </a:r>
          </a:p>
        </p:txBody>
      </p:sp>
      <p:sp>
        <p:nvSpPr>
          <p:cNvPr id="103" name="Hexagon 102">
            <a:extLst>
              <a:ext uri="{FF2B5EF4-FFF2-40B4-BE49-F238E27FC236}">
                <a16:creationId xmlns:a16="http://schemas.microsoft.com/office/drawing/2014/main" id="{E8C22B23-6BFC-E3BA-EC6C-DB2CE169447D}"/>
              </a:ext>
            </a:extLst>
          </p:cNvPr>
          <p:cNvSpPr/>
          <p:nvPr/>
        </p:nvSpPr>
        <p:spPr>
          <a:xfrm>
            <a:off x="6154122" y="4060466"/>
            <a:ext cx="518911" cy="244830"/>
          </a:xfrm>
          <a:prstGeom prst="hexagon">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IIB</a:t>
            </a:r>
          </a:p>
        </p:txBody>
      </p:sp>
      <p:sp>
        <p:nvSpPr>
          <p:cNvPr id="104" name="Hexagon 103">
            <a:extLst>
              <a:ext uri="{FF2B5EF4-FFF2-40B4-BE49-F238E27FC236}">
                <a16:creationId xmlns:a16="http://schemas.microsoft.com/office/drawing/2014/main" id="{35A903E9-F7E4-2FB2-B4F3-078148C5683B}"/>
              </a:ext>
            </a:extLst>
          </p:cNvPr>
          <p:cNvSpPr/>
          <p:nvPr/>
        </p:nvSpPr>
        <p:spPr>
          <a:xfrm>
            <a:off x="7083547" y="3404539"/>
            <a:ext cx="656488" cy="244830"/>
          </a:xfrm>
          <a:prstGeom prst="hexagon">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RSIA</a:t>
            </a:r>
          </a:p>
        </p:txBody>
      </p:sp>
      <p:sp>
        <p:nvSpPr>
          <p:cNvPr id="105" name="Hexagon 104">
            <a:extLst>
              <a:ext uri="{FF2B5EF4-FFF2-40B4-BE49-F238E27FC236}">
                <a16:creationId xmlns:a16="http://schemas.microsoft.com/office/drawing/2014/main" id="{02DFABB3-DDDD-CE3B-31E5-2D28C3173BEF}"/>
              </a:ext>
            </a:extLst>
          </p:cNvPr>
          <p:cNvSpPr/>
          <p:nvPr/>
        </p:nvSpPr>
        <p:spPr>
          <a:xfrm>
            <a:off x="7238349" y="3743198"/>
            <a:ext cx="656488" cy="244830"/>
          </a:xfrm>
          <a:prstGeom prst="hexagon">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RSIS</a:t>
            </a:r>
          </a:p>
        </p:txBody>
      </p:sp>
      <p:sp>
        <p:nvSpPr>
          <p:cNvPr id="106" name="Hexagon 105">
            <a:extLst>
              <a:ext uri="{FF2B5EF4-FFF2-40B4-BE49-F238E27FC236}">
                <a16:creationId xmlns:a16="http://schemas.microsoft.com/office/drawing/2014/main" id="{7B39C0C5-498D-46CC-9218-DCA78BAD812B}"/>
              </a:ext>
            </a:extLst>
          </p:cNvPr>
          <p:cNvSpPr/>
          <p:nvPr/>
        </p:nvSpPr>
        <p:spPr>
          <a:xfrm>
            <a:off x="7404512" y="4067427"/>
            <a:ext cx="656488" cy="244830"/>
          </a:xfrm>
          <a:prstGeom prst="hexagon">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RSIE</a:t>
            </a:r>
          </a:p>
        </p:txBody>
      </p:sp>
      <p:sp>
        <p:nvSpPr>
          <p:cNvPr id="107" name="Hexagon 106">
            <a:extLst>
              <a:ext uri="{FF2B5EF4-FFF2-40B4-BE49-F238E27FC236}">
                <a16:creationId xmlns:a16="http://schemas.microsoft.com/office/drawing/2014/main" id="{C1D5859A-B0F8-5E40-2814-26A5B2452C90}"/>
              </a:ext>
            </a:extLst>
          </p:cNvPr>
          <p:cNvSpPr/>
          <p:nvPr/>
        </p:nvSpPr>
        <p:spPr>
          <a:xfrm>
            <a:off x="8447490" y="3415453"/>
            <a:ext cx="552559" cy="244830"/>
          </a:xfrm>
          <a:prstGeom prst="hexagon">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EIB</a:t>
            </a:r>
          </a:p>
        </p:txBody>
      </p:sp>
      <p:sp>
        <p:nvSpPr>
          <p:cNvPr id="108" name="Hexagon 107">
            <a:extLst>
              <a:ext uri="{FF2B5EF4-FFF2-40B4-BE49-F238E27FC236}">
                <a16:creationId xmlns:a16="http://schemas.microsoft.com/office/drawing/2014/main" id="{C64E28D6-0165-69BF-AAD1-2E8FAF18082D}"/>
              </a:ext>
            </a:extLst>
          </p:cNvPr>
          <p:cNvSpPr/>
          <p:nvPr/>
        </p:nvSpPr>
        <p:spPr>
          <a:xfrm>
            <a:off x="8889286" y="3731219"/>
            <a:ext cx="598515" cy="244830"/>
          </a:xfrm>
          <a:prstGeom prst="hexagon">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EISR</a:t>
            </a:r>
          </a:p>
        </p:txBody>
      </p:sp>
      <p:sp>
        <p:nvSpPr>
          <p:cNvPr id="109" name="Hexagon 108">
            <a:extLst>
              <a:ext uri="{FF2B5EF4-FFF2-40B4-BE49-F238E27FC236}">
                <a16:creationId xmlns:a16="http://schemas.microsoft.com/office/drawing/2014/main" id="{7F5A2A03-828A-A2B7-CE86-9BD966F7C2E5}"/>
              </a:ext>
            </a:extLst>
          </p:cNvPr>
          <p:cNvSpPr/>
          <p:nvPr/>
        </p:nvSpPr>
        <p:spPr>
          <a:xfrm>
            <a:off x="8654592" y="4054173"/>
            <a:ext cx="552559" cy="244830"/>
          </a:xfrm>
          <a:prstGeom prst="hexagon">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EIR</a:t>
            </a:r>
          </a:p>
        </p:txBody>
      </p:sp>
      <p:sp>
        <p:nvSpPr>
          <p:cNvPr id="2" name="Hexagon 1">
            <a:extLst>
              <a:ext uri="{FF2B5EF4-FFF2-40B4-BE49-F238E27FC236}">
                <a16:creationId xmlns:a16="http://schemas.microsoft.com/office/drawing/2014/main" id="{BFECCF4F-AAD1-C6D6-73DF-91F34ABA642E}"/>
              </a:ext>
            </a:extLst>
          </p:cNvPr>
          <p:cNvSpPr/>
          <p:nvPr/>
        </p:nvSpPr>
        <p:spPr>
          <a:xfrm>
            <a:off x="9791083" y="3385160"/>
            <a:ext cx="552559" cy="244830"/>
          </a:xfrm>
          <a:prstGeom prst="hexagon">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MIII</a:t>
            </a:r>
          </a:p>
        </p:txBody>
      </p:sp>
      <p:sp>
        <p:nvSpPr>
          <p:cNvPr id="3" name="Hexagon 2">
            <a:extLst>
              <a:ext uri="{FF2B5EF4-FFF2-40B4-BE49-F238E27FC236}">
                <a16:creationId xmlns:a16="http://schemas.microsoft.com/office/drawing/2014/main" id="{EB241C66-472E-C0E1-15D5-7CD5EB4EA4C7}"/>
              </a:ext>
            </a:extLst>
          </p:cNvPr>
          <p:cNvSpPr/>
          <p:nvPr/>
        </p:nvSpPr>
        <p:spPr>
          <a:xfrm>
            <a:off x="9933102" y="3730317"/>
            <a:ext cx="587191" cy="244830"/>
          </a:xfrm>
          <a:prstGeom prst="hexagon">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MIID</a:t>
            </a:r>
          </a:p>
        </p:txBody>
      </p:sp>
      <p:sp>
        <p:nvSpPr>
          <p:cNvPr id="11" name="Hexagon 10">
            <a:extLst>
              <a:ext uri="{FF2B5EF4-FFF2-40B4-BE49-F238E27FC236}">
                <a16:creationId xmlns:a16="http://schemas.microsoft.com/office/drawing/2014/main" id="{E7ECD406-5F45-11D0-C2E0-EB30A8BC51C5}"/>
              </a:ext>
            </a:extLst>
          </p:cNvPr>
          <p:cNvSpPr/>
          <p:nvPr/>
        </p:nvSpPr>
        <p:spPr>
          <a:xfrm>
            <a:off x="10147370" y="4079496"/>
            <a:ext cx="651500" cy="244830"/>
          </a:xfrm>
          <a:prstGeom prst="hexagon">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MIISE</a:t>
            </a:r>
          </a:p>
        </p:txBody>
      </p:sp>
      <p:cxnSp>
        <p:nvCxnSpPr>
          <p:cNvPr id="15" name="Straight Arrow Connector 14">
            <a:extLst>
              <a:ext uri="{FF2B5EF4-FFF2-40B4-BE49-F238E27FC236}">
                <a16:creationId xmlns:a16="http://schemas.microsoft.com/office/drawing/2014/main" id="{006BF5C2-309E-97F7-1B29-EDC578E0BF03}"/>
              </a:ext>
            </a:extLst>
          </p:cNvPr>
          <p:cNvCxnSpPr>
            <a:stCxn id="37" idx="0"/>
            <a:endCxn id="38" idx="2"/>
          </p:cNvCxnSpPr>
          <p:nvPr/>
        </p:nvCxnSpPr>
        <p:spPr>
          <a:xfrm flipH="1" flipV="1">
            <a:off x="273752" y="3632423"/>
            <a:ext cx="129956" cy="883804"/>
          </a:xfrm>
          <a:prstGeom prst="straightConnector1">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cxnSp>
      <p:cxnSp>
        <p:nvCxnSpPr>
          <p:cNvPr id="16" name="Straight Arrow Connector 15">
            <a:extLst>
              <a:ext uri="{FF2B5EF4-FFF2-40B4-BE49-F238E27FC236}">
                <a16:creationId xmlns:a16="http://schemas.microsoft.com/office/drawing/2014/main" id="{2D4CE1C5-124F-B8C4-D5D6-9BFED3F4BF81}"/>
              </a:ext>
            </a:extLst>
          </p:cNvPr>
          <p:cNvCxnSpPr>
            <a:cxnSpLocks/>
            <a:stCxn id="53" idx="0"/>
            <a:endCxn id="90" idx="1"/>
          </p:cNvCxnSpPr>
          <p:nvPr/>
        </p:nvCxnSpPr>
        <p:spPr>
          <a:xfrm flipV="1">
            <a:off x="1029479" y="3915661"/>
            <a:ext cx="101740" cy="7742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D35A3E4-60E9-FFA9-7137-3AF18AB62791}"/>
              </a:ext>
            </a:extLst>
          </p:cNvPr>
          <p:cNvCxnSpPr>
            <a:cxnSpLocks/>
            <a:stCxn id="54" idx="0"/>
            <a:endCxn id="89" idx="1"/>
          </p:cNvCxnSpPr>
          <p:nvPr/>
        </p:nvCxnSpPr>
        <p:spPr>
          <a:xfrm flipV="1">
            <a:off x="476108" y="4088247"/>
            <a:ext cx="157993" cy="9372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B6F85750-0794-EE84-B0D9-60B577EA87CB}"/>
              </a:ext>
            </a:extLst>
          </p:cNvPr>
          <p:cNvCxnSpPr>
            <a:cxnSpLocks/>
            <a:stCxn id="55" idx="0"/>
            <a:endCxn id="88" idx="2"/>
          </p:cNvCxnSpPr>
          <p:nvPr/>
        </p:nvCxnSpPr>
        <p:spPr>
          <a:xfrm flipH="1" flipV="1">
            <a:off x="695802" y="4358453"/>
            <a:ext cx="238024" cy="9359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6E8D7ED9-8DA0-2DBA-9443-EAC50DB75B3E}"/>
              </a:ext>
            </a:extLst>
          </p:cNvPr>
          <p:cNvCxnSpPr>
            <a:cxnSpLocks/>
            <a:stCxn id="56" idx="0"/>
            <a:endCxn id="91" idx="2"/>
          </p:cNvCxnSpPr>
          <p:nvPr/>
        </p:nvCxnSpPr>
        <p:spPr>
          <a:xfrm flipH="1" flipV="1">
            <a:off x="1687967" y="3649922"/>
            <a:ext cx="129594" cy="822065"/>
          </a:xfrm>
          <a:prstGeom prst="straightConnector1">
            <a:avLst/>
          </a:prstGeom>
          <a:ln>
            <a:solidFill>
              <a:srgbClr val="C62828"/>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52D44665-D7CA-F601-F7ED-5A4D66FE5269}"/>
              </a:ext>
            </a:extLst>
          </p:cNvPr>
          <p:cNvCxnSpPr>
            <a:cxnSpLocks/>
            <a:stCxn id="58" idx="0"/>
            <a:endCxn id="93" idx="1"/>
          </p:cNvCxnSpPr>
          <p:nvPr/>
        </p:nvCxnSpPr>
        <p:spPr>
          <a:xfrm flipV="1">
            <a:off x="2312100" y="4304948"/>
            <a:ext cx="244537" cy="908348"/>
          </a:xfrm>
          <a:prstGeom prst="straightConnector1">
            <a:avLst/>
          </a:prstGeom>
          <a:ln>
            <a:solidFill>
              <a:srgbClr val="C62828"/>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Straight Arrow Connector 114">
            <a:extLst>
              <a:ext uri="{FF2B5EF4-FFF2-40B4-BE49-F238E27FC236}">
                <a16:creationId xmlns:a16="http://schemas.microsoft.com/office/drawing/2014/main" id="{1BB39ABB-ED1C-F88B-FD40-9D3E3AC1AEB4}"/>
              </a:ext>
            </a:extLst>
          </p:cNvPr>
          <p:cNvCxnSpPr>
            <a:cxnSpLocks/>
            <a:stCxn id="57" idx="0"/>
            <a:endCxn id="92" idx="2"/>
          </p:cNvCxnSpPr>
          <p:nvPr/>
        </p:nvCxnSpPr>
        <p:spPr>
          <a:xfrm flipH="1" flipV="1">
            <a:off x="1898371" y="3958714"/>
            <a:ext cx="152992" cy="928412"/>
          </a:xfrm>
          <a:prstGeom prst="straightConnector1">
            <a:avLst/>
          </a:prstGeom>
          <a:ln>
            <a:solidFill>
              <a:srgbClr val="C62828"/>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57A5510D-907E-4094-6A19-4335B6BAA7A4}"/>
              </a:ext>
            </a:extLst>
          </p:cNvPr>
          <p:cNvCxnSpPr>
            <a:cxnSpLocks/>
            <a:stCxn id="59" idx="0"/>
            <a:endCxn id="95" idx="2"/>
          </p:cNvCxnSpPr>
          <p:nvPr/>
        </p:nvCxnSpPr>
        <p:spPr>
          <a:xfrm flipH="1" flipV="1">
            <a:off x="3047688" y="3670831"/>
            <a:ext cx="174151" cy="785632"/>
          </a:xfrm>
          <a:prstGeom prst="straightConnector1">
            <a:avLst/>
          </a:prstGeom>
          <a:ln>
            <a:solidFill>
              <a:srgbClr val="1565C0"/>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Straight Arrow Connector 125">
            <a:extLst>
              <a:ext uri="{FF2B5EF4-FFF2-40B4-BE49-F238E27FC236}">
                <a16:creationId xmlns:a16="http://schemas.microsoft.com/office/drawing/2014/main" id="{C5BF48E0-A3AE-4302-9C03-DF5E4E1F0708}"/>
              </a:ext>
            </a:extLst>
          </p:cNvPr>
          <p:cNvCxnSpPr>
            <a:cxnSpLocks/>
            <a:stCxn id="60" idx="0"/>
            <a:endCxn id="96" idx="1"/>
          </p:cNvCxnSpPr>
          <p:nvPr/>
        </p:nvCxnSpPr>
        <p:spPr>
          <a:xfrm flipV="1">
            <a:off x="3453947" y="4009264"/>
            <a:ext cx="207789" cy="820628"/>
          </a:xfrm>
          <a:prstGeom prst="straightConnector1">
            <a:avLst/>
          </a:prstGeom>
          <a:ln>
            <a:solidFill>
              <a:srgbClr val="1565C0"/>
            </a:solidFill>
            <a:tailEnd type="triangle"/>
          </a:ln>
        </p:spPr>
        <p:style>
          <a:lnRef idx="2">
            <a:schemeClr val="accent1"/>
          </a:lnRef>
          <a:fillRef idx="0">
            <a:schemeClr val="accent1"/>
          </a:fillRef>
          <a:effectRef idx="1">
            <a:schemeClr val="accent1"/>
          </a:effectRef>
          <a:fontRef idx="minor">
            <a:schemeClr val="tx1"/>
          </a:fontRef>
        </p:style>
      </p:cxnSp>
      <p:cxnSp>
        <p:nvCxnSpPr>
          <p:cNvPr id="127" name="Straight Arrow Connector 126">
            <a:extLst>
              <a:ext uri="{FF2B5EF4-FFF2-40B4-BE49-F238E27FC236}">
                <a16:creationId xmlns:a16="http://schemas.microsoft.com/office/drawing/2014/main" id="{01672A69-187F-D6D3-9131-DC7070F50375}"/>
              </a:ext>
            </a:extLst>
          </p:cNvPr>
          <p:cNvCxnSpPr>
            <a:cxnSpLocks/>
            <a:stCxn id="61" idx="0"/>
            <a:endCxn id="97" idx="1"/>
          </p:cNvCxnSpPr>
          <p:nvPr/>
        </p:nvCxnSpPr>
        <p:spPr>
          <a:xfrm flipV="1">
            <a:off x="3666737" y="4357276"/>
            <a:ext cx="210576" cy="820820"/>
          </a:xfrm>
          <a:prstGeom prst="straightConnector1">
            <a:avLst/>
          </a:prstGeom>
          <a:ln>
            <a:solidFill>
              <a:srgbClr val="1565C0"/>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Straight Arrow Connector 134">
            <a:extLst>
              <a:ext uri="{FF2B5EF4-FFF2-40B4-BE49-F238E27FC236}">
                <a16:creationId xmlns:a16="http://schemas.microsoft.com/office/drawing/2014/main" id="{E36A3C4C-EF7C-AC42-0BF9-71A7C9B76F24}"/>
              </a:ext>
            </a:extLst>
          </p:cNvPr>
          <p:cNvCxnSpPr>
            <a:cxnSpLocks/>
            <a:stCxn id="62" idx="0"/>
            <a:endCxn id="98" idx="2"/>
          </p:cNvCxnSpPr>
          <p:nvPr/>
        </p:nvCxnSpPr>
        <p:spPr>
          <a:xfrm flipH="1" flipV="1">
            <a:off x="4390597" y="3662787"/>
            <a:ext cx="728141" cy="1233437"/>
          </a:xfrm>
          <a:prstGeom prst="straightConnector1">
            <a:avLst/>
          </a:prstGeom>
          <a:ln>
            <a:solidFill>
              <a:srgbClr val="00897B"/>
            </a:solidFill>
            <a:tailEnd type="triangle"/>
          </a:ln>
        </p:spPr>
        <p:style>
          <a:lnRef idx="2">
            <a:schemeClr val="accent1"/>
          </a:lnRef>
          <a:fillRef idx="0">
            <a:schemeClr val="accent1"/>
          </a:fillRef>
          <a:effectRef idx="1">
            <a:schemeClr val="accent1"/>
          </a:effectRef>
          <a:fontRef idx="minor">
            <a:schemeClr val="tx1"/>
          </a:fontRef>
        </p:style>
      </p:cxnSp>
      <p:cxnSp>
        <p:nvCxnSpPr>
          <p:cNvPr id="138" name="Straight Arrow Connector 137">
            <a:extLst>
              <a:ext uri="{FF2B5EF4-FFF2-40B4-BE49-F238E27FC236}">
                <a16:creationId xmlns:a16="http://schemas.microsoft.com/office/drawing/2014/main" id="{29D9667C-BB38-0806-B3CA-C2C63FB7FF3F}"/>
              </a:ext>
            </a:extLst>
          </p:cNvPr>
          <p:cNvCxnSpPr>
            <a:cxnSpLocks/>
            <a:stCxn id="63" idx="0"/>
            <a:endCxn id="99" idx="2"/>
          </p:cNvCxnSpPr>
          <p:nvPr/>
        </p:nvCxnSpPr>
        <p:spPr>
          <a:xfrm flipV="1">
            <a:off x="4830794" y="3900526"/>
            <a:ext cx="75356" cy="1235856"/>
          </a:xfrm>
          <a:prstGeom prst="straightConnector1">
            <a:avLst/>
          </a:prstGeom>
          <a:ln>
            <a:solidFill>
              <a:srgbClr val="00897B"/>
            </a:solidFill>
            <a:tailEnd type="triangle"/>
          </a:ln>
        </p:spPr>
        <p:style>
          <a:lnRef idx="2">
            <a:schemeClr val="accent1"/>
          </a:lnRef>
          <a:fillRef idx="0">
            <a:schemeClr val="accent1"/>
          </a:fillRef>
          <a:effectRef idx="1">
            <a:schemeClr val="accent1"/>
          </a:effectRef>
          <a:fontRef idx="minor">
            <a:schemeClr val="tx1"/>
          </a:fontRef>
        </p:style>
      </p:cxnSp>
      <p:cxnSp>
        <p:nvCxnSpPr>
          <p:cNvPr id="139" name="Straight Arrow Connector 138">
            <a:extLst>
              <a:ext uri="{FF2B5EF4-FFF2-40B4-BE49-F238E27FC236}">
                <a16:creationId xmlns:a16="http://schemas.microsoft.com/office/drawing/2014/main" id="{FA1B918D-AB84-038C-EB9A-AEC35EDB8F13}"/>
              </a:ext>
            </a:extLst>
          </p:cNvPr>
          <p:cNvCxnSpPr>
            <a:cxnSpLocks/>
            <a:stCxn id="64" idx="0"/>
            <a:endCxn id="100" idx="1"/>
          </p:cNvCxnSpPr>
          <p:nvPr/>
        </p:nvCxnSpPr>
        <p:spPr>
          <a:xfrm flipV="1">
            <a:off x="5126911" y="4252752"/>
            <a:ext cx="332478" cy="313191"/>
          </a:xfrm>
          <a:prstGeom prst="straightConnector1">
            <a:avLst/>
          </a:prstGeom>
          <a:ln>
            <a:solidFill>
              <a:srgbClr val="00897B"/>
            </a:solidFill>
            <a:tailEnd type="triangle"/>
          </a:ln>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026BB1B5-61F1-7267-58ED-11F733295D0F}"/>
              </a:ext>
            </a:extLst>
          </p:cNvPr>
          <p:cNvCxnSpPr>
            <a:cxnSpLocks/>
            <a:stCxn id="65" idx="3"/>
            <a:endCxn id="98" idx="1"/>
          </p:cNvCxnSpPr>
          <p:nvPr/>
        </p:nvCxnSpPr>
        <p:spPr>
          <a:xfrm flipV="1">
            <a:off x="4727529" y="3662787"/>
            <a:ext cx="59564" cy="1385357"/>
          </a:xfrm>
          <a:prstGeom prst="straightConnector1">
            <a:avLst/>
          </a:prstGeom>
          <a:ln>
            <a:solidFill>
              <a:srgbClr val="00897B"/>
            </a:solidFill>
            <a:tailEnd type="triangle"/>
          </a:ln>
        </p:spPr>
        <p:style>
          <a:lnRef idx="2">
            <a:schemeClr val="accent1"/>
          </a:lnRef>
          <a:fillRef idx="0">
            <a:schemeClr val="accent1"/>
          </a:fillRef>
          <a:effectRef idx="1">
            <a:schemeClr val="accent1"/>
          </a:effectRef>
          <a:fontRef idx="minor">
            <a:schemeClr val="tx1"/>
          </a:fontRef>
        </p:style>
      </p:cxnSp>
      <p:cxnSp>
        <p:nvCxnSpPr>
          <p:cNvPr id="153" name="Straight Arrow Connector 152">
            <a:extLst>
              <a:ext uri="{FF2B5EF4-FFF2-40B4-BE49-F238E27FC236}">
                <a16:creationId xmlns:a16="http://schemas.microsoft.com/office/drawing/2014/main" id="{E41117FA-AFC1-922D-DA90-977A66BC5893}"/>
              </a:ext>
            </a:extLst>
          </p:cNvPr>
          <p:cNvCxnSpPr>
            <a:cxnSpLocks/>
            <a:stCxn id="66" idx="0"/>
            <a:endCxn id="101" idx="2"/>
          </p:cNvCxnSpPr>
          <p:nvPr/>
        </p:nvCxnSpPr>
        <p:spPr>
          <a:xfrm flipH="1" flipV="1">
            <a:off x="5770323" y="3649922"/>
            <a:ext cx="166414" cy="857862"/>
          </a:xfrm>
          <a:prstGeom prst="straightConnector1">
            <a:avLst/>
          </a:prstGeom>
          <a:ln>
            <a:solidFill>
              <a:srgbClr val="F9A825"/>
            </a:solidFill>
            <a:tailEnd type="triangle"/>
          </a:ln>
        </p:spPr>
        <p:style>
          <a:lnRef idx="2">
            <a:schemeClr val="accent1"/>
          </a:lnRef>
          <a:fillRef idx="0">
            <a:schemeClr val="accent1"/>
          </a:fillRef>
          <a:effectRef idx="1">
            <a:schemeClr val="accent1"/>
          </a:effectRef>
          <a:fontRef idx="minor">
            <a:schemeClr val="tx1"/>
          </a:fontRef>
        </p:style>
      </p:cxnSp>
      <p:cxnSp>
        <p:nvCxnSpPr>
          <p:cNvPr id="156" name="Straight Arrow Connector 155">
            <a:extLst>
              <a:ext uri="{FF2B5EF4-FFF2-40B4-BE49-F238E27FC236}">
                <a16:creationId xmlns:a16="http://schemas.microsoft.com/office/drawing/2014/main" id="{97D30CCD-07D9-5806-F6AA-B90F2B48032F}"/>
              </a:ext>
            </a:extLst>
          </p:cNvPr>
          <p:cNvCxnSpPr>
            <a:cxnSpLocks/>
            <a:stCxn id="67" idx="0"/>
            <a:endCxn id="102" idx="2"/>
          </p:cNvCxnSpPr>
          <p:nvPr/>
        </p:nvCxnSpPr>
        <p:spPr>
          <a:xfrm flipH="1" flipV="1">
            <a:off x="5971484" y="3970842"/>
            <a:ext cx="245121" cy="836680"/>
          </a:xfrm>
          <a:prstGeom prst="straightConnector1">
            <a:avLst/>
          </a:prstGeom>
          <a:ln>
            <a:solidFill>
              <a:srgbClr val="F9A825"/>
            </a:solidFill>
            <a:tailEnd type="triangle"/>
          </a:ln>
        </p:spPr>
        <p:style>
          <a:lnRef idx="2">
            <a:schemeClr val="accent1"/>
          </a:lnRef>
          <a:fillRef idx="0">
            <a:schemeClr val="accent1"/>
          </a:fillRef>
          <a:effectRef idx="1">
            <a:schemeClr val="accent1"/>
          </a:effectRef>
          <a:fontRef idx="minor">
            <a:schemeClr val="tx1"/>
          </a:fontRef>
        </p:style>
      </p:cxnSp>
      <p:cxnSp>
        <p:nvCxnSpPr>
          <p:cNvPr id="159" name="Straight Arrow Connector 158">
            <a:extLst>
              <a:ext uri="{FF2B5EF4-FFF2-40B4-BE49-F238E27FC236}">
                <a16:creationId xmlns:a16="http://schemas.microsoft.com/office/drawing/2014/main" id="{7E7CE579-8E05-AA54-1822-FC4D7491E5C9}"/>
              </a:ext>
            </a:extLst>
          </p:cNvPr>
          <p:cNvCxnSpPr>
            <a:cxnSpLocks/>
            <a:stCxn id="68" idx="0"/>
            <a:endCxn id="103" idx="1"/>
          </p:cNvCxnSpPr>
          <p:nvPr/>
        </p:nvCxnSpPr>
        <p:spPr>
          <a:xfrm flipV="1">
            <a:off x="6191034" y="4305296"/>
            <a:ext cx="420792" cy="865656"/>
          </a:xfrm>
          <a:prstGeom prst="straightConnector1">
            <a:avLst/>
          </a:prstGeom>
          <a:ln>
            <a:solidFill>
              <a:srgbClr val="F9A825"/>
            </a:solidFill>
            <a:tailEnd type="triangle"/>
          </a:ln>
        </p:spPr>
        <p:style>
          <a:lnRef idx="2">
            <a:schemeClr val="accent1"/>
          </a:lnRef>
          <a:fillRef idx="0">
            <a:schemeClr val="accent1"/>
          </a:fillRef>
          <a:effectRef idx="1">
            <a:schemeClr val="accent1"/>
          </a:effectRef>
          <a:fontRef idx="minor">
            <a:schemeClr val="tx1"/>
          </a:fontRef>
        </p:style>
      </p:cxnSp>
      <p:cxnSp>
        <p:nvCxnSpPr>
          <p:cNvPr id="162" name="Straight Arrow Connector 161">
            <a:extLst>
              <a:ext uri="{FF2B5EF4-FFF2-40B4-BE49-F238E27FC236}">
                <a16:creationId xmlns:a16="http://schemas.microsoft.com/office/drawing/2014/main" id="{1D4D0D5C-45EC-5551-C618-9F17943E0A45}"/>
              </a:ext>
            </a:extLst>
          </p:cNvPr>
          <p:cNvCxnSpPr>
            <a:cxnSpLocks/>
            <a:stCxn id="69" idx="0"/>
          </p:cNvCxnSpPr>
          <p:nvPr/>
        </p:nvCxnSpPr>
        <p:spPr>
          <a:xfrm flipH="1" flipV="1">
            <a:off x="7160430" y="3670831"/>
            <a:ext cx="292168" cy="829289"/>
          </a:xfrm>
          <a:prstGeom prst="straightConnector1">
            <a:avLst/>
          </a:prstGeom>
          <a:ln>
            <a:solidFill>
              <a:srgbClr val="6D4C41"/>
            </a:solidFill>
            <a:tailEnd type="triangle"/>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816201A4-E4F9-06D2-EFC6-FC167EDFAD94}"/>
              </a:ext>
            </a:extLst>
          </p:cNvPr>
          <p:cNvCxnSpPr>
            <a:cxnSpLocks/>
            <a:stCxn id="70" idx="0"/>
            <a:endCxn id="105" idx="1"/>
          </p:cNvCxnSpPr>
          <p:nvPr/>
        </p:nvCxnSpPr>
        <p:spPr>
          <a:xfrm flipV="1">
            <a:off x="7559653" y="3988028"/>
            <a:ext cx="273977" cy="904428"/>
          </a:xfrm>
          <a:prstGeom prst="straightConnector1">
            <a:avLst/>
          </a:prstGeom>
          <a:ln>
            <a:solidFill>
              <a:srgbClr val="6D4C41"/>
            </a:solidFill>
            <a:tailEnd type="triangle"/>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B9E3EAB5-C68F-917C-683D-9C6099DB3B01}"/>
              </a:ext>
            </a:extLst>
          </p:cNvPr>
          <p:cNvCxnSpPr>
            <a:cxnSpLocks/>
            <a:stCxn id="71" idx="3"/>
            <a:endCxn id="106" idx="1"/>
          </p:cNvCxnSpPr>
          <p:nvPr/>
        </p:nvCxnSpPr>
        <p:spPr>
          <a:xfrm flipV="1">
            <a:off x="7980527" y="4312257"/>
            <a:ext cx="19266" cy="993306"/>
          </a:xfrm>
          <a:prstGeom prst="straightConnector1">
            <a:avLst/>
          </a:prstGeom>
          <a:ln>
            <a:solidFill>
              <a:srgbClr val="6D4C41"/>
            </a:solidFill>
            <a:tailEnd type="triangle"/>
          </a:ln>
        </p:spPr>
        <p:style>
          <a:lnRef idx="2">
            <a:schemeClr val="accent1"/>
          </a:lnRef>
          <a:fillRef idx="0">
            <a:schemeClr val="accent1"/>
          </a:fillRef>
          <a:effectRef idx="1">
            <a:schemeClr val="accent1"/>
          </a:effectRef>
          <a:fontRef idx="minor">
            <a:schemeClr val="tx1"/>
          </a:fontRef>
        </p:style>
      </p:cxnSp>
      <p:cxnSp>
        <p:nvCxnSpPr>
          <p:cNvPr id="171" name="Straight Arrow Connector 170">
            <a:extLst>
              <a:ext uri="{FF2B5EF4-FFF2-40B4-BE49-F238E27FC236}">
                <a16:creationId xmlns:a16="http://schemas.microsoft.com/office/drawing/2014/main" id="{6D8F75DB-0AB4-514A-20FD-FE496B28A00E}"/>
              </a:ext>
            </a:extLst>
          </p:cNvPr>
          <p:cNvCxnSpPr>
            <a:cxnSpLocks/>
            <a:stCxn id="72" idx="0"/>
            <a:endCxn id="107" idx="2"/>
          </p:cNvCxnSpPr>
          <p:nvPr/>
        </p:nvCxnSpPr>
        <p:spPr>
          <a:xfrm flipH="1" flipV="1">
            <a:off x="8508698" y="3660283"/>
            <a:ext cx="193748" cy="837448"/>
          </a:xfrm>
          <a:prstGeom prst="straightConnector1">
            <a:avLst/>
          </a:prstGeom>
          <a:ln>
            <a:solidFill>
              <a:srgbClr val="2E7D32"/>
            </a:solidFill>
            <a:tailEnd type="triangle"/>
          </a:ln>
        </p:spPr>
        <p:style>
          <a:lnRef idx="2">
            <a:schemeClr val="accent1"/>
          </a:lnRef>
          <a:fillRef idx="0">
            <a:schemeClr val="accent1"/>
          </a:fillRef>
          <a:effectRef idx="1">
            <a:schemeClr val="accent1"/>
          </a:effectRef>
          <a:fontRef idx="minor">
            <a:schemeClr val="tx1"/>
          </a:fontRef>
        </p:style>
      </p:cxnSp>
      <p:cxnSp>
        <p:nvCxnSpPr>
          <p:cNvPr id="174" name="Straight Arrow Connector 173">
            <a:extLst>
              <a:ext uri="{FF2B5EF4-FFF2-40B4-BE49-F238E27FC236}">
                <a16:creationId xmlns:a16="http://schemas.microsoft.com/office/drawing/2014/main" id="{D1B1BF4A-B100-8DA1-5B87-C9150A1F54C2}"/>
              </a:ext>
            </a:extLst>
          </p:cNvPr>
          <p:cNvCxnSpPr>
            <a:cxnSpLocks/>
            <a:stCxn id="73" idx="3"/>
            <a:endCxn id="108" idx="1"/>
          </p:cNvCxnSpPr>
          <p:nvPr/>
        </p:nvCxnSpPr>
        <p:spPr>
          <a:xfrm flipV="1">
            <a:off x="9341276" y="3976049"/>
            <a:ext cx="85318" cy="941060"/>
          </a:xfrm>
          <a:prstGeom prst="straightConnector1">
            <a:avLst/>
          </a:prstGeom>
          <a:ln>
            <a:solidFill>
              <a:srgbClr val="2E7D32"/>
            </a:solidFill>
            <a:tailEnd type="triangle"/>
          </a:ln>
        </p:spPr>
        <p:style>
          <a:lnRef idx="2">
            <a:schemeClr val="accent1"/>
          </a:lnRef>
          <a:fillRef idx="0">
            <a:schemeClr val="accent1"/>
          </a:fillRef>
          <a:effectRef idx="1">
            <a:schemeClr val="accent1"/>
          </a:effectRef>
          <a:fontRef idx="minor">
            <a:schemeClr val="tx1"/>
          </a:fontRef>
        </p:style>
      </p:cxnSp>
      <p:cxnSp>
        <p:nvCxnSpPr>
          <p:cNvPr id="175" name="Straight Arrow Connector 174">
            <a:extLst>
              <a:ext uri="{FF2B5EF4-FFF2-40B4-BE49-F238E27FC236}">
                <a16:creationId xmlns:a16="http://schemas.microsoft.com/office/drawing/2014/main" id="{F8F9D233-CF29-1393-B1F2-4B88825D51E6}"/>
              </a:ext>
            </a:extLst>
          </p:cNvPr>
          <p:cNvCxnSpPr>
            <a:cxnSpLocks/>
            <a:stCxn id="74" idx="0"/>
            <a:endCxn id="109" idx="1"/>
          </p:cNvCxnSpPr>
          <p:nvPr/>
        </p:nvCxnSpPr>
        <p:spPr>
          <a:xfrm flipV="1">
            <a:off x="8963928" y="4299003"/>
            <a:ext cx="182016" cy="837379"/>
          </a:xfrm>
          <a:prstGeom prst="straightConnector1">
            <a:avLst/>
          </a:prstGeom>
          <a:ln>
            <a:solidFill>
              <a:srgbClr val="2E7D32"/>
            </a:solidFill>
            <a:tailEnd type="triangle"/>
          </a:ln>
        </p:spPr>
        <p:style>
          <a:lnRef idx="2">
            <a:schemeClr val="accent1"/>
          </a:lnRef>
          <a:fillRef idx="0">
            <a:schemeClr val="accent1"/>
          </a:fillRef>
          <a:effectRef idx="1">
            <a:schemeClr val="accent1"/>
          </a:effectRef>
          <a:fontRef idx="minor">
            <a:schemeClr val="tx1"/>
          </a:fontRef>
        </p:style>
      </p:cxnSp>
      <p:cxnSp>
        <p:nvCxnSpPr>
          <p:cNvPr id="182" name="Straight Arrow Connector 181">
            <a:extLst>
              <a:ext uri="{FF2B5EF4-FFF2-40B4-BE49-F238E27FC236}">
                <a16:creationId xmlns:a16="http://schemas.microsoft.com/office/drawing/2014/main" id="{25172979-E574-0E13-CB78-285BC589B4E6}"/>
              </a:ext>
            </a:extLst>
          </p:cNvPr>
          <p:cNvCxnSpPr>
            <a:cxnSpLocks/>
            <a:stCxn id="75" idx="0"/>
            <a:endCxn id="2" idx="2"/>
          </p:cNvCxnSpPr>
          <p:nvPr/>
        </p:nvCxnSpPr>
        <p:spPr>
          <a:xfrm flipH="1" flipV="1">
            <a:off x="9852291" y="3629990"/>
            <a:ext cx="176575" cy="1410762"/>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185" name="Straight Arrow Connector 184">
            <a:extLst>
              <a:ext uri="{FF2B5EF4-FFF2-40B4-BE49-F238E27FC236}">
                <a16:creationId xmlns:a16="http://schemas.microsoft.com/office/drawing/2014/main" id="{772800F7-E28E-04BA-3D59-B8923B8CEA50}"/>
              </a:ext>
            </a:extLst>
          </p:cNvPr>
          <p:cNvCxnSpPr>
            <a:cxnSpLocks/>
            <a:stCxn id="76" idx="0"/>
            <a:endCxn id="3" idx="2"/>
          </p:cNvCxnSpPr>
          <p:nvPr/>
        </p:nvCxnSpPr>
        <p:spPr>
          <a:xfrm flipH="1" flipV="1">
            <a:off x="9994310" y="3975147"/>
            <a:ext cx="314049" cy="533416"/>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188" name="Straight Arrow Connector 187">
            <a:extLst>
              <a:ext uri="{FF2B5EF4-FFF2-40B4-BE49-F238E27FC236}">
                <a16:creationId xmlns:a16="http://schemas.microsoft.com/office/drawing/2014/main" id="{2F220ED5-CFE7-86D0-B210-97CEFBCDD3C3}"/>
              </a:ext>
            </a:extLst>
          </p:cNvPr>
          <p:cNvCxnSpPr>
            <a:cxnSpLocks/>
            <a:stCxn id="77" idx="3"/>
            <a:endCxn id="11" idx="1"/>
          </p:cNvCxnSpPr>
          <p:nvPr/>
        </p:nvCxnSpPr>
        <p:spPr>
          <a:xfrm flipV="1">
            <a:off x="10731796" y="4324326"/>
            <a:ext cx="5867" cy="545343"/>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192" name="Straight Arrow Connector 191">
            <a:extLst>
              <a:ext uri="{FF2B5EF4-FFF2-40B4-BE49-F238E27FC236}">
                <a16:creationId xmlns:a16="http://schemas.microsoft.com/office/drawing/2014/main" id="{1DC7C0A4-6165-9FE5-E1ED-906C7D633D39}"/>
              </a:ext>
            </a:extLst>
          </p:cNvPr>
          <p:cNvCxnSpPr>
            <a:cxnSpLocks/>
            <a:stCxn id="56" idx="1"/>
            <a:endCxn id="37" idx="3"/>
          </p:cNvCxnSpPr>
          <p:nvPr/>
        </p:nvCxnSpPr>
        <p:spPr>
          <a:xfrm flipH="1">
            <a:off x="690513" y="4603853"/>
            <a:ext cx="847757" cy="44240"/>
          </a:xfrm>
          <a:prstGeom prst="straightConnector1">
            <a:avLst/>
          </a:prstGeom>
          <a:ln>
            <a:solidFill>
              <a:srgbClr val="C62828"/>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97" name="Straight Arrow Connector 196">
            <a:extLst>
              <a:ext uri="{FF2B5EF4-FFF2-40B4-BE49-F238E27FC236}">
                <a16:creationId xmlns:a16="http://schemas.microsoft.com/office/drawing/2014/main" id="{975818E0-C1B2-DCDB-D725-3E558B553363}"/>
              </a:ext>
            </a:extLst>
          </p:cNvPr>
          <p:cNvCxnSpPr>
            <a:cxnSpLocks/>
            <a:stCxn id="57" idx="1"/>
            <a:endCxn id="37" idx="3"/>
          </p:cNvCxnSpPr>
          <p:nvPr/>
        </p:nvCxnSpPr>
        <p:spPr>
          <a:xfrm flipH="1" flipV="1">
            <a:off x="690513" y="4648093"/>
            <a:ext cx="1081559" cy="370899"/>
          </a:xfrm>
          <a:prstGeom prst="straightConnector1">
            <a:avLst/>
          </a:prstGeom>
          <a:ln>
            <a:solidFill>
              <a:srgbClr val="C62828"/>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0" name="Straight Arrow Connector 199">
            <a:extLst>
              <a:ext uri="{FF2B5EF4-FFF2-40B4-BE49-F238E27FC236}">
                <a16:creationId xmlns:a16="http://schemas.microsoft.com/office/drawing/2014/main" id="{3C632FF1-F732-57A6-6024-F2AB249FF9C5}"/>
              </a:ext>
            </a:extLst>
          </p:cNvPr>
          <p:cNvCxnSpPr>
            <a:cxnSpLocks/>
            <a:stCxn id="58" idx="1"/>
            <a:endCxn id="37" idx="3"/>
          </p:cNvCxnSpPr>
          <p:nvPr/>
        </p:nvCxnSpPr>
        <p:spPr>
          <a:xfrm flipH="1" flipV="1">
            <a:off x="690513" y="4648093"/>
            <a:ext cx="1342296" cy="697069"/>
          </a:xfrm>
          <a:prstGeom prst="straightConnector1">
            <a:avLst/>
          </a:prstGeom>
          <a:ln>
            <a:solidFill>
              <a:srgbClr val="C62828"/>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2" name="Straight Arrow Connector 201">
            <a:extLst>
              <a:ext uri="{FF2B5EF4-FFF2-40B4-BE49-F238E27FC236}">
                <a16:creationId xmlns:a16="http://schemas.microsoft.com/office/drawing/2014/main" id="{7EAFDAA0-1CF0-015D-B5A3-669A88CB6F88}"/>
              </a:ext>
            </a:extLst>
          </p:cNvPr>
          <p:cNvCxnSpPr>
            <a:cxnSpLocks/>
            <a:stCxn id="59" idx="1"/>
            <a:endCxn id="37" idx="0"/>
          </p:cNvCxnSpPr>
          <p:nvPr/>
        </p:nvCxnSpPr>
        <p:spPr>
          <a:xfrm flipH="1" flipV="1">
            <a:off x="403708" y="4516227"/>
            <a:ext cx="2538840" cy="72102"/>
          </a:xfrm>
          <a:prstGeom prst="straightConnector1">
            <a:avLst/>
          </a:prstGeom>
          <a:ln>
            <a:solidFill>
              <a:srgbClr val="1565C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05" name="Straight Arrow Connector 204">
            <a:extLst>
              <a:ext uri="{FF2B5EF4-FFF2-40B4-BE49-F238E27FC236}">
                <a16:creationId xmlns:a16="http://schemas.microsoft.com/office/drawing/2014/main" id="{E68CE5E9-6BEC-827C-1109-DBD0741A34B3}"/>
              </a:ext>
            </a:extLst>
          </p:cNvPr>
          <p:cNvCxnSpPr>
            <a:cxnSpLocks/>
            <a:stCxn id="59" idx="1"/>
            <a:endCxn id="56" idx="3"/>
          </p:cNvCxnSpPr>
          <p:nvPr/>
        </p:nvCxnSpPr>
        <p:spPr>
          <a:xfrm flipH="1">
            <a:off x="2096852" y="4588329"/>
            <a:ext cx="845696" cy="15524"/>
          </a:xfrm>
          <a:prstGeom prst="straightConnector1">
            <a:avLst/>
          </a:prstGeom>
          <a:ln>
            <a:solidFill>
              <a:srgbClr val="1565C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1" name="Straight Arrow Connector 220">
            <a:extLst>
              <a:ext uri="{FF2B5EF4-FFF2-40B4-BE49-F238E27FC236}">
                <a16:creationId xmlns:a16="http://schemas.microsoft.com/office/drawing/2014/main" id="{67065D41-8144-8EF3-86EA-1FDD012F4768}"/>
              </a:ext>
            </a:extLst>
          </p:cNvPr>
          <p:cNvCxnSpPr>
            <a:cxnSpLocks/>
            <a:stCxn id="59" idx="3"/>
            <a:endCxn id="62" idx="1"/>
          </p:cNvCxnSpPr>
          <p:nvPr/>
        </p:nvCxnSpPr>
        <p:spPr>
          <a:xfrm>
            <a:off x="3501130" y="4588329"/>
            <a:ext cx="1385525" cy="403866"/>
          </a:xfrm>
          <a:prstGeom prst="straightConnector1">
            <a:avLst/>
          </a:prstGeom>
          <a:ln>
            <a:solidFill>
              <a:srgbClr val="1565C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8" name="Straight Arrow Connector 237">
            <a:extLst>
              <a:ext uri="{FF2B5EF4-FFF2-40B4-BE49-F238E27FC236}">
                <a16:creationId xmlns:a16="http://schemas.microsoft.com/office/drawing/2014/main" id="{0FFD3D9D-7BE2-8AD2-DC9F-4BC2F69E407C}"/>
              </a:ext>
            </a:extLst>
          </p:cNvPr>
          <p:cNvCxnSpPr>
            <a:cxnSpLocks/>
            <a:stCxn id="62" idx="0"/>
            <a:endCxn id="37" idx="2"/>
          </p:cNvCxnSpPr>
          <p:nvPr/>
        </p:nvCxnSpPr>
        <p:spPr>
          <a:xfrm flipH="1" flipV="1">
            <a:off x="403708" y="4779959"/>
            <a:ext cx="4715030" cy="116265"/>
          </a:xfrm>
          <a:prstGeom prst="straightConnector1">
            <a:avLst/>
          </a:prstGeom>
          <a:ln>
            <a:solidFill>
              <a:srgbClr val="00897B"/>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4" name="Straight Arrow Connector 223">
            <a:extLst>
              <a:ext uri="{FF2B5EF4-FFF2-40B4-BE49-F238E27FC236}">
                <a16:creationId xmlns:a16="http://schemas.microsoft.com/office/drawing/2014/main" id="{A571BC1B-6848-49C4-03D6-61BB6F61DD62}"/>
              </a:ext>
            </a:extLst>
          </p:cNvPr>
          <p:cNvCxnSpPr>
            <a:cxnSpLocks/>
            <a:stCxn id="59" idx="3"/>
            <a:endCxn id="66" idx="1"/>
          </p:cNvCxnSpPr>
          <p:nvPr/>
        </p:nvCxnSpPr>
        <p:spPr>
          <a:xfrm>
            <a:off x="3501130" y="4588329"/>
            <a:ext cx="2173868" cy="51321"/>
          </a:xfrm>
          <a:prstGeom prst="straightConnector1">
            <a:avLst/>
          </a:prstGeom>
          <a:ln>
            <a:solidFill>
              <a:srgbClr val="1565C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27" name="Straight Arrow Connector 226">
            <a:extLst>
              <a:ext uri="{FF2B5EF4-FFF2-40B4-BE49-F238E27FC236}">
                <a16:creationId xmlns:a16="http://schemas.microsoft.com/office/drawing/2014/main" id="{E3E91F5D-3022-20CF-2E32-DB71570AC034}"/>
              </a:ext>
            </a:extLst>
          </p:cNvPr>
          <p:cNvCxnSpPr>
            <a:cxnSpLocks/>
            <a:stCxn id="59" idx="2"/>
          </p:cNvCxnSpPr>
          <p:nvPr/>
        </p:nvCxnSpPr>
        <p:spPr>
          <a:xfrm flipV="1">
            <a:off x="3221839" y="4677555"/>
            <a:ext cx="3934693" cy="42640"/>
          </a:xfrm>
          <a:prstGeom prst="straightConnector1">
            <a:avLst/>
          </a:prstGeom>
          <a:ln>
            <a:solidFill>
              <a:srgbClr val="1565C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0" name="Straight Arrow Connector 229">
            <a:extLst>
              <a:ext uri="{FF2B5EF4-FFF2-40B4-BE49-F238E27FC236}">
                <a16:creationId xmlns:a16="http://schemas.microsoft.com/office/drawing/2014/main" id="{47CF9490-7471-9502-64A2-E5F5EC6CEC51}"/>
              </a:ext>
            </a:extLst>
          </p:cNvPr>
          <p:cNvCxnSpPr>
            <a:cxnSpLocks/>
            <a:stCxn id="59" idx="2"/>
            <a:endCxn id="72" idx="1"/>
          </p:cNvCxnSpPr>
          <p:nvPr/>
        </p:nvCxnSpPr>
        <p:spPr>
          <a:xfrm flipV="1">
            <a:off x="3221839" y="4592728"/>
            <a:ext cx="5146886" cy="128101"/>
          </a:xfrm>
          <a:prstGeom prst="straightConnector1">
            <a:avLst/>
          </a:prstGeom>
          <a:ln>
            <a:solidFill>
              <a:srgbClr val="1565C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33" name="Straight Arrow Connector 232">
            <a:extLst>
              <a:ext uri="{FF2B5EF4-FFF2-40B4-BE49-F238E27FC236}">
                <a16:creationId xmlns:a16="http://schemas.microsoft.com/office/drawing/2014/main" id="{CA9CC43E-89E7-A808-9047-5F6696365B27}"/>
              </a:ext>
            </a:extLst>
          </p:cNvPr>
          <p:cNvCxnSpPr>
            <a:cxnSpLocks/>
            <a:stCxn id="59" idx="2"/>
            <a:endCxn id="75" idx="1"/>
          </p:cNvCxnSpPr>
          <p:nvPr/>
        </p:nvCxnSpPr>
        <p:spPr>
          <a:xfrm>
            <a:off x="3221839" y="4720195"/>
            <a:ext cx="6606515" cy="416188"/>
          </a:xfrm>
          <a:prstGeom prst="straightConnector1">
            <a:avLst/>
          </a:prstGeom>
          <a:ln>
            <a:solidFill>
              <a:srgbClr val="1565C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5" name="Straight Arrow Connector 244">
            <a:extLst>
              <a:ext uri="{FF2B5EF4-FFF2-40B4-BE49-F238E27FC236}">
                <a16:creationId xmlns:a16="http://schemas.microsoft.com/office/drawing/2014/main" id="{CFDC6416-C330-F094-F83E-AB7C8D157AA5}"/>
              </a:ext>
            </a:extLst>
          </p:cNvPr>
          <p:cNvCxnSpPr>
            <a:cxnSpLocks/>
            <a:stCxn id="65" idx="1"/>
            <a:endCxn id="37" idx="2"/>
          </p:cNvCxnSpPr>
          <p:nvPr/>
        </p:nvCxnSpPr>
        <p:spPr>
          <a:xfrm flipH="1" flipV="1">
            <a:off x="403708" y="4779959"/>
            <a:ext cx="3857511" cy="268185"/>
          </a:xfrm>
          <a:prstGeom prst="straightConnector1">
            <a:avLst/>
          </a:prstGeom>
          <a:ln>
            <a:solidFill>
              <a:srgbClr val="00897B"/>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48" name="Straight Arrow Connector 247">
            <a:extLst>
              <a:ext uri="{FF2B5EF4-FFF2-40B4-BE49-F238E27FC236}">
                <a16:creationId xmlns:a16="http://schemas.microsoft.com/office/drawing/2014/main" id="{713D0D94-7B9F-7FF3-5AD7-9A9B505C618D}"/>
              </a:ext>
            </a:extLst>
          </p:cNvPr>
          <p:cNvCxnSpPr>
            <a:cxnSpLocks/>
            <a:stCxn id="63" idx="1"/>
            <a:endCxn id="37" idx="2"/>
          </p:cNvCxnSpPr>
          <p:nvPr/>
        </p:nvCxnSpPr>
        <p:spPr>
          <a:xfrm flipH="1" flipV="1">
            <a:off x="403708" y="4779959"/>
            <a:ext cx="4120653" cy="530659"/>
          </a:xfrm>
          <a:prstGeom prst="straightConnector1">
            <a:avLst/>
          </a:prstGeom>
          <a:ln>
            <a:solidFill>
              <a:srgbClr val="00897B"/>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1" name="Straight Arrow Connector 250">
            <a:extLst>
              <a:ext uri="{FF2B5EF4-FFF2-40B4-BE49-F238E27FC236}">
                <a16:creationId xmlns:a16="http://schemas.microsoft.com/office/drawing/2014/main" id="{6C9498F6-2E44-D4FE-0295-081F0D3DBA3E}"/>
              </a:ext>
            </a:extLst>
          </p:cNvPr>
          <p:cNvCxnSpPr>
            <a:cxnSpLocks/>
            <a:stCxn id="72" idx="1"/>
            <a:endCxn id="69" idx="3"/>
          </p:cNvCxnSpPr>
          <p:nvPr/>
        </p:nvCxnSpPr>
        <p:spPr>
          <a:xfrm flipH="1">
            <a:off x="7915896" y="4593362"/>
            <a:ext cx="452829" cy="71644"/>
          </a:xfrm>
          <a:prstGeom prst="straightConnector1">
            <a:avLst/>
          </a:prstGeom>
          <a:ln>
            <a:solidFill>
              <a:srgbClr val="2E7D32"/>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5" name="Straight Arrow Connector 254">
            <a:extLst>
              <a:ext uri="{FF2B5EF4-FFF2-40B4-BE49-F238E27FC236}">
                <a16:creationId xmlns:a16="http://schemas.microsoft.com/office/drawing/2014/main" id="{105C7231-39D3-660E-721B-A9BE9FFBDEDC}"/>
              </a:ext>
            </a:extLst>
          </p:cNvPr>
          <p:cNvCxnSpPr>
            <a:cxnSpLocks/>
            <a:stCxn id="73" idx="1"/>
            <a:endCxn id="70" idx="3"/>
          </p:cNvCxnSpPr>
          <p:nvPr/>
        </p:nvCxnSpPr>
        <p:spPr>
          <a:xfrm flipH="1">
            <a:off x="8061000" y="4917109"/>
            <a:ext cx="466472" cy="93686"/>
          </a:xfrm>
          <a:prstGeom prst="straightConnector1">
            <a:avLst/>
          </a:prstGeom>
          <a:ln>
            <a:solidFill>
              <a:srgbClr val="2E7D32"/>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58" name="Straight Arrow Connector 257">
            <a:extLst>
              <a:ext uri="{FF2B5EF4-FFF2-40B4-BE49-F238E27FC236}">
                <a16:creationId xmlns:a16="http://schemas.microsoft.com/office/drawing/2014/main" id="{FABB4C4D-1D28-581E-9918-0C3CC71BF0D8}"/>
              </a:ext>
            </a:extLst>
          </p:cNvPr>
          <p:cNvCxnSpPr>
            <a:cxnSpLocks/>
            <a:stCxn id="74" idx="1"/>
            <a:endCxn id="71" idx="3"/>
          </p:cNvCxnSpPr>
          <p:nvPr/>
        </p:nvCxnSpPr>
        <p:spPr>
          <a:xfrm flipH="1">
            <a:off x="7980527" y="5305078"/>
            <a:ext cx="552589" cy="485"/>
          </a:xfrm>
          <a:prstGeom prst="straightConnector1">
            <a:avLst/>
          </a:prstGeom>
          <a:ln>
            <a:solidFill>
              <a:srgbClr val="2E7D32"/>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1" name="Straight Arrow Connector 260">
            <a:extLst>
              <a:ext uri="{FF2B5EF4-FFF2-40B4-BE49-F238E27FC236}">
                <a16:creationId xmlns:a16="http://schemas.microsoft.com/office/drawing/2014/main" id="{DBD93CBA-7EE2-2BB3-C1A1-AF00EBA2B03F}"/>
              </a:ext>
            </a:extLst>
          </p:cNvPr>
          <p:cNvCxnSpPr>
            <a:cxnSpLocks/>
            <a:stCxn id="80" idx="1"/>
            <a:endCxn id="75" idx="3"/>
          </p:cNvCxnSpPr>
          <p:nvPr/>
        </p:nvCxnSpPr>
        <p:spPr>
          <a:xfrm flipH="1">
            <a:off x="10229377" y="4580313"/>
            <a:ext cx="960319" cy="556070"/>
          </a:xfrm>
          <a:prstGeom prst="straightConnector1">
            <a:avLst/>
          </a:prstGeom>
          <a:ln>
            <a:solidFill>
              <a:srgbClr val="00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4" name="Straight Arrow Connector 263">
            <a:extLst>
              <a:ext uri="{FF2B5EF4-FFF2-40B4-BE49-F238E27FC236}">
                <a16:creationId xmlns:a16="http://schemas.microsoft.com/office/drawing/2014/main" id="{D523F3DD-A2AF-5C63-16C6-3C0A609E4CA2}"/>
              </a:ext>
            </a:extLst>
          </p:cNvPr>
          <p:cNvCxnSpPr>
            <a:cxnSpLocks/>
            <a:stCxn id="80" idx="1"/>
            <a:endCxn id="72" idx="3"/>
          </p:cNvCxnSpPr>
          <p:nvPr/>
        </p:nvCxnSpPr>
        <p:spPr>
          <a:xfrm flipH="1">
            <a:off x="9036167" y="4580313"/>
            <a:ext cx="2153529" cy="13049"/>
          </a:xfrm>
          <a:prstGeom prst="straightConnector1">
            <a:avLst/>
          </a:prstGeom>
          <a:ln>
            <a:solidFill>
              <a:srgbClr val="00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67" name="Straight Arrow Connector 266">
            <a:extLst>
              <a:ext uri="{FF2B5EF4-FFF2-40B4-BE49-F238E27FC236}">
                <a16:creationId xmlns:a16="http://schemas.microsoft.com/office/drawing/2014/main" id="{673C7A9A-593F-F19B-7EA8-B218E44D09AE}"/>
              </a:ext>
            </a:extLst>
          </p:cNvPr>
          <p:cNvCxnSpPr>
            <a:cxnSpLocks/>
            <a:stCxn id="80" idx="0"/>
            <a:endCxn id="69" idx="0"/>
          </p:cNvCxnSpPr>
          <p:nvPr/>
        </p:nvCxnSpPr>
        <p:spPr>
          <a:xfrm flipH="1">
            <a:off x="7452598" y="4484682"/>
            <a:ext cx="4220368" cy="15438"/>
          </a:xfrm>
          <a:prstGeom prst="straightConnector1">
            <a:avLst/>
          </a:prstGeom>
          <a:ln>
            <a:solidFill>
              <a:srgbClr val="00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0" name="Straight Arrow Connector 269">
            <a:extLst>
              <a:ext uri="{FF2B5EF4-FFF2-40B4-BE49-F238E27FC236}">
                <a16:creationId xmlns:a16="http://schemas.microsoft.com/office/drawing/2014/main" id="{E269F207-85AA-BB1C-AD9E-8EC49FB972A9}"/>
              </a:ext>
            </a:extLst>
          </p:cNvPr>
          <p:cNvCxnSpPr>
            <a:cxnSpLocks/>
            <a:stCxn id="80" idx="1"/>
            <a:endCxn id="66" idx="0"/>
          </p:cNvCxnSpPr>
          <p:nvPr/>
        </p:nvCxnSpPr>
        <p:spPr>
          <a:xfrm flipH="1" flipV="1">
            <a:off x="5936737" y="4507784"/>
            <a:ext cx="5252959" cy="72529"/>
          </a:xfrm>
          <a:prstGeom prst="straightConnector1">
            <a:avLst/>
          </a:prstGeom>
          <a:ln>
            <a:solidFill>
              <a:srgbClr val="00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3" name="Straight Arrow Connector 272">
            <a:extLst>
              <a:ext uri="{FF2B5EF4-FFF2-40B4-BE49-F238E27FC236}">
                <a16:creationId xmlns:a16="http://schemas.microsoft.com/office/drawing/2014/main" id="{C489507F-AFCA-E728-D415-8DC12214E402}"/>
              </a:ext>
            </a:extLst>
          </p:cNvPr>
          <p:cNvCxnSpPr>
            <a:cxnSpLocks/>
            <a:stCxn id="80" idx="1"/>
            <a:endCxn id="62" idx="3"/>
          </p:cNvCxnSpPr>
          <p:nvPr/>
        </p:nvCxnSpPr>
        <p:spPr>
          <a:xfrm flipH="1">
            <a:off x="5350820" y="4580313"/>
            <a:ext cx="5838876" cy="411882"/>
          </a:xfrm>
          <a:prstGeom prst="straightConnector1">
            <a:avLst/>
          </a:prstGeom>
          <a:ln>
            <a:solidFill>
              <a:srgbClr val="00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6" name="Straight Arrow Connector 275">
            <a:extLst>
              <a:ext uri="{FF2B5EF4-FFF2-40B4-BE49-F238E27FC236}">
                <a16:creationId xmlns:a16="http://schemas.microsoft.com/office/drawing/2014/main" id="{C073ABF8-643A-0CBC-CC33-ADB2AAADD690}"/>
              </a:ext>
            </a:extLst>
          </p:cNvPr>
          <p:cNvCxnSpPr>
            <a:cxnSpLocks/>
            <a:stCxn id="80" idx="1"/>
            <a:endCxn id="59" idx="3"/>
          </p:cNvCxnSpPr>
          <p:nvPr/>
        </p:nvCxnSpPr>
        <p:spPr>
          <a:xfrm flipH="1">
            <a:off x="3501130" y="4580313"/>
            <a:ext cx="7688566" cy="8016"/>
          </a:xfrm>
          <a:prstGeom prst="straightConnector1">
            <a:avLst/>
          </a:prstGeom>
          <a:ln>
            <a:solidFill>
              <a:srgbClr val="00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9" name="Straight Arrow Connector 278">
            <a:extLst>
              <a:ext uri="{FF2B5EF4-FFF2-40B4-BE49-F238E27FC236}">
                <a16:creationId xmlns:a16="http://schemas.microsoft.com/office/drawing/2014/main" id="{5365EB13-D7ED-5415-AE5E-7446270058FB}"/>
              </a:ext>
            </a:extLst>
          </p:cNvPr>
          <p:cNvCxnSpPr>
            <a:cxnSpLocks/>
            <a:stCxn id="80" idx="1"/>
            <a:endCxn id="56" idx="2"/>
          </p:cNvCxnSpPr>
          <p:nvPr/>
        </p:nvCxnSpPr>
        <p:spPr>
          <a:xfrm flipH="1">
            <a:off x="1817561" y="4580313"/>
            <a:ext cx="9372135" cy="155406"/>
          </a:xfrm>
          <a:prstGeom prst="straightConnector1">
            <a:avLst/>
          </a:prstGeom>
          <a:ln>
            <a:solidFill>
              <a:srgbClr val="00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82" name="Straight Arrow Connector 281">
            <a:extLst>
              <a:ext uri="{FF2B5EF4-FFF2-40B4-BE49-F238E27FC236}">
                <a16:creationId xmlns:a16="http://schemas.microsoft.com/office/drawing/2014/main" id="{40F0E75B-3D25-7123-0B85-4796DDEAC5E0}"/>
              </a:ext>
            </a:extLst>
          </p:cNvPr>
          <p:cNvCxnSpPr>
            <a:cxnSpLocks/>
            <a:stCxn id="80" idx="1"/>
            <a:endCxn id="37" idx="0"/>
          </p:cNvCxnSpPr>
          <p:nvPr/>
        </p:nvCxnSpPr>
        <p:spPr>
          <a:xfrm flipH="1" flipV="1">
            <a:off x="403708" y="4516227"/>
            <a:ext cx="10785988" cy="64086"/>
          </a:xfrm>
          <a:prstGeom prst="straightConnector1">
            <a:avLst/>
          </a:prstGeom>
          <a:ln>
            <a:solidFill>
              <a:srgbClr val="000000"/>
            </a:solidFill>
            <a:prstDash val="dash"/>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63194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396FB8-DD06-EADA-D132-4533DA8509C5}"/>
              </a:ext>
            </a:extLst>
          </p:cNvPr>
          <p:cNvSpPr/>
          <p:nvPr/>
        </p:nvSpPr>
        <p:spPr>
          <a:xfrm>
            <a:off x="0" y="20569"/>
            <a:ext cx="5987568" cy="1792798"/>
          </a:xfrm>
          <a:prstGeom prst="rect">
            <a:avLst/>
          </a:prstGeom>
          <a:solidFill>
            <a:srgbClr val="BBC5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t">
            <a:spAutoFit/>
          </a:bodyPr>
          <a:lstStyle/>
          <a:p>
            <a:r>
              <a:rPr lang="en-GB" sz="2000" noProof="0" dirty="0">
                <a:solidFill>
                  <a:schemeClr val="tx1"/>
                </a:solidFill>
              </a:rPr>
              <a:t>1. Governance Modules:</a:t>
            </a:r>
          </a:p>
          <a:p>
            <a:endParaRPr lang="en-GB" sz="1050" noProof="0" dirty="0">
              <a:solidFill>
                <a:schemeClr val="tx1"/>
              </a:solidFill>
            </a:endParaRPr>
          </a:p>
          <a:p>
            <a:pPr marL="171450" indent="-171450">
              <a:buFontTx/>
              <a:buChar char="-"/>
            </a:pPr>
            <a:r>
              <a:rPr lang="en-GB" sz="2000" noProof="0" dirty="0">
                <a:solidFill>
                  <a:schemeClr val="tx1"/>
                </a:solidFill>
              </a:rPr>
              <a:t>Decision Systems</a:t>
            </a:r>
          </a:p>
          <a:p>
            <a:pPr marL="171450" indent="-171450">
              <a:buFontTx/>
              <a:buChar char="-"/>
            </a:pPr>
            <a:r>
              <a:rPr lang="en-GB" sz="2000" noProof="0" dirty="0">
                <a:solidFill>
                  <a:schemeClr val="tx1"/>
                </a:solidFill>
              </a:rPr>
              <a:t>Institutional architecture</a:t>
            </a:r>
          </a:p>
          <a:p>
            <a:pPr marL="171450" indent="-171450">
              <a:buFontTx/>
              <a:buChar char="-"/>
            </a:pPr>
            <a:r>
              <a:rPr lang="en-GB" sz="2000" noProof="0" dirty="0">
                <a:solidFill>
                  <a:schemeClr val="tx1"/>
                </a:solidFill>
              </a:rPr>
              <a:t>Accountability and oversight</a:t>
            </a:r>
          </a:p>
          <a:p>
            <a:pPr marL="171450" indent="-171450">
              <a:buFontTx/>
              <a:buChar char="-"/>
            </a:pPr>
            <a:r>
              <a:rPr lang="en-GB" sz="2000" noProof="0" dirty="0">
                <a:solidFill>
                  <a:schemeClr val="tx1"/>
                </a:solidFill>
              </a:rPr>
              <a:t>Civic participation and consent</a:t>
            </a:r>
          </a:p>
        </p:txBody>
      </p:sp>
      <p:graphicFrame>
        <p:nvGraphicFramePr>
          <p:cNvPr id="9" name="Diagram 8">
            <a:extLst>
              <a:ext uri="{FF2B5EF4-FFF2-40B4-BE49-F238E27FC236}">
                <a16:creationId xmlns:a16="http://schemas.microsoft.com/office/drawing/2014/main" id="{EA7E3A1C-FB30-3B56-EA02-F2451BA21A16}"/>
              </a:ext>
            </a:extLst>
          </p:cNvPr>
          <p:cNvGraphicFramePr/>
          <p:nvPr>
            <p:extLst>
              <p:ext uri="{D42A27DB-BD31-4B8C-83A1-F6EECF244321}">
                <p14:modId xmlns:p14="http://schemas.microsoft.com/office/powerpoint/2010/main" val="3226027147"/>
              </p:ext>
            </p:extLst>
          </p:nvPr>
        </p:nvGraphicFramePr>
        <p:xfrm>
          <a:off x="154599" y="2130845"/>
          <a:ext cx="7371471" cy="50516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Diagram 9">
            <a:extLst>
              <a:ext uri="{FF2B5EF4-FFF2-40B4-BE49-F238E27FC236}">
                <a16:creationId xmlns:a16="http://schemas.microsoft.com/office/drawing/2014/main" id="{DBE455C4-DA52-8E7F-5853-1D2199408DCE}"/>
              </a:ext>
            </a:extLst>
          </p:cNvPr>
          <p:cNvGraphicFramePr/>
          <p:nvPr>
            <p:extLst>
              <p:ext uri="{D42A27DB-BD31-4B8C-83A1-F6EECF244321}">
                <p14:modId xmlns:p14="http://schemas.microsoft.com/office/powerpoint/2010/main" val="2998577445"/>
              </p:ext>
            </p:extLst>
          </p:nvPr>
        </p:nvGraphicFramePr>
        <p:xfrm>
          <a:off x="8436512" y="-525780"/>
          <a:ext cx="7146388" cy="49109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614290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BF5FB9F-E6A2-9E14-1BEE-B4F04C1EA49E}"/>
              </a:ext>
            </a:extLst>
          </p:cNvPr>
          <p:cNvSpPr>
            <a:spLocks noGrp="1" noRot="1" noMove="1" noResize="1" noEditPoints="1" noAdjustHandles="1" noChangeArrowheads="1" noChangeShapeType="1"/>
          </p:cNvSpPr>
          <p:nvPr/>
        </p:nvSpPr>
        <p:spPr>
          <a:xfrm>
            <a:off x="-9433" y="6695737"/>
            <a:ext cx="15840075" cy="1403292"/>
          </a:xfrm>
          <a:prstGeom prst="rect">
            <a:avLst/>
          </a:prstGeom>
          <a:solidFill>
            <a:srgbClr val="E8F0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L1- Families</a:t>
            </a:r>
          </a:p>
        </p:txBody>
      </p:sp>
      <p:sp>
        <p:nvSpPr>
          <p:cNvPr id="5" name="Rectangle 4">
            <a:extLst>
              <a:ext uri="{FF2B5EF4-FFF2-40B4-BE49-F238E27FC236}">
                <a16:creationId xmlns:a16="http://schemas.microsoft.com/office/drawing/2014/main" id="{97B2E891-CEFE-EE91-3DAA-E6DC6A11DAC2}"/>
              </a:ext>
            </a:extLst>
          </p:cNvPr>
          <p:cNvSpPr>
            <a:spLocks noGrp="1" noRot="1" noMove="1" noResize="1" noEditPoints="1" noAdjustHandles="1" noChangeArrowheads="1" noChangeShapeType="1"/>
          </p:cNvSpPr>
          <p:nvPr/>
        </p:nvSpPr>
        <p:spPr>
          <a:xfrm>
            <a:off x="0" y="-323"/>
            <a:ext cx="15840075" cy="1044000"/>
          </a:xfrm>
          <a:prstGeom prst="rect">
            <a:avLst/>
          </a:prstGeom>
          <a:solidFill>
            <a:srgbClr val="FFFD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L7 – Civic UX</a:t>
            </a:r>
          </a:p>
        </p:txBody>
      </p:sp>
      <p:sp>
        <p:nvSpPr>
          <p:cNvPr id="6" name="Rectangle 5">
            <a:extLst>
              <a:ext uri="{FF2B5EF4-FFF2-40B4-BE49-F238E27FC236}">
                <a16:creationId xmlns:a16="http://schemas.microsoft.com/office/drawing/2014/main" id="{9BA6FE2B-5903-F76C-7AE7-7AB5F7AD96FD}"/>
              </a:ext>
            </a:extLst>
          </p:cNvPr>
          <p:cNvSpPr>
            <a:spLocks noGrp="1" noRot="1" noMove="1" noResize="1" noEditPoints="1" noAdjustHandles="1" noChangeArrowheads="1" noChangeShapeType="1"/>
          </p:cNvSpPr>
          <p:nvPr/>
        </p:nvSpPr>
        <p:spPr>
          <a:xfrm>
            <a:off x="0" y="1115687"/>
            <a:ext cx="15840075" cy="1044000"/>
          </a:xfrm>
          <a:prstGeom prst="rect">
            <a:avLst/>
          </a:prstGeom>
          <a:solidFill>
            <a:srgbClr val="EDE7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L6 - Applications</a:t>
            </a:r>
          </a:p>
        </p:txBody>
      </p:sp>
      <p:sp>
        <p:nvSpPr>
          <p:cNvPr id="7" name="Rectangle 6">
            <a:extLst>
              <a:ext uri="{FF2B5EF4-FFF2-40B4-BE49-F238E27FC236}">
                <a16:creationId xmlns:a16="http://schemas.microsoft.com/office/drawing/2014/main" id="{469493A1-E6FD-F3DB-B0D8-762B1429F982}"/>
              </a:ext>
            </a:extLst>
          </p:cNvPr>
          <p:cNvSpPr>
            <a:spLocks noGrp="1" noRot="1" noMove="1" noResize="1" noEditPoints="1" noAdjustHandles="1" noChangeArrowheads="1" noChangeShapeType="1"/>
          </p:cNvSpPr>
          <p:nvPr/>
        </p:nvSpPr>
        <p:spPr>
          <a:xfrm>
            <a:off x="0" y="2231697"/>
            <a:ext cx="15840075" cy="1044000"/>
          </a:xfrm>
          <a:prstGeom prst="rect">
            <a:avLst/>
          </a:prstGeom>
          <a:solidFill>
            <a:srgbClr val="F3F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L5 - Interfaces</a:t>
            </a:r>
          </a:p>
        </p:txBody>
      </p:sp>
      <p:sp>
        <p:nvSpPr>
          <p:cNvPr id="8" name="Rectangle 7">
            <a:extLst>
              <a:ext uri="{FF2B5EF4-FFF2-40B4-BE49-F238E27FC236}">
                <a16:creationId xmlns:a16="http://schemas.microsoft.com/office/drawing/2014/main" id="{B2C06F69-1BBA-E9D1-A780-72FA350B59A1}"/>
              </a:ext>
            </a:extLst>
          </p:cNvPr>
          <p:cNvSpPr>
            <a:spLocks noGrp="1" noRot="1" noMove="1" noResize="1" noEditPoints="1" noAdjustHandles="1" noChangeArrowheads="1" noChangeShapeType="1"/>
          </p:cNvSpPr>
          <p:nvPr/>
        </p:nvSpPr>
        <p:spPr>
          <a:xfrm>
            <a:off x="0" y="3347707"/>
            <a:ext cx="15840075" cy="1044000"/>
          </a:xfrm>
          <a:prstGeom prst="rect">
            <a:avLst/>
          </a:prstGeom>
          <a:solidFill>
            <a:srgbClr val="FDEC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L4 – Instruments </a:t>
            </a:r>
          </a:p>
        </p:txBody>
      </p:sp>
      <p:sp>
        <p:nvSpPr>
          <p:cNvPr id="9" name="Rectangle 8">
            <a:extLst>
              <a:ext uri="{FF2B5EF4-FFF2-40B4-BE49-F238E27FC236}">
                <a16:creationId xmlns:a16="http://schemas.microsoft.com/office/drawing/2014/main" id="{3750A08E-43C5-7588-DF84-5979CA72B5F5}"/>
              </a:ext>
            </a:extLst>
          </p:cNvPr>
          <p:cNvSpPr>
            <a:spLocks noGrp="1" noRot="1" noMove="1" noResize="1" noEditPoints="1" noAdjustHandles="1" noChangeArrowheads="1" noChangeShapeType="1"/>
          </p:cNvSpPr>
          <p:nvPr/>
        </p:nvSpPr>
        <p:spPr>
          <a:xfrm>
            <a:off x="-1" y="4463717"/>
            <a:ext cx="15840075" cy="1044000"/>
          </a:xfrm>
          <a:prstGeom prst="rect">
            <a:avLst/>
          </a:prstGeom>
          <a:solidFill>
            <a:srgbClr val="FFF4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L3 - Subsystems</a:t>
            </a:r>
          </a:p>
        </p:txBody>
      </p:sp>
      <p:sp>
        <p:nvSpPr>
          <p:cNvPr id="10" name="Rectangle 9">
            <a:extLst>
              <a:ext uri="{FF2B5EF4-FFF2-40B4-BE49-F238E27FC236}">
                <a16:creationId xmlns:a16="http://schemas.microsoft.com/office/drawing/2014/main" id="{1D25882C-FEBF-264D-985C-5AC9ED6A6153}"/>
              </a:ext>
            </a:extLst>
          </p:cNvPr>
          <p:cNvSpPr>
            <a:spLocks noGrp="1" noRot="1" noMove="1" noResize="1" noEditPoints="1" noAdjustHandles="1" noChangeArrowheads="1" noChangeShapeType="1"/>
          </p:cNvSpPr>
          <p:nvPr/>
        </p:nvSpPr>
        <p:spPr>
          <a:xfrm>
            <a:off x="-9433" y="5579729"/>
            <a:ext cx="15840075" cy="1044000"/>
          </a:xfrm>
          <a:prstGeom prst="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L2 - Standards</a:t>
            </a:r>
          </a:p>
        </p:txBody>
      </p:sp>
      <p:sp>
        <p:nvSpPr>
          <p:cNvPr id="22" name="Rectangle 21">
            <a:extLst>
              <a:ext uri="{FF2B5EF4-FFF2-40B4-BE49-F238E27FC236}">
                <a16:creationId xmlns:a16="http://schemas.microsoft.com/office/drawing/2014/main" id="{E896329F-9ACE-C62E-96EB-429892DE9D60}"/>
              </a:ext>
            </a:extLst>
          </p:cNvPr>
          <p:cNvSpPr>
            <a:spLocks noGrp="1" noRot="1" noMove="1" noResize="1" noEditPoints="1" noAdjustHandles="1" noChangeArrowheads="1" noChangeShapeType="1"/>
          </p:cNvSpPr>
          <p:nvPr/>
        </p:nvSpPr>
        <p:spPr>
          <a:xfrm>
            <a:off x="1563980" y="0"/>
            <a:ext cx="1079961" cy="8099425"/>
          </a:xfrm>
          <a:prstGeom prst="rect">
            <a:avLst/>
          </a:prstGeom>
          <a:solidFill>
            <a:srgbClr val="C62828">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Risk</a:t>
            </a:r>
          </a:p>
        </p:txBody>
      </p:sp>
      <p:sp>
        <p:nvSpPr>
          <p:cNvPr id="24" name="Rectangle 23">
            <a:extLst>
              <a:ext uri="{FF2B5EF4-FFF2-40B4-BE49-F238E27FC236}">
                <a16:creationId xmlns:a16="http://schemas.microsoft.com/office/drawing/2014/main" id="{512655B8-74ED-5106-C196-3E176508B3A4}"/>
              </a:ext>
            </a:extLst>
          </p:cNvPr>
          <p:cNvSpPr>
            <a:spLocks noGrp="1" noRot="1" noMove="1" noResize="1" noEditPoints="1" noAdjustHandles="1" noChangeArrowheads="1" noChangeShapeType="1"/>
          </p:cNvSpPr>
          <p:nvPr/>
        </p:nvSpPr>
        <p:spPr>
          <a:xfrm>
            <a:off x="4284851" y="-397"/>
            <a:ext cx="1079961" cy="8099425"/>
          </a:xfrm>
          <a:prstGeom prst="rect">
            <a:avLst/>
          </a:prstGeom>
          <a:solidFill>
            <a:srgbClr val="00897B">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Civic</a:t>
            </a:r>
          </a:p>
        </p:txBody>
      </p:sp>
      <p:sp>
        <p:nvSpPr>
          <p:cNvPr id="21" name="Rectangle 20">
            <a:extLst>
              <a:ext uri="{FF2B5EF4-FFF2-40B4-BE49-F238E27FC236}">
                <a16:creationId xmlns:a16="http://schemas.microsoft.com/office/drawing/2014/main" id="{ED261416-600F-DE4B-B03B-E8AA8ED1D853}"/>
              </a:ext>
            </a:extLst>
          </p:cNvPr>
          <p:cNvSpPr>
            <a:spLocks noGrp="1" noRot="1" noMove="1" noResize="1" noEditPoints="1" noAdjustHandles="1" noChangeArrowheads="1" noChangeShapeType="1"/>
          </p:cNvSpPr>
          <p:nvPr/>
        </p:nvSpPr>
        <p:spPr>
          <a:xfrm>
            <a:off x="172205" y="-9"/>
            <a:ext cx="1079961" cy="8099425"/>
          </a:xfrm>
          <a:prstGeom prst="rect">
            <a:avLst/>
          </a:prstGeom>
          <a:solidFill>
            <a:srgbClr val="546E7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Governance</a:t>
            </a:r>
          </a:p>
        </p:txBody>
      </p:sp>
      <p:sp>
        <p:nvSpPr>
          <p:cNvPr id="23" name="Rectangle 22">
            <a:extLst>
              <a:ext uri="{FF2B5EF4-FFF2-40B4-BE49-F238E27FC236}">
                <a16:creationId xmlns:a16="http://schemas.microsoft.com/office/drawing/2014/main" id="{66A1CDF4-799F-AB45-5F6D-56B22922FF38}"/>
              </a:ext>
            </a:extLst>
          </p:cNvPr>
          <p:cNvSpPr>
            <a:spLocks noGrp="1" noRot="1" noMove="1" noResize="1" noEditPoints="1" noAdjustHandles="1" noChangeArrowheads="1" noChangeShapeType="1"/>
          </p:cNvSpPr>
          <p:nvPr/>
        </p:nvSpPr>
        <p:spPr>
          <a:xfrm>
            <a:off x="2913969" y="0"/>
            <a:ext cx="1079961" cy="8099425"/>
          </a:xfrm>
          <a:prstGeom prst="rect">
            <a:avLst/>
          </a:prstGeom>
          <a:solidFill>
            <a:srgbClr val="1565C0">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Data </a:t>
            </a:r>
            <a:br>
              <a:rPr lang="en-GB" noProof="0" dirty="0">
                <a:solidFill>
                  <a:schemeClr val="tx1"/>
                </a:solidFill>
              </a:rPr>
            </a:br>
            <a:r>
              <a:rPr lang="en-GB" noProof="0" dirty="0">
                <a:solidFill>
                  <a:schemeClr val="tx1"/>
                </a:solidFill>
              </a:rPr>
              <a:t>Integrity</a:t>
            </a:r>
          </a:p>
        </p:txBody>
      </p:sp>
      <p:sp>
        <p:nvSpPr>
          <p:cNvPr id="30" name="Rectangle 29">
            <a:extLst>
              <a:ext uri="{FF2B5EF4-FFF2-40B4-BE49-F238E27FC236}">
                <a16:creationId xmlns:a16="http://schemas.microsoft.com/office/drawing/2014/main" id="{4F23E50D-FB8D-178A-F72F-D9E07A91209C}"/>
              </a:ext>
            </a:extLst>
          </p:cNvPr>
          <p:cNvSpPr>
            <a:spLocks noGrp="1" noRot="1" noMove="1" noResize="1" noEditPoints="1" noAdjustHandles="1" noChangeArrowheads="1" noChangeShapeType="1"/>
          </p:cNvSpPr>
          <p:nvPr/>
        </p:nvSpPr>
        <p:spPr>
          <a:xfrm>
            <a:off x="8397497" y="0"/>
            <a:ext cx="1079961" cy="8099425"/>
          </a:xfrm>
          <a:prstGeom prst="rect">
            <a:avLst/>
          </a:prstGeom>
          <a:solidFill>
            <a:srgbClr val="2E7D32">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Ecological</a:t>
            </a:r>
          </a:p>
        </p:txBody>
      </p:sp>
      <p:sp>
        <p:nvSpPr>
          <p:cNvPr id="31" name="Rectangle 30">
            <a:extLst>
              <a:ext uri="{FF2B5EF4-FFF2-40B4-BE49-F238E27FC236}">
                <a16:creationId xmlns:a16="http://schemas.microsoft.com/office/drawing/2014/main" id="{0F6AB2EF-A46F-6B5C-72C9-7170459C5051}"/>
              </a:ext>
            </a:extLst>
          </p:cNvPr>
          <p:cNvSpPr>
            <a:spLocks noGrp="1" noRot="1" noMove="1" noResize="1" noEditPoints="1" noAdjustHandles="1" noChangeArrowheads="1" noChangeShapeType="1"/>
          </p:cNvSpPr>
          <p:nvPr/>
        </p:nvSpPr>
        <p:spPr>
          <a:xfrm>
            <a:off x="12510139" y="5"/>
            <a:ext cx="1079961" cy="8099425"/>
          </a:xfrm>
          <a:prstGeom prst="rect">
            <a:avLst/>
          </a:prstGeom>
          <a:solidFill>
            <a:srgbClr val="455A64">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Standards</a:t>
            </a:r>
          </a:p>
        </p:txBody>
      </p:sp>
      <p:sp>
        <p:nvSpPr>
          <p:cNvPr id="34" name="Rectangle 33">
            <a:extLst>
              <a:ext uri="{FF2B5EF4-FFF2-40B4-BE49-F238E27FC236}">
                <a16:creationId xmlns:a16="http://schemas.microsoft.com/office/drawing/2014/main" id="{B6C75120-2484-DDE7-CEB0-0698C6901C0C}"/>
              </a:ext>
            </a:extLst>
          </p:cNvPr>
          <p:cNvSpPr>
            <a:spLocks noGrp="1" noRot="1" noMove="1" noResize="1" noEditPoints="1" noAdjustHandles="1" noChangeArrowheads="1" noChangeShapeType="1"/>
          </p:cNvSpPr>
          <p:nvPr/>
        </p:nvSpPr>
        <p:spPr>
          <a:xfrm>
            <a:off x="7026615" y="-396"/>
            <a:ext cx="1079961" cy="8099425"/>
          </a:xfrm>
          <a:prstGeom prst="rect">
            <a:avLst/>
          </a:prstGeom>
          <a:solidFill>
            <a:srgbClr val="6D4C41">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Resource</a:t>
            </a:r>
          </a:p>
        </p:txBody>
      </p:sp>
      <p:sp>
        <p:nvSpPr>
          <p:cNvPr id="35" name="Rectangle 34">
            <a:extLst>
              <a:ext uri="{FF2B5EF4-FFF2-40B4-BE49-F238E27FC236}">
                <a16:creationId xmlns:a16="http://schemas.microsoft.com/office/drawing/2014/main" id="{FA1DE700-BB82-2C6C-C332-84BDE85B4E68}"/>
              </a:ext>
            </a:extLst>
          </p:cNvPr>
          <p:cNvSpPr>
            <a:spLocks noGrp="1" noRot="1" noMove="1" noResize="1" noEditPoints="1" noAdjustHandles="1" noChangeArrowheads="1" noChangeShapeType="1"/>
          </p:cNvSpPr>
          <p:nvPr/>
        </p:nvSpPr>
        <p:spPr>
          <a:xfrm>
            <a:off x="9768379" y="11"/>
            <a:ext cx="1079961" cy="8099425"/>
          </a:xfrm>
          <a:prstGeom prst="rect">
            <a:avLst/>
          </a:prstGeom>
          <a:solidFill>
            <a:srgbClr val="6A1B9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Meta-</a:t>
            </a:r>
            <a:br>
              <a:rPr lang="en-GB" noProof="0" dirty="0">
                <a:solidFill>
                  <a:schemeClr val="tx1"/>
                </a:solidFill>
              </a:rPr>
            </a:br>
            <a:r>
              <a:rPr lang="en-GB" noProof="0" dirty="0">
                <a:solidFill>
                  <a:schemeClr val="tx1"/>
                </a:solidFill>
              </a:rPr>
              <a:t>Integration</a:t>
            </a:r>
          </a:p>
        </p:txBody>
      </p:sp>
      <p:sp>
        <p:nvSpPr>
          <p:cNvPr id="33" name="Rectangle 32">
            <a:extLst>
              <a:ext uri="{FF2B5EF4-FFF2-40B4-BE49-F238E27FC236}">
                <a16:creationId xmlns:a16="http://schemas.microsoft.com/office/drawing/2014/main" id="{7703307F-E75E-0AF1-38F8-9ABEC25CC209}"/>
              </a:ext>
            </a:extLst>
          </p:cNvPr>
          <p:cNvSpPr>
            <a:spLocks noGrp="1" noRot="1" noMove="1" noResize="1" noEditPoints="1" noAdjustHandles="1" noChangeArrowheads="1" noChangeShapeType="1"/>
          </p:cNvSpPr>
          <p:nvPr/>
        </p:nvSpPr>
        <p:spPr>
          <a:xfrm>
            <a:off x="5655733" y="0"/>
            <a:ext cx="1079961" cy="8099425"/>
          </a:xfrm>
          <a:prstGeom prst="rect">
            <a:avLst/>
          </a:prstGeom>
          <a:solidFill>
            <a:srgbClr val="F9A825">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tx1"/>
                </a:solidFill>
              </a:rPr>
              <a:t>Incentive</a:t>
            </a:r>
          </a:p>
        </p:txBody>
      </p:sp>
      <p:sp>
        <p:nvSpPr>
          <p:cNvPr id="36" name="Rectangle 35">
            <a:extLst>
              <a:ext uri="{FF2B5EF4-FFF2-40B4-BE49-F238E27FC236}">
                <a16:creationId xmlns:a16="http://schemas.microsoft.com/office/drawing/2014/main" id="{04BDC2B6-D5E5-175A-50E6-E99ACFE6AFE2}"/>
              </a:ext>
            </a:extLst>
          </p:cNvPr>
          <p:cNvSpPr>
            <a:spLocks noGrp="1" noRot="1" noMove="1" noResize="1" noEditPoints="1" noAdjustHandles="1" noChangeArrowheads="1" noChangeShapeType="1"/>
          </p:cNvSpPr>
          <p:nvPr/>
        </p:nvSpPr>
        <p:spPr>
          <a:xfrm>
            <a:off x="11139261" y="8"/>
            <a:ext cx="1079961" cy="8099425"/>
          </a:xfrm>
          <a:prstGeom prst="rect">
            <a:avLst/>
          </a:prstGeom>
          <a:solidFill>
            <a:srgbClr val="000000"/>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noProof="0" dirty="0">
                <a:solidFill>
                  <a:schemeClr val="bg1"/>
                </a:solidFill>
              </a:rPr>
              <a:t>Minimum</a:t>
            </a:r>
            <a:br>
              <a:rPr lang="en-GB" noProof="0" dirty="0">
                <a:solidFill>
                  <a:schemeClr val="bg1"/>
                </a:solidFill>
              </a:rPr>
            </a:br>
            <a:r>
              <a:rPr lang="en-GB" noProof="0" dirty="0">
                <a:solidFill>
                  <a:schemeClr val="bg1"/>
                </a:solidFill>
              </a:rPr>
              <a:t>Viable</a:t>
            </a:r>
          </a:p>
          <a:p>
            <a:r>
              <a:rPr lang="en-GB" noProof="0" dirty="0">
                <a:solidFill>
                  <a:schemeClr val="bg1"/>
                </a:solidFill>
              </a:rPr>
              <a:t>Systems </a:t>
            </a:r>
            <a:br>
              <a:rPr lang="en-GB" noProof="0" dirty="0">
                <a:solidFill>
                  <a:schemeClr val="bg1"/>
                </a:solidFill>
              </a:rPr>
            </a:br>
            <a:r>
              <a:rPr lang="en-GB" noProof="0" dirty="0">
                <a:solidFill>
                  <a:schemeClr val="bg1"/>
                </a:solidFill>
              </a:rPr>
              <a:t>(MVS)</a:t>
            </a:r>
          </a:p>
        </p:txBody>
      </p:sp>
      <p:sp>
        <p:nvSpPr>
          <p:cNvPr id="37" name="Rectangle: Rounded Corners 36">
            <a:extLst>
              <a:ext uri="{FF2B5EF4-FFF2-40B4-BE49-F238E27FC236}">
                <a16:creationId xmlns:a16="http://schemas.microsoft.com/office/drawing/2014/main" id="{A351431D-F163-235F-713B-8667A6008A56}"/>
              </a:ext>
            </a:extLst>
          </p:cNvPr>
          <p:cNvSpPr/>
          <p:nvPr/>
        </p:nvSpPr>
        <p:spPr>
          <a:xfrm>
            <a:off x="116903" y="4516227"/>
            <a:ext cx="573610" cy="263732"/>
          </a:xfrm>
          <a:prstGeom prst="roundRect">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MVGS</a:t>
            </a:r>
          </a:p>
        </p:txBody>
      </p:sp>
      <p:sp>
        <p:nvSpPr>
          <p:cNvPr id="38" name="Hexagon 37">
            <a:extLst>
              <a:ext uri="{FF2B5EF4-FFF2-40B4-BE49-F238E27FC236}">
                <a16:creationId xmlns:a16="http://schemas.microsoft.com/office/drawing/2014/main" id="{09DD5E7E-5F3A-D63B-1C96-7B3A866E1221}"/>
              </a:ext>
            </a:extLst>
          </p:cNvPr>
          <p:cNvSpPr/>
          <p:nvPr/>
        </p:nvSpPr>
        <p:spPr>
          <a:xfrm>
            <a:off x="212544" y="3387593"/>
            <a:ext cx="598880" cy="244830"/>
          </a:xfrm>
          <a:prstGeom prst="hexagon">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GIM</a:t>
            </a:r>
          </a:p>
        </p:txBody>
      </p:sp>
      <p:sp>
        <p:nvSpPr>
          <p:cNvPr id="39" name="Rectangle 38">
            <a:extLst>
              <a:ext uri="{FF2B5EF4-FFF2-40B4-BE49-F238E27FC236}">
                <a16:creationId xmlns:a16="http://schemas.microsoft.com/office/drawing/2014/main" id="{B66E5898-F190-0DBC-55FD-02F5CEEE9862}"/>
              </a:ext>
            </a:extLst>
          </p:cNvPr>
          <p:cNvSpPr/>
          <p:nvPr/>
        </p:nvSpPr>
        <p:spPr>
          <a:xfrm>
            <a:off x="262186"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Governance Standards</a:t>
            </a:r>
          </a:p>
        </p:txBody>
      </p:sp>
      <p:cxnSp>
        <p:nvCxnSpPr>
          <p:cNvPr id="41" name="Straight Arrow Connector 40">
            <a:extLst>
              <a:ext uri="{FF2B5EF4-FFF2-40B4-BE49-F238E27FC236}">
                <a16:creationId xmlns:a16="http://schemas.microsoft.com/office/drawing/2014/main" id="{871E38E3-3C71-FD4E-74C7-6DD8F2A246E5}"/>
              </a:ext>
            </a:extLst>
          </p:cNvPr>
          <p:cNvCxnSpPr/>
          <p:nvPr/>
        </p:nvCxnSpPr>
        <p:spPr>
          <a:xfrm flipV="1">
            <a:off x="16793575" y="2159687"/>
            <a:ext cx="0" cy="990015"/>
          </a:xfrm>
          <a:prstGeom prst="straightConnector1">
            <a:avLst/>
          </a:prstGeom>
          <a:ln w="31750">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519D866A-7463-9802-D29C-8D5CA8198A38}"/>
              </a:ext>
            </a:extLst>
          </p:cNvPr>
          <p:cNvCxnSpPr/>
          <p:nvPr/>
        </p:nvCxnSpPr>
        <p:spPr>
          <a:xfrm flipH="1">
            <a:off x="16380131" y="1637687"/>
            <a:ext cx="990011" cy="0"/>
          </a:xfrm>
          <a:prstGeom prst="straightConnector1">
            <a:avLst/>
          </a:prstGeom>
          <a:ln>
            <a:prstDash val="dash"/>
            <a:tailEnd type="arrow"/>
          </a:ln>
        </p:spPr>
        <p:style>
          <a:lnRef idx="2">
            <a:schemeClr val="accent1"/>
          </a:lnRef>
          <a:fillRef idx="0">
            <a:schemeClr val="accent1"/>
          </a:fillRef>
          <a:effectRef idx="1">
            <a:schemeClr val="accent1"/>
          </a:effectRef>
          <a:fontRef idx="minor">
            <a:schemeClr val="tx1"/>
          </a:fontRef>
        </p:style>
      </p:cxnSp>
      <p:sp>
        <p:nvSpPr>
          <p:cNvPr id="44" name="Rectangle 43">
            <a:extLst>
              <a:ext uri="{FF2B5EF4-FFF2-40B4-BE49-F238E27FC236}">
                <a16:creationId xmlns:a16="http://schemas.microsoft.com/office/drawing/2014/main" id="{E9E3E519-B66F-4795-0117-428DD62E54F6}"/>
              </a:ext>
            </a:extLst>
          </p:cNvPr>
          <p:cNvSpPr/>
          <p:nvPr/>
        </p:nvSpPr>
        <p:spPr>
          <a:xfrm>
            <a:off x="1633067"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Risk Standards</a:t>
            </a:r>
          </a:p>
        </p:txBody>
      </p:sp>
      <p:sp>
        <p:nvSpPr>
          <p:cNvPr id="45" name="Rectangle 44">
            <a:extLst>
              <a:ext uri="{FF2B5EF4-FFF2-40B4-BE49-F238E27FC236}">
                <a16:creationId xmlns:a16="http://schemas.microsoft.com/office/drawing/2014/main" id="{40180EF0-5C13-7A9F-3D97-2BBFD2881B9A}"/>
              </a:ext>
            </a:extLst>
          </p:cNvPr>
          <p:cNvSpPr/>
          <p:nvPr/>
        </p:nvSpPr>
        <p:spPr>
          <a:xfrm>
            <a:off x="8487475" y="583176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Ecological standards</a:t>
            </a:r>
          </a:p>
        </p:txBody>
      </p:sp>
      <p:sp>
        <p:nvSpPr>
          <p:cNvPr id="46" name="Rectangle 45">
            <a:extLst>
              <a:ext uri="{FF2B5EF4-FFF2-40B4-BE49-F238E27FC236}">
                <a16:creationId xmlns:a16="http://schemas.microsoft.com/office/drawing/2014/main" id="{90EB0D3B-B4FD-00AD-16AC-493562A4EEF9}"/>
              </a:ext>
            </a:extLst>
          </p:cNvPr>
          <p:cNvSpPr/>
          <p:nvPr/>
        </p:nvSpPr>
        <p:spPr>
          <a:xfrm>
            <a:off x="7116595" y="583176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Resource Standards</a:t>
            </a:r>
          </a:p>
        </p:txBody>
      </p:sp>
      <p:sp>
        <p:nvSpPr>
          <p:cNvPr id="47" name="Rectangle 46">
            <a:extLst>
              <a:ext uri="{FF2B5EF4-FFF2-40B4-BE49-F238E27FC236}">
                <a16:creationId xmlns:a16="http://schemas.microsoft.com/office/drawing/2014/main" id="{008D25BF-0654-E809-08D0-26D6FDDB759C}"/>
              </a:ext>
            </a:extLst>
          </p:cNvPr>
          <p:cNvSpPr/>
          <p:nvPr/>
        </p:nvSpPr>
        <p:spPr>
          <a:xfrm>
            <a:off x="5745713"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Incentive Standards</a:t>
            </a:r>
          </a:p>
        </p:txBody>
      </p:sp>
      <p:sp>
        <p:nvSpPr>
          <p:cNvPr id="48" name="Rectangle 47">
            <a:extLst>
              <a:ext uri="{FF2B5EF4-FFF2-40B4-BE49-F238E27FC236}">
                <a16:creationId xmlns:a16="http://schemas.microsoft.com/office/drawing/2014/main" id="{61EE193F-DCE9-9A58-4710-09A52FAF1BF8}"/>
              </a:ext>
            </a:extLst>
          </p:cNvPr>
          <p:cNvSpPr/>
          <p:nvPr/>
        </p:nvSpPr>
        <p:spPr>
          <a:xfrm>
            <a:off x="4374829"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Civic Standards</a:t>
            </a:r>
          </a:p>
        </p:txBody>
      </p:sp>
      <p:sp>
        <p:nvSpPr>
          <p:cNvPr id="49" name="Rectangle 48">
            <a:extLst>
              <a:ext uri="{FF2B5EF4-FFF2-40B4-BE49-F238E27FC236}">
                <a16:creationId xmlns:a16="http://schemas.microsoft.com/office/drawing/2014/main" id="{83D0FCF0-C3D8-CA45-4A83-C56011E64CFD}"/>
              </a:ext>
            </a:extLst>
          </p:cNvPr>
          <p:cNvSpPr/>
          <p:nvPr/>
        </p:nvSpPr>
        <p:spPr>
          <a:xfrm>
            <a:off x="3004207"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Data Integrity Standards</a:t>
            </a:r>
          </a:p>
        </p:txBody>
      </p:sp>
      <p:sp>
        <p:nvSpPr>
          <p:cNvPr id="50" name="Rectangle 49">
            <a:extLst>
              <a:ext uri="{FF2B5EF4-FFF2-40B4-BE49-F238E27FC236}">
                <a16:creationId xmlns:a16="http://schemas.microsoft.com/office/drawing/2014/main" id="{730B655F-86AC-B3C1-3B70-1F1FB5DEAA0B}"/>
              </a:ext>
            </a:extLst>
          </p:cNvPr>
          <p:cNvSpPr/>
          <p:nvPr/>
        </p:nvSpPr>
        <p:spPr>
          <a:xfrm>
            <a:off x="12600119" y="583707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Master Standards</a:t>
            </a:r>
          </a:p>
        </p:txBody>
      </p:sp>
      <p:sp>
        <p:nvSpPr>
          <p:cNvPr id="51" name="Rectangle 50">
            <a:extLst>
              <a:ext uri="{FF2B5EF4-FFF2-40B4-BE49-F238E27FC236}">
                <a16:creationId xmlns:a16="http://schemas.microsoft.com/office/drawing/2014/main" id="{A4525906-B360-1B4C-6E39-8654AEBC54CF}"/>
              </a:ext>
            </a:extLst>
          </p:cNvPr>
          <p:cNvSpPr/>
          <p:nvPr/>
        </p:nvSpPr>
        <p:spPr>
          <a:xfrm>
            <a:off x="11229241" y="582945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MVS standards</a:t>
            </a:r>
          </a:p>
        </p:txBody>
      </p:sp>
      <p:sp>
        <p:nvSpPr>
          <p:cNvPr id="52" name="Rectangle 51">
            <a:extLst>
              <a:ext uri="{FF2B5EF4-FFF2-40B4-BE49-F238E27FC236}">
                <a16:creationId xmlns:a16="http://schemas.microsoft.com/office/drawing/2014/main" id="{40325252-82E4-8DD5-439E-C76A0A607FB7}"/>
              </a:ext>
            </a:extLst>
          </p:cNvPr>
          <p:cNvSpPr/>
          <p:nvPr/>
        </p:nvSpPr>
        <p:spPr>
          <a:xfrm>
            <a:off x="9858359" y="5818992"/>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Meta-integration Standards</a:t>
            </a:r>
          </a:p>
        </p:txBody>
      </p:sp>
      <p:sp>
        <p:nvSpPr>
          <p:cNvPr id="53" name="Rectangle: Rounded Corners 52">
            <a:extLst>
              <a:ext uri="{FF2B5EF4-FFF2-40B4-BE49-F238E27FC236}">
                <a16:creationId xmlns:a16="http://schemas.microsoft.com/office/drawing/2014/main" id="{34A875F9-5794-3930-1DDF-6C8CA4995EE2}"/>
              </a:ext>
            </a:extLst>
          </p:cNvPr>
          <p:cNvSpPr/>
          <p:nvPr/>
        </p:nvSpPr>
        <p:spPr>
          <a:xfrm>
            <a:off x="848575" y="4689944"/>
            <a:ext cx="361808" cy="197182"/>
          </a:xfrm>
          <a:prstGeom prst="roundRect">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CS</a:t>
            </a:r>
          </a:p>
        </p:txBody>
      </p:sp>
      <p:sp>
        <p:nvSpPr>
          <p:cNvPr id="54" name="Rectangle: Rounded Corners 53">
            <a:extLst>
              <a:ext uri="{FF2B5EF4-FFF2-40B4-BE49-F238E27FC236}">
                <a16:creationId xmlns:a16="http://schemas.microsoft.com/office/drawing/2014/main" id="{9683A3A0-2F6A-76C4-0EA3-1CF628EF5518}"/>
              </a:ext>
            </a:extLst>
          </p:cNvPr>
          <p:cNvSpPr/>
          <p:nvPr/>
        </p:nvSpPr>
        <p:spPr>
          <a:xfrm>
            <a:off x="133123" y="5025488"/>
            <a:ext cx="685970" cy="187808"/>
          </a:xfrm>
          <a:prstGeom prst="roundRect">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TS (Gov)</a:t>
            </a:r>
          </a:p>
        </p:txBody>
      </p:sp>
      <p:sp>
        <p:nvSpPr>
          <p:cNvPr id="55" name="Rectangle: Rounded Corners 54">
            <a:extLst>
              <a:ext uri="{FF2B5EF4-FFF2-40B4-BE49-F238E27FC236}">
                <a16:creationId xmlns:a16="http://schemas.microsoft.com/office/drawing/2014/main" id="{FA9F665B-900E-6E1F-3BF7-5E3A4658D400}"/>
              </a:ext>
            </a:extLst>
          </p:cNvPr>
          <p:cNvSpPr/>
          <p:nvPr/>
        </p:nvSpPr>
        <p:spPr>
          <a:xfrm>
            <a:off x="737498" y="5294404"/>
            <a:ext cx="392655" cy="186731"/>
          </a:xfrm>
          <a:prstGeom prst="roundRect">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AS</a:t>
            </a:r>
          </a:p>
        </p:txBody>
      </p:sp>
      <p:sp>
        <p:nvSpPr>
          <p:cNvPr id="56" name="Rectangle: Rounded Corners 55">
            <a:extLst>
              <a:ext uri="{FF2B5EF4-FFF2-40B4-BE49-F238E27FC236}">
                <a16:creationId xmlns:a16="http://schemas.microsoft.com/office/drawing/2014/main" id="{573AC55B-AA5C-212D-EFBB-8011BB28A2EB}"/>
              </a:ext>
            </a:extLst>
          </p:cNvPr>
          <p:cNvSpPr/>
          <p:nvPr/>
        </p:nvSpPr>
        <p:spPr>
          <a:xfrm>
            <a:off x="1538270" y="4471987"/>
            <a:ext cx="558582" cy="263732"/>
          </a:xfrm>
          <a:prstGeom prst="roundRect">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RFL</a:t>
            </a:r>
          </a:p>
        </p:txBody>
      </p:sp>
      <p:sp>
        <p:nvSpPr>
          <p:cNvPr id="57" name="Rectangle: Rounded Corners 56">
            <a:extLst>
              <a:ext uri="{FF2B5EF4-FFF2-40B4-BE49-F238E27FC236}">
                <a16:creationId xmlns:a16="http://schemas.microsoft.com/office/drawing/2014/main" id="{4BBCD67E-1C97-522A-FFF6-31AED9D86F5A}"/>
              </a:ext>
            </a:extLst>
          </p:cNvPr>
          <p:cNvSpPr/>
          <p:nvPr/>
        </p:nvSpPr>
        <p:spPr>
          <a:xfrm>
            <a:off x="1772072" y="4887126"/>
            <a:ext cx="558582" cy="263732"/>
          </a:xfrm>
          <a:prstGeom prst="roundRect">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SEM</a:t>
            </a:r>
          </a:p>
        </p:txBody>
      </p:sp>
      <p:sp>
        <p:nvSpPr>
          <p:cNvPr id="58" name="Rectangle: Rounded Corners 57">
            <a:extLst>
              <a:ext uri="{FF2B5EF4-FFF2-40B4-BE49-F238E27FC236}">
                <a16:creationId xmlns:a16="http://schemas.microsoft.com/office/drawing/2014/main" id="{55DD9C16-5151-4FAF-FD98-CF01D0C90505}"/>
              </a:ext>
            </a:extLst>
          </p:cNvPr>
          <p:cNvSpPr/>
          <p:nvPr/>
        </p:nvSpPr>
        <p:spPr>
          <a:xfrm>
            <a:off x="2032809" y="5213296"/>
            <a:ext cx="558582" cy="263732"/>
          </a:xfrm>
          <a:prstGeom prst="roundRect">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CSDM</a:t>
            </a:r>
          </a:p>
        </p:txBody>
      </p:sp>
      <p:sp>
        <p:nvSpPr>
          <p:cNvPr id="59" name="Rectangle: Rounded Corners 58">
            <a:extLst>
              <a:ext uri="{FF2B5EF4-FFF2-40B4-BE49-F238E27FC236}">
                <a16:creationId xmlns:a16="http://schemas.microsoft.com/office/drawing/2014/main" id="{9DB1454D-2DF8-8DB8-11F8-D5994432F4E9}"/>
              </a:ext>
            </a:extLst>
          </p:cNvPr>
          <p:cNvSpPr/>
          <p:nvPr/>
        </p:nvSpPr>
        <p:spPr>
          <a:xfrm>
            <a:off x="2942548" y="4456463"/>
            <a:ext cx="558582" cy="263732"/>
          </a:xfrm>
          <a:prstGeom prst="roundRect">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AAS</a:t>
            </a:r>
          </a:p>
        </p:txBody>
      </p:sp>
      <p:sp>
        <p:nvSpPr>
          <p:cNvPr id="60" name="Rectangle: Rounded Corners 59">
            <a:extLst>
              <a:ext uri="{FF2B5EF4-FFF2-40B4-BE49-F238E27FC236}">
                <a16:creationId xmlns:a16="http://schemas.microsoft.com/office/drawing/2014/main" id="{3E776D22-ED97-7CEA-612E-D4894BBBBCFC}"/>
              </a:ext>
            </a:extLst>
          </p:cNvPr>
          <p:cNvSpPr/>
          <p:nvPr/>
        </p:nvSpPr>
        <p:spPr>
          <a:xfrm>
            <a:off x="3174656" y="4829892"/>
            <a:ext cx="558582" cy="263732"/>
          </a:xfrm>
          <a:prstGeom prst="roundRect">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Audit</a:t>
            </a:r>
          </a:p>
        </p:txBody>
      </p:sp>
      <p:sp>
        <p:nvSpPr>
          <p:cNvPr id="61" name="Rectangle: Rounded Corners 60">
            <a:extLst>
              <a:ext uri="{FF2B5EF4-FFF2-40B4-BE49-F238E27FC236}">
                <a16:creationId xmlns:a16="http://schemas.microsoft.com/office/drawing/2014/main" id="{C545CC5A-0B83-BFA7-A624-4DE86E2AFB00}"/>
              </a:ext>
            </a:extLst>
          </p:cNvPr>
          <p:cNvSpPr/>
          <p:nvPr/>
        </p:nvSpPr>
        <p:spPr>
          <a:xfrm>
            <a:off x="3387446" y="5178096"/>
            <a:ext cx="558582" cy="263732"/>
          </a:xfrm>
          <a:prstGeom prst="roundRect">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GDIS</a:t>
            </a:r>
          </a:p>
        </p:txBody>
      </p:sp>
      <p:sp>
        <p:nvSpPr>
          <p:cNvPr id="62" name="Rectangle: Rounded Corners 61">
            <a:extLst>
              <a:ext uri="{FF2B5EF4-FFF2-40B4-BE49-F238E27FC236}">
                <a16:creationId xmlns:a16="http://schemas.microsoft.com/office/drawing/2014/main" id="{31B7BA8B-4A8A-8787-4F60-21B3B07BEE1A}"/>
              </a:ext>
            </a:extLst>
          </p:cNvPr>
          <p:cNvSpPr/>
          <p:nvPr/>
        </p:nvSpPr>
        <p:spPr>
          <a:xfrm>
            <a:off x="4886655" y="4896224"/>
            <a:ext cx="464165" cy="191942"/>
          </a:xfrm>
          <a:prstGeom prst="roundRect">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CPI</a:t>
            </a:r>
          </a:p>
        </p:txBody>
      </p:sp>
      <p:sp>
        <p:nvSpPr>
          <p:cNvPr id="63" name="Rectangle: Rounded Corners 62">
            <a:extLst>
              <a:ext uri="{FF2B5EF4-FFF2-40B4-BE49-F238E27FC236}">
                <a16:creationId xmlns:a16="http://schemas.microsoft.com/office/drawing/2014/main" id="{83D86E07-2E12-2EB9-589F-EFBB8ED4C38D}"/>
              </a:ext>
            </a:extLst>
          </p:cNvPr>
          <p:cNvSpPr/>
          <p:nvPr/>
        </p:nvSpPr>
        <p:spPr>
          <a:xfrm>
            <a:off x="4524361" y="5136382"/>
            <a:ext cx="612865" cy="348471"/>
          </a:xfrm>
          <a:prstGeom prst="roundRect">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TS (Civic)</a:t>
            </a:r>
          </a:p>
        </p:txBody>
      </p:sp>
      <p:sp>
        <p:nvSpPr>
          <p:cNvPr id="64" name="Rectangle: Rounded Corners 63">
            <a:extLst>
              <a:ext uri="{FF2B5EF4-FFF2-40B4-BE49-F238E27FC236}">
                <a16:creationId xmlns:a16="http://schemas.microsoft.com/office/drawing/2014/main" id="{46E95F8B-FD37-4361-C538-444698FF9828}"/>
              </a:ext>
            </a:extLst>
          </p:cNvPr>
          <p:cNvSpPr/>
          <p:nvPr/>
        </p:nvSpPr>
        <p:spPr>
          <a:xfrm>
            <a:off x="4889009" y="4565943"/>
            <a:ext cx="475803" cy="191941"/>
          </a:xfrm>
          <a:prstGeom prst="roundRect">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CSL</a:t>
            </a:r>
          </a:p>
        </p:txBody>
      </p:sp>
      <p:sp>
        <p:nvSpPr>
          <p:cNvPr id="65" name="Rectangle: Rounded Corners 64">
            <a:extLst>
              <a:ext uri="{FF2B5EF4-FFF2-40B4-BE49-F238E27FC236}">
                <a16:creationId xmlns:a16="http://schemas.microsoft.com/office/drawing/2014/main" id="{53B51862-0960-9F38-C55B-28B0C4F46376}"/>
              </a:ext>
            </a:extLst>
          </p:cNvPr>
          <p:cNvSpPr/>
          <p:nvPr/>
        </p:nvSpPr>
        <p:spPr>
          <a:xfrm>
            <a:off x="4261219" y="4952173"/>
            <a:ext cx="466310" cy="191942"/>
          </a:xfrm>
          <a:prstGeom prst="roundRect">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PTR</a:t>
            </a:r>
          </a:p>
        </p:txBody>
      </p:sp>
      <p:sp>
        <p:nvSpPr>
          <p:cNvPr id="66" name="Rectangle: Rounded Corners 65">
            <a:extLst>
              <a:ext uri="{FF2B5EF4-FFF2-40B4-BE49-F238E27FC236}">
                <a16:creationId xmlns:a16="http://schemas.microsoft.com/office/drawing/2014/main" id="{0FA316FD-0101-AF05-D473-1F855ED42FDF}"/>
              </a:ext>
            </a:extLst>
          </p:cNvPr>
          <p:cNvSpPr/>
          <p:nvPr/>
        </p:nvSpPr>
        <p:spPr>
          <a:xfrm>
            <a:off x="5674998" y="4507784"/>
            <a:ext cx="523478" cy="263732"/>
          </a:xfrm>
          <a:prstGeom prst="roundRect">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MVIS</a:t>
            </a:r>
          </a:p>
        </p:txBody>
      </p:sp>
      <p:sp>
        <p:nvSpPr>
          <p:cNvPr id="67" name="Rectangle: Rounded Corners 66">
            <a:extLst>
              <a:ext uri="{FF2B5EF4-FFF2-40B4-BE49-F238E27FC236}">
                <a16:creationId xmlns:a16="http://schemas.microsoft.com/office/drawing/2014/main" id="{3B4A1FBF-4FB7-6322-38D6-451337BC57D7}"/>
              </a:ext>
            </a:extLst>
          </p:cNvPr>
          <p:cNvSpPr/>
          <p:nvPr/>
        </p:nvSpPr>
        <p:spPr>
          <a:xfrm>
            <a:off x="5801395" y="4807522"/>
            <a:ext cx="830419" cy="329621"/>
          </a:xfrm>
          <a:prstGeom prst="roundRect">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Drift Detection</a:t>
            </a:r>
          </a:p>
        </p:txBody>
      </p:sp>
      <p:sp>
        <p:nvSpPr>
          <p:cNvPr id="68" name="Rectangle: Rounded Corners 67">
            <a:extLst>
              <a:ext uri="{FF2B5EF4-FFF2-40B4-BE49-F238E27FC236}">
                <a16:creationId xmlns:a16="http://schemas.microsoft.com/office/drawing/2014/main" id="{33379D2E-07B4-09ED-67CA-3B7C17B22321}"/>
              </a:ext>
            </a:extLst>
          </p:cNvPr>
          <p:cNvSpPr/>
          <p:nvPr/>
        </p:nvSpPr>
        <p:spPr>
          <a:xfrm>
            <a:off x="5676622" y="5170952"/>
            <a:ext cx="1028823" cy="305664"/>
          </a:xfrm>
          <a:prstGeom prst="roundRect">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Incentive Metrics Engine</a:t>
            </a:r>
          </a:p>
        </p:txBody>
      </p:sp>
      <p:sp>
        <p:nvSpPr>
          <p:cNvPr id="69" name="Rectangle: Rounded Corners 68">
            <a:extLst>
              <a:ext uri="{FF2B5EF4-FFF2-40B4-BE49-F238E27FC236}">
                <a16:creationId xmlns:a16="http://schemas.microsoft.com/office/drawing/2014/main" id="{A3D3830F-5AC9-7C8F-37B7-D141E7279BFA}"/>
              </a:ext>
            </a:extLst>
          </p:cNvPr>
          <p:cNvSpPr/>
          <p:nvPr/>
        </p:nvSpPr>
        <p:spPr>
          <a:xfrm>
            <a:off x="6989300" y="4500120"/>
            <a:ext cx="926596" cy="329772"/>
          </a:xfrm>
          <a:prstGeom prst="roundRect">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Resource Metrics</a:t>
            </a:r>
          </a:p>
        </p:txBody>
      </p:sp>
      <p:sp>
        <p:nvSpPr>
          <p:cNvPr id="70" name="Rectangle: Rounded Corners 69">
            <a:extLst>
              <a:ext uri="{FF2B5EF4-FFF2-40B4-BE49-F238E27FC236}">
                <a16:creationId xmlns:a16="http://schemas.microsoft.com/office/drawing/2014/main" id="{E01E6A3C-8A9E-C938-E9BF-2BA53A173928}"/>
              </a:ext>
            </a:extLst>
          </p:cNvPr>
          <p:cNvSpPr/>
          <p:nvPr/>
        </p:nvSpPr>
        <p:spPr>
          <a:xfrm>
            <a:off x="7058305" y="4892456"/>
            <a:ext cx="1002695" cy="236677"/>
          </a:xfrm>
          <a:prstGeom prst="roundRect">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Sustainability</a:t>
            </a:r>
          </a:p>
        </p:txBody>
      </p:sp>
      <p:sp>
        <p:nvSpPr>
          <p:cNvPr id="71" name="Rectangle: Rounded Corners 70">
            <a:extLst>
              <a:ext uri="{FF2B5EF4-FFF2-40B4-BE49-F238E27FC236}">
                <a16:creationId xmlns:a16="http://schemas.microsoft.com/office/drawing/2014/main" id="{C12D3C7C-400C-6B8C-FA49-45F0FD90156B}"/>
              </a:ext>
            </a:extLst>
          </p:cNvPr>
          <p:cNvSpPr/>
          <p:nvPr/>
        </p:nvSpPr>
        <p:spPr>
          <a:xfrm>
            <a:off x="7160430" y="5187224"/>
            <a:ext cx="820097" cy="236677"/>
          </a:xfrm>
          <a:prstGeom prst="roundRect">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Efficiency</a:t>
            </a:r>
          </a:p>
        </p:txBody>
      </p:sp>
      <p:sp>
        <p:nvSpPr>
          <p:cNvPr id="72" name="Rectangle: Rounded Corners 71">
            <a:extLst>
              <a:ext uri="{FF2B5EF4-FFF2-40B4-BE49-F238E27FC236}">
                <a16:creationId xmlns:a16="http://schemas.microsoft.com/office/drawing/2014/main" id="{8312B029-21A1-3BBD-8929-9BB495AC1C61}"/>
              </a:ext>
            </a:extLst>
          </p:cNvPr>
          <p:cNvSpPr/>
          <p:nvPr/>
        </p:nvSpPr>
        <p:spPr>
          <a:xfrm>
            <a:off x="8368725" y="4497731"/>
            <a:ext cx="667442" cy="191261"/>
          </a:xfrm>
          <a:prstGeom prst="roundRect">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PBMS</a:t>
            </a:r>
          </a:p>
        </p:txBody>
      </p:sp>
      <p:sp>
        <p:nvSpPr>
          <p:cNvPr id="73" name="Rectangle: Rounded Corners 72">
            <a:extLst>
              <a:ext uri="{FF2B5EF4-FFF2-40B4-BE49-F238E27FC236}">
                <a16:creationId xmlns:a16="http://schemas.microsoft.com/office/drawing/2014/main" id="{C6FD7BEB-BEF3-B774-B44C-ACBF46774B5B}"/>
              </a:ext>
            </a:extLst>
          </p:cNvPr>
          <p:cNvSpPr/>
          <p:nvPr/>
        </p:nvSpPr>
        <p:spPr>
          <a:xfrm>
            <a:off x="8527472" y="4748413"/>
            <a:ext cx="813804" cy="337392"/>
          </a:xfrm>
          <a:prstGeom prst="roundRect">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Ecological Stress</a:t>
            </a:r>
          </a:p>
        </p:txBody>
      </p:sp>
      <p:sp>
        <p:nvSpPr>
          <p:cNvPr id="74" name="Rectangle: Rounded Corners 73">
            <a:extLst>
              <a:ext uri="{FF2B5EF4-FFF2-40B4-BE49-F238E27FC236}">
                <a16:creationId xmlns:a16="http://schemas.microsoft.com/office/drawing/2014/main" id="{79DE8204-53BF-9300-1FC9-06F308B2F154}"/>
              </a:ext>
            </a:extLst>
          </p:cNvPr>
          <p:cNvSpPr/>
          <p:nvPr/>
        </p:nvSpPr>
        <p:spPr>
          <a:xfrm>
            <a:off x="8533116" y="5136382"/>
            <a:ext cx="861624" cy="337392"/>
          </a:xfrm>
          <a:prstGeom prst="roundRect">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Ecological Restoration</a:t>
            </a:r>
          </a:p>
        </p:txBody>
      </p:sp>
      <p:sp>
        <p:nvSpPr>
          <p:cNvPr id="75" name="Rectangle: Rounded Corners 74">
            <a:extLst>
              <a:ext uri="{FF2B5EF4-FFF2-40B4-BE49-F238E27FC236}">
                <a16:creationId xmlns:a16="http://schemas.microsoft.com/office/drawing/2014/main" id="{1B3F9551-68FE-4192-68B2-05F9801B205A}"/>
              </a:ext>
            </a:extLst>
          </p:cNvPr>
          <p:cNvSpPr/>
          <p:nvPr/>
        </p:nvSpPr>
        <p:spPr>
          <a:xfrm>
            <a:off x="9828354" y="5040752"/>
            <a:ext cx="401023"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SIF</a:t>
            </a:r>
          </a:p>
        </p:txBody>
      </p:sp>
      <p:sp>
        <p:nvSpPr>
          <p:cNvPr id="76" name="Rectangle: Rounded Corners 75">
            <a:extLst>
              <a:ext uri="{FF2B5EF4-FFF2-40B4-BE49-F238E27FC236}">
                <a16:creationId xmlns:a16="http://schemas.microsoft.com/office/drawing/2014/main" id="{01263324-5161-EE2A-387B-5CCD5659F017}"/>
              </a:ext>
            </a:extLst>
          </p:cNvPr>
          <p:cNvSpPr/>
          <p:nvPr/>
        </p:nvSpPr>
        <p:spPr>
          <a:xfrm>
            <a:off x="9832703" y="4508563"/>
            <a:ext cx="951311"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CSDM (Meta)</a:t>
            </a:r>
          </a:p>
        </p:txBody>
      </p:sp>
      <p:sp>
        <p:nvSpPr>
          <p:cNvPr id="77" name="Rectangle: Rounded Corners 76">
            <a:extLst>
              <a:ext uri="{FF2B5EF4-FFF2-40B4-BE49-F238E27FC236}">
                <a16:creationId xmlns:a16="http://schemas.microsoft.com/office/drawing/2014/main" id="{563AEB89-3B2F-D224-9981-024EA0B3319B}"/>
              </a:ext>
            </a:extLst>
          </p:cNvPr>
          <p:cNvSpPr/>
          <p:nvPr/>
        </p:nvSpPr>
        <p:spPr>
          <a:xfrm>
            <a:off x="9832703" y="4774038"/>
            <a:ext cx="899093"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SEM (Meta)</a:t>
            </a:r>
          </a:p>
        </p:txBody>
      </p:sp>
      <p:sp>
        <p:nvSpPr>
          <p:cNvPr id="78" name="Rectangle: Rounded Corners 77">
            <a:extLst>
              <a:ext uri="{FF2B5EF4-FFF2-40B4-BE49-F238E27FC236}">
                <a16:creationId xmlns:a16="http://schemas.microsoft.com/office/drawing/2014/main" id="{FB724D35-5D86-449F-8B8C-55635CFB6D95}"/>
              </a:ext>
            </a:extLst>
          </p:cNvPr>
          <p:cNvSpPr/>
          <p:nvPr/>
        </p:nvSpPr>
        <p:spPr>
          <a:xfrm>
            <a:off x="10278379" y="5040752"/>
            <a:ext cx="483829"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LTR</a:t>
            </a:r>
          </a:p>
        </p:txBody>
      </p:sp>
      <p:sp>
        <p:nvSpPr>
          <p:cNvPr id="79" name="Rectangle: Rounded Corners 78">
            <a:extLst>
              <a:ext uri="{FF2B5EF4-FFF2-40B4-BE49-F238E27FC236}">
                <a16:creationId xmlns:a16="http://schemas.microsoft.com/office/drawing/2014/main" id="{092758D0-1B01-1ECD-304B-BF7B4154702E}"/>
              </a:ext>
            </a:extLst>
          </p:cNvPr>
          <p:cNvSpPr/>
          <p:nvPr/>
        </p:nvSpPr>
        <p:spPr>
          <a:xfrm>
            <a:off x="10010535" y="5285564"/>
            <a:ext cx="587191" cy="191261"/>
          </a:xfrm>
          <a:prstGeom prst="roundRect">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CHIAE</a:t>
            </a:r>
          </a:p>
        </p:txBody>
      </p:sp>
      <p:sp>
        <p:nvSpPr>
          <p:cNvPr id="80" name="Rectangle: Rounded Corners 79">
            <a:extLst>
              <a:ext uri="{FF2B5EF4-FFF2-40B4-BE49-F238E27FC236}">
                <a16:creationId xmlns:a16="http://schemas.microsoft.com/office/drawing/2014/main" id="{39F1A26B-3DCB-9AC8-4DD1-494176D20C98}"/>
              </a:ext>
            </a:extLst>
          </p:cNvPr>
          <p:cNvSpPr/>
          <p:nvPr/>
        </p:nvSpPr>
        <p:spPr>
          <a:xfrm>
            <a:off x="11189696" y="4484682"/>
            <a:ext cx="966539" cy="191261"/>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CHIAE (MVS)</a:t>
            </a:r>
          </a:p>
        </p:txBody>
      </p:sp>
      <p:sp>
        <p:nvSpPr>
          <p:cNvPr id="81" name="Rectangle: Rounded Corners 80">
            <a:extLst>
              <a:ext uri="{FF2B5EF4-FFF2-40B4-BE49-F238E27FC236}">
                <a16:creationId xmlns:a16="http://schemas.microsoft.com/office/drawing/2014/main" id="{52050129-B982-7B59-F82F-941EE0DDEB95}"/>
              </a:ext>
            </a:extLst>
          </p:cNvPr>
          <p:cNvSpPr/>
          <p:nvPr/>
        </p:nvSpPr>
        <p:spPr>
          <a:xfrm>
            <a:off x="11188257" y="4707488"/>
            <a:ext cx="842293" cy="191261"/>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SEM (MVS)</a:t>
            </a:r>
          </a:p>
        </p:txBody>
      </p:sp>
      <p:sp>
        <p:nvSpPr>
          <p:cNvPr id="82" name="Rectangle: Rounded Corners 81">
            <a:extLst>
              <a:ext uri="{FF2B5EF4-FFF2-40B4-BE49-F238E27FC236}">
                <a16:creationId xmlns:a16="http://schemas.microsoft.com/office/drawing/2014/main" id="{198450FE-F03F-6418-567D-E603A52AAD12}"/>
              </a:ext>
            </a:extLst>
          </p:cNvPr>
          <p:cNvSpPr/>
          <p:nvPr/>
        </p:nvSpPr>
        <p:spPr>
          <a:xfrm>
            <a:off x="11758750" y="5144115"/>
            <a:ext cx="607117" cy="303199"/>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RFL (MVS)</a:t>
            </a:r>
          </a:p>
        </p:txBody>
      </p:sp>
      <p:sp>
        <p:nvSpPr>
          <p:cNvPr id="83" name="Rectangle: Rounded Corners 82">
            <a:extLst>
              <a:ext uri="{FF2B5EF4-FFF2-40B4-BE49-F238E27FC236}">
                <a16:creationId xmlns:a16="http://schemas.microsoft.com/office/drawing/2014/main" id="{42855639-C7AA-8D39-887E-4D5985F1441D}"/>
              </a:ext>
            </a:extLst>
          </p:cNvPr>
          <p:cNvSpPr/>
          <p:nvPr/>
        </p:nvSpPr>
        <p:spPr>
          <a:xfrm>
            <a:off x="11188256" y="4927904"/>
            <a:ext cx="966539" cy="191261"/>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CSDM (MVS)</a:t>
            </a:r>
          </a:p>
        </p:txBody>
      </p:sp>
      <p:sp>
        <p:nvSpPr>
          <p:cNvPr id="84" name="Rectangle: Rounded Corners 83">
            <a:extLst>
              <a:ext uri="{FF2B5EF4-FFF2-40B4-BE49-F238E27FC236}">
                <a16:creationId xmlns:a16="http://schemas.microsoft.com/office/drawing/2014/main" id="{AA787316-72AF-5609-802D-DACD65BB8363}"/>
              </a:ext>
            </a:extLst>
          </p:cNvPr>
          <p:cNvSpPr/>
          <p:nvPr/>
        </p:nvSpPr>
        <p:spPr>
          <a:xfrm>
            <a:off x="11046315" y="5132602"/>
            <a:ext cx="670763" cy="337705"/>
          </a:xfrm>
          <a:prstGeom prst="roundRect">
            <a:avLst/>
          </a:prstGeom>
          <a:solidFill>
            <a:schemeClr val="tx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LTR (MVS)</a:t>
            </a:r>
          </a:p>
        </p:txBody>
      </p:sp>
      <p:sp>
        <p:nvSpPr>
          <p:cNvPr id="85" name="Rectangle: Rounded Corners 84">
            <a:extLst>
              <a:ext uri="{FF2B5EF4-FFF2-40B4-BE49-F238E27FC236}">
                <a16:creationId xmlns:a16="http://schemas.microsoft.com/office/drawing/2014/main" id="{33355EB1-193E-1C19-B080-B3D9BC0737F2}"/>
              </a:ext>
            </a:extLst>
          </p:cNvPr>
          <p:cNvSpPr/>
          <p:nvPr/>
        </p:nvSpPr>
        <p:spPr>
          <a:xfrm>
            <a:off x="12600119" y="4516227"/>
            <a:ext cx="899093" cy="291295"/>
          </a:xfrm>
          <a:prstGeom prst="roundRect">
            <a:avLst/>
          </a:prstGeom>
          <a:solidFill>
            <a:srgbClr val="455A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Standards Registry</a:t>
            </a:r>
          </a:p>
        </p:txBody>
      </p:sp>
      <p:sp>
        <p:nvSpPr>
          <p:cNvPr id="86" name="Rectangle: Rounded Corners 85">
            <a:extLst>
              <a:ext uri="{FF2B5EF4-FFF2-40B4-BE49-F238E27FC236}">
                <a16:creationId xmlns:a16="http://schemas.microsoft.com/office/drawing/2014/main" id="{66B752BE-F305-7451-F672-780E0457383F}"/>
              </a:ext>
            </a:extLst>
          </p:cNvPr>
          <p:cNvSpPr/>
          <p:nvPr/>
        </p:nvSpPr>
        <p:spPr>
          <a:xfrm>
            <a:off x="12587044" y="4852820"/>
            <a:ext cx="899093" cy="291295"/>
          </a:xfrm>
          <a:prstGeom prst="roundRect">
            <a:avLst/>
          </a:prstGeom>
          <a:solidFill>
            <a:srgbClr val="455A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SIF (Standards)</a:t>
            </a:r>
          </a:p>
        </p:txBody>
      </p:sp>
      <p:sp>
        <p:nvSpPr>
          <p:cNvPr id="87" name="Rectangle: Rounded Corners 86">
            <a:extLst>
              <a:ext uri="{FF2B5EF4-FFF2-40B4-BE49-F238E27FC236}">
                <a16:creationId xmlns:a16="http://schemas.microsoft.com/office/drawing/2014/main" id="{150F525D-F8AE-F34E-135E-683F2EDD79B5}"/>
              </a:ext>
            </a:extLst>
          </p:cNvPr>
          <p:cNvSpPr/>
          <p:nvPr/>
        </p:nvSpPr>
        <p:spPr>
          <a:xfrm>
            <a:off x="12600118" y="5191213"/>
            <a:ext cx="899093" cy="291295"/>
          </a:xfrm>
          <a:prstGeom prst="roundRect">
            <a:avLst/>
          </a:prstGeom>
          <a:solidFill>
            <a:srgbClr val="455A6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SEM (Standards)</a:t>
            </a:r>
          </a:p>
        </p:txBody>
      </p:sp>
      <p:sp>
        <p:nvSpPr>
          <p:cNvPr id="88" name="Hexagon 87">
            <a:extLst>
              <a:ext uri="{FF2B5EF4-FFF2-40B4-BE49-F238E27FC236}">
                <a16:creationId xmlns:a16="http://schemas.microsoft.com/office/drawing/2014/main" id="{B180A664-3FFC-817D-07DB-CB94412A0890}"/>
              </a:ext>
            </a:extLst>
          </p:cNvPr>
          <p:cNvSpPr/>
          <p:nvPr/>
        </p:nvSpPr>
        <p:spPr>
          <a:xfrm>
            <a:off x="634594" y="4113623"/>
            <a:ext cx="559689" cy="244830"/>
          </a:xfrm>
          <a:prstGeom prst="hexagon">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GIA</a:t>
            </a:r>
          </a:p>
        </p:txBody>
      </p:sp>
      <p:sp>
        <p:nvSpPr>
          <p:cNvPr id="89" name="Hexagon 88">
            <a:extLst>
              <a:ext uri="{FF2B5EF4-FFF2-40B4-BE49-F238E27FC236}">
                <a16:creationId xmlns:a16="http://schemas.microsoft.com/office/drawing/2014/main" id="{AEF8BC1F-8EC4-7E4E-3CEC-963DA1D2550E}"/>
              </a:ext>
            </a:extLst>
          </p:cNvPr>
          <p:cNvSpPr/>
          <p:nvPr/>
        </p:nvSpPr>
        <p:spPr>
          <a:xfrm>
            <a:off x="190395" y="3843417"/>
            <a:ext cx="504913" cy="244830"/>
          </a:xfrm>
          <a:prstGeom prst="hexagon">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GIT</a:t>
            </a:r>
          </a:p>
        </p:txBody>
      </p:sp>
      <p:sp>
        <p:nvSpPr>
          <p:cNvPr id="90" name="Hexagon 89">
            <a:extLst>
              <a:ext uri="{FF2B5EF4-FFF2-40B4-BE49-F238E27FC236}">
                <a16:creationId xmlns:a16="http://schemas.microsoft.com/office/drawing/2014/main" id="{CBDD1980-68E7-26D0-76C5-B7869D2DB5AF}"/>
              </a:ext>
            </a:extLst>
          </p:cNvPr>
          <p:cNvSpPr/>
          <p:nvPr/>
        </p:nvSpPr>
        <p:spPr>
          <a:xfrm>
            <a:off x="695308" y="3670831"/>
            <a:ext cx="497118" cy="244830"/>
          </a:xfrm>
          <a:prstGeom prst="hexagon">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GIC</a:t>
            </a:r>
          </a:p>
        </p:txBody>
      </p:sp>
      <p:sp>
        <p:nvSpPr>
          <p:cNvPr id="91" name="Hexagon 90">
            <a:extLst>
              <a:ext uri="{FF2B5EF4-FFF2-40B4-BE49-F238E27FC236}">
                <a16:creationId xmlns:a16="http://schemas.microsoft.com/office/drawing/2014/main" id="{BCFCEE20-E883-7200-89AE-8EA926C1B489}"/>
              </a:ext>
            </a:extLst>
          </p:cNvPr>
          <p:cNvSpPr/>
          <p:nvPr/>
        </p:nvSpPr>
        <p:spPr>
          <a:xfrm>
            <a:off x="1626759" y="3405092"/>
            <a:ext cx="623215" cy="244830"/>
          </a:xfrm>
          <a:prstGeom prst="hexagon">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RIEW</a:t>
            </a:r>
          </a:p>
        </p:txBody>
      </p:sp>
      <p:sp>
        <p:nvSpPr>
          <p:cNvPr id="92" name="Hexagon 91">
            <a:extLst>
              <a:ext uri="{FF2B5EF4-FFF2-40B4-BE49-F238E27FC236}">
                <a16:creationId xmlns:a16="http://schemas.microsoft.com/office/drawing/2014/main" id="{A5F70697-8F7F-20CB-4532-C807C87D5429}"/>
              </a:ext>
            </a:extLst>
          </p:cNvPr>
          <p:cNvSpPr/>
          <p:nvPr/>
        </p:nvSpPr>
        <p:spPr>
          <a:xfrm>
            <a:off x="1837163" y="3713884"/>
            <a:ext cx="533594" cy="244830"/>
          </a:xfrm>
          <a:prstGeom prst="hexagon">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RIC</a:t>
            </a:r>
          </a:p>
        </p:txBody>
      </p:sp>
      <p:sp>
        <p:nvSpPr>
          <p:cNvPr id="93" name="Hexagon 92">
            <a:extLst>
              <a:ext uri="{FF2B5EF4-FFF2-40B4-BE49-F238E27FC236}">
                <a16:creationId xmlns:a16="http://schemas.microsoft.com/office/drawing/2014/main" id="{3CFD351A-76C8-44B6-4622-926B39363EF5}"/>
              </a:ext>
            </a:extLst>
          </p:cNvPr>
          <p:cNvSpPr/>
          <p:nvPr/>
        </p:nvSpPr>
        <p:spPr>
          <a:xfrm>
            <a:off x="2123669" y="4060118"/>
            <a:ext cx="494175" cy="244830"/>
          </a:xfrm>
          <a:prstGeom prst="hexagon">
            <a:avLst/>
          </a:prstGeom>
          <a:solidFill>
            <a:srgbClr val="C6282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900" noProof="0" dirty="0"/>
              <a:t>RIS</a:t>
            </a:r>
          </a:p>
        </p:txBody>
      </p:sp>
      <p:sp>
        <p:nvSpPr>
          <p:cNvPr id="95" name="Hexagon 94">
            <a:extLst>
              <a:ext uri="{FF2B5EF4-FFF2-40B4-BE49-F238E27FC236}">
                <a16:creationId xmlns:a16="http://schemas.microsoft.com/office/drawing/2014/main" id="{010842A8-FA58-B5B9-D868-B2F45144062B}"/>
              </a:ext>
            </a:extLst>
          </p:cNvPr>
          <p:cNvSpPr/>
          <p:nvPr/>
        </p:nvSpPr>
        <p:spPr>
          <a:xfrm>
            <a:off x="2986480" y="3426001"/>
            <a:ext cx="634371" cy="244830"/>
          </a:xfrm>
          <a:prstGeom prst="hexagon">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DIIV</a:t>
            </a:r>
          </a:p>
        </p:txBody>
      </p:sp>
      <p:sp>
        <p:nvSpPr>
          <p:cNvPr id="96" name="Hexagon 95">
            <a:extLst>
              <a:ext uri="{FF2B5EF4-FFF2-40B4-BE49-F238E27FC236}">
                <a16:creationId xmlns:a16="http://schemas.microsoft.com/office/drawing/2014/main" id="{4B998343-F1C0-6DB4-82CC-3885D685B81C}"/>
              </a:ext>
            </a:extLst>
          </p:cNvPr>
          <p:cNvSpPr/>
          <p:nvPr/>
        </p:nvSpPr>
        <p:spPr>
          <a:xfrm>
            <a:off x="3088572" y="3764434"/>
            <a:ext cx="634371" cy="244830"/>
          </a:xfrm>
          <a:prstGeom prst="hexagon">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DIIA</a:t>
            </a:r>
          </a:p>
        </p:txBody>
      </p:sp>
      <p:sp>
        <p:nvSpPr>
          <p:cNvPr id="97" name="Hexagon 96">
            <a:extLst>
              <a:ext uri="{FF2B5EF4-FFF2-40B4-BE49-F238E27FC236}">
                <a16:creationId xmlns:a16="http://schemas.microsoft.com/office/drawing/2014/main" id="{A97F66E8-05C8-7F3E-D35A-9C80E29A8C89}"/>
              </a:ext>
            </a:extLst>
          </p:cNvPr>
          <p:cNvSpPr/>
          <p:nvPr/>
        </p:nvSpPr>
        <p:spPr>
          <a:xfrm>
            <a:off x="3304149" y="4112446"/>
            <a:ext cx="634371" cy="244830"/>
          </a:xfrm>
          <a:prstGeom prst="hexagon">
            <a:avLst/>
          </a:prstGeom>
          <a:solidFill>
            <a:srgbClr val="1565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DIIC</a:t>
            </a:r>
          </a:p>
        </p:txBody>
      </p:sp>
      <p:sp>
        <p:nvSpPr>
          <p:cNvPr id="98" name="Hexagon 97">
            <a:extLst>
              <a:ext uri="{FF2B5EF4-FFF2-40B4-BE49-F238E27FC236}">
                <a16:creationId xmlns:a16="http://schemas.microsoft.com/office/drawing/2014/main" id="{EE6661FA-EBC6-2427-6416-882360B717AE}"/>
              </a:ext>
            </a:extLst>
          </p:cNvPr>
          <p:cNvSpPr/>
          <p:nvPr/>
        </p:nvSpPr>
        <p:spPr>
          <a:xfrm>
            <a:off x="4329389" y="3417957"/>
            <a:ext cx="518911" cy="244830"/>
          </a:xfrm>
          <a:prstGeom prst="hexagon">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CIP</a:t>
            </a:r>
          </a:p>
        </p:txBody>
      </p:sp>
      <p:sp>
        <p:nvSpPr>
          <p:cNvPr id="99" name="Hexagon 98">
            <a:extLst>
              <a:ext uri="{FF2B5EF4-FFF2-40B4-BE49-F238E27FC236}">
                <a16:creationId xmlns:a16="http://schemas.microsoft.com/office/drawing/2014/main" id="{4854E1BF-6A7C-7AF4-9A79-B859BE517574}"/>
              </a:ext>
            </a:extLst>
          </p:cNvPr>
          <p:cNvSpPr/>
          <p:nvPr/>
        </p:nvSpPr>
        <p:spPr>
          <a:xfrm>
            <a:off x="4844942" y="3655696"/>
            <a:ext cx="518911" cy="244830"/>
          </a:xfrm>
          <a:prstGeom prst="hexagon">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CIT</a:t>
            </a:r>
          </a:p>
        </p:txBody>
      </p:sp>
      <p:sp>
        <p:nvSpPr>
          <p:cNvPr id="100" name="Hexagon 99">
            <a:extLst>
              <a:ext uri="{FF2B5EF4-FFF2-40B4-BE49-F238E27FC236}">
                <a16:creationId xmlns:a16="http://schemas.microsoft.com/office/drawing/2014/main" id="{5D3489BF-4470-A26C-C485-F4B7F7F0851F}"/>
              </a:ext>
            </a:extLst>
          </p:cNvPr>
          <p:cNvSpPr/>
          <p:nvPr/>
        </p:nvSpPr>
        <p:spPr>
          <a:xfrm>
            <a:off x="5001685" y="4007922"/>
            <a:ext cx="518911" cy="244830"/>
          </a:xfrm>
          <a:prstGeom prst="hexagon">
            <a:avLst/>
          </a:prstGeom>
          <a:solidFill>
            <a:srgbClr val="00897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t>CIC</a:t>
            </a:r>
          </a:p>
        </p:txBody>
      </p:sp>
      <p:sp>
        <p:nvSpPr>
          <p:cNvPr id="101" name="Hexagon 100">
            <a:extLst>
              <a:ext uri="{FF2B5EF4-FFF2-40B4-BE49-F238E27FC236}">
                <a16:creationId xmlns:a16="http://schemas.microsoft.com/office/drawing/2014/main" id="{FF0C9376-632C-8DF0-1F65-F31627FB6269}"/>
              </a:ext>
            </a:extLst>
          </p:cNvPr>
          <p:cNvSpPr/>
          <p:nvPr/>
        </p:nvSpPr>
        <p:spPr>
          <a:xfrm>
            <a:off x="5709115" y="3405092"/>
            <a:ext cx="518911" cy="244830"/>
          </a:xfrm>
          <a:prstGeom prst="hexagon">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IIA</a:t>
            </a:r>
          </a:p>
        </p:txBody>
      </p:sp>
      <p:sp>
        <p:nvSpPr>
          <p:cNvPr id="102" name="Hexagon 101">
            <a:extLst>
              <a:ext uri="{FF2B5EF4-FFF2-40B4-BE49-F238E27FC236}">
                <a16:creationId xmlns:a16="http://schemas.microsoft.com/office/drawing/2014/main" id="{8DA18FD5-860A-7C6B-9B50-952AD9842FEB}"/>
              </a:ext>
            </a:extLst>
          </p:cNvPr>
          <p:cNvSpPr/>
          <p:nvPr/>
        </p:nvSpPr>
        <p:spPr>
          <a:xfrm>
            <a:off x="5910276" y="3726012"/>
            <a:ext cx="559481" cy="244830"/>
          </a:xfrm>
          <a:prstGeom prst="hexagon">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IIDC</a:t>
            </a:r>
          </a:p>
        </p:txBody>
      </p:sp>
      <p:sp>
        <p:nvSpPr>
          <p:cNvPr id="103" name="Hexagon 102">
            <a:extLst>
              <a:ext uri="{FF2B5EF4-FFF2-40B4-BE49-F238E27FC236}">
                <a16:creationId xmlns:a16="http://schemas.microsoft.com/office/drawing/2014/main" id="{66F810CF-033B-6A4D-A80E-87EF45512A28}"/>
              </a:ext>
            </a:extLst>
          </p:cNvPr>
          <p:cNvSpPr/>
          <p:nvPr/>
        </p:nvSpPr>
        <p:spPr>
          <a:xfrm>
            <a:off x="6154122" y="4060466"/>
            <a:ext cx="518911" cy="244830"/>
          </a:xfrm>
          <a:prstGeom prst="hexagon">
            <a:avLst/>
          </a:prstGeom>
          <a:solidFill>
            <a:srgbClr val="F9A8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tx1"/>
                </a:solidFill>
              </a:rPr>
              <a:t>IIB</a:t>
            </a:r>
          </a:p>
        </p:txBody>
      </p:sp>
      <p:sp>
        <p:nvSpPr>
          <p:cNvPr id="104" name="Hexagon 103">
            <a:extLst>
              <a:ext uri="{FF2B5EF4-FFF2-40B4-BE49-F238E27FC236}">
                <a16:creationId xmlns:a16="http://schemas.microsoft.com/office/drawing/2014/main" id="{8191BD20-6F19-F3A5-B17C-2255DA742104}"/>
              </a:ext>
            </a:extLst>
          </p:cNvPr>
          <p:cNvSpPr/>
          <p:nvPr/>
        </p:nvSpPr>
        <p:spPr>
          <a:xfrm>
            <a:off x="7083547" y="3404539"/>
            <a:ext cx="656488" cy="244830"/>
          </a:xfrm>
          <a:prstGeom prst="hexagon">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RSIA</a:t>
            </a:r>
          </a:p>
        </p:txBody>
      </p:sp>
      <p:sp>
        <p:nvSpPr>
          <p:cNvPr id="105" name="Hexagon 104">
            <a:extLst>
              <a:ext uri="{FF2B5EF4-FFF2-40B4-BE49-F238E27FC236}">
                <a16:creationId xmlns:a16="http://schemas.microsoft.com/office/drawing/2014/main" id="{1838892E-F20D-939E-1AB5-7CD34E48CFB5}"/>
              </a:ext>
            </a:extLst>
          </p:cNvPr>
          <p:cNvSpPr/>
          <p:nvPr/>
        </p:nvSpPr>
        <p:spPr>
          <a:xfrm>
            <a:off x="7238349" y="3743198"/>
            <a:ext cx="656488" cy="244830"/>
          </a:xfrm>
          <a:prstGeom prst="hexagon">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RSIS</a:t>
            </a:r>
          </a:p>
        </p:txBody>
      </p:sp>
      <p:sp>
        <p:nvSpPr>
          <p:cNvPr id="106" name="Hexagon 105">
            <a:extLst>
              <a:ext uri="{FF2B5EF4-FFF2-40B4-BE49-F238E27FC236}">
                <a16:creationId xmlns:a16="http://schemas.microsoft.com/office/drawing/2014/main" id="{E4FE2321-D8BC-C292-6868-36DB0350E441}"/>
              </a:ext>
            </a:extLst>
          </p:cNvPr>
          <p:cNvSpPr/>
          <p:nvPr/>
        </p:nvSpPr>
        <p:spPr>
          <a:xfrm>
            <a:off x="7404512" y="4067427"/>
            <a:ext cx="656488" cy="244830"/>
          </a:xfrm>
          <a:prstGeom prst="hexagon">
            <a:avLst/>
          </a:prstGeom>
          <a:solidFill>
            <a:srgbClr val="6D4C4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RSIE</a:t>
            </a:r>
          </a:p>
        </p:txBody>
      </p:sp>
      <p:sp>
        <p:nvSpPr>
          <p:cNvPr id="107" name="Hexagon 106">
            <a:extLst>
              <a:ext uri="{FF2B5EF4-FFF2-40B4-BE49-F238E27FC236}">
                <a16:creationId xmlns:a16="http://schemas.microsoft.com/office/drawing/2014/main" id="{275BC10C-D037-F559-F2F1-4BF96731E667}"/>
              </a:ext>
            </a:extLst>
          </p:cNvPr>
          <p:cNvSpPr/>
          <p:nvPr/>
        </p:nvSpPr>
        <p:spPr>
          <a:xfrm>
            <a:off x="8447490" y="3415453"/>
            <a:ext cx="552559" cy="244830"/>
          </a:xfrm>
          <a:prstGeom prst="hexagon">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EIB</a:t>
            </a:r>
          </a:p>
        </p:txBody>
      </p:sp>
      <p:sp>
        <p:nvSpPr>
          <p:cNvPr id="108" name="Hexagon 107">
            <a:extLst>
              <a:ext uri="{FF2B5EF4-FFF2-40B4-BE49-F238E27FC236}">
                <a16:creationId xmlns:a16="http://schemas.microsoft.com/office/drawing/2014/main" id="{C7B71753-DA6A-7BBD-4F35-3351BA56BD37}"/>
              </a:ext>
            </a:extLst>
          </p:cNvPr>
          <p:cNvSpPr/>
          <p:nvPr/>
        </p:nvSpPr>
        <p:spPr>
          <a:xfrm>
            <a:off x="8889286" y="3731219"/>
            <a:ext cx="598515" cy="244830"/>
          </a:xfrm>
          <a:prstGeom prst="hexagon">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EISR</a:t>
            </a:r>
          </a:p>
        </p:txBody>
      </p:sp>
      <p:sp>
        <p:nvSpPr>
          <p:cNvPr id="109" name="Hexagon 108">
            <a:extLst>
              <a:ext uri="{FF2B5EF4-FFF2-40B4-BE49-F238E27FC236}">
                <a16:creationId xmlns:a16="http://schemas.microsoft.com/office/drawing/2014/main" id="{15C608C5-DA1D-F1D6-21FF-186569A62C48}"/>
              </a:ext>
            </a:extLst>
          </p:cNvPr>
          <p:cNvSpPr/>
          <p:nvPr/>
        </p:nvSpPr>
        <p:spPr>
          <a:xfrm>
            <a:off x="8654592" y="4054173"/>
            <a:ext cx="552559" cy="244830"/>
          </a:xfrm>
          <a:prstGeom prst="hexagon">
            <a:avLst/>
          </a:prstGeom>
          <a:solidFill>
            <a:srgbClr val="2E7D3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EIR</a:t>
            </a:r>
          </a:p>
        </p:txBody>
      </p:sp>
      <p:sp>
        <p:nvSpPr>
          <p:cNvPr id="2" name="Hexagon 1">
            <a:extLst>
              <a:ext uri="{FF2B5EF4-FFF2-40B4-BE49-F238E27FC236}">
                <a16:creationId xmlns:a16="http://schemas.microsoft.com/office/drawing/2014/main" id="{B5608104-90B4-C226-7196-F4D7C2D1BB6C}"/>
              </a:ext>
            </a:extLst>
          </p:cNvPr>
          <p:cNvSpPr/>
          <p:nvPr/>
        </p:nvSpPr>
        <p:spPr>
          <a:xfrm>
            <a:off x="9791083" y="3385160"/>
            <a:ext cx="552559" cy="244830"/>
          </a:xfrm>
          <a:prstGeom prst="hexagon">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MIII</a:t>
            </a:r>
          </a:p>
        </p:txBody>
      </p:sp>
      <p:sp>
        <p:nvSpPr>
          <p:cNvPr id="3" name="Hexagon 2">
            <a:extLst>
              <a:ext uri="{FF2B5EF4-FFF2-40B4-BE49-F238E27FC236}">
                <a16:creationId xmlns:a16="http://schemas.microsoft.com/office/drawing/2014/main" id="{3A093ABF-B70E-67AA-C638-EE5EE1445C90}"/>
              </a:ext>
            </a:extLst>
          </p:cNvPr>
          <p:cNvSpPr/>
          <p:nvPr/>
        </p:nvSpPr>
        <p:spPr>
          <a:xfrm>
            <a:off x="9933102" y="3730317"/>
            <a:ext cx="587191" cy="244830"/>
          </a:xfrm>
          <a:prstGeom prst="hexagon">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MIID</a:t>
            </a:r>
          </a:p>
        </p:txBody>
      </p:sp>
      <p:sp>
        <p:nvSpPr>
          <p:cNvPr id="11" name="Hexagon 10">
            <a:extLst>
              <a:ext uri="{FF2B5EF4-FFF2-40B4-BE49-F238E27FC236}">
                <a16:creationId xmlns:a16="http://schemas.microsoft.com/office/drawing/2014/main" id="{AEB7DB39-B6B4-6B4B-C810-F2B3DBB39CFC}"/>
              </a:ext>
            </a:extLst>
          </p:cNvPr>
          <p:cNvSpPr/>
          <p:nvPr/>
        </p:nvSpPr>
        <p:spPr>
          <a:xfrm>
            <a:off x="10147370" y="4079496"/>
            <a:ext cx="651500" cy="244830"/>
          </a:xfrm>
          <a:prstGeom prst="hexagon">
            <a:avLst/>
          </a:prstGeom>
          <a:solidFill>
            <a:srgbClr val="6A1B9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00" noProof="0" dirty="0">
                <a:solidFill>
                  <a:schemeClr val="bg1"/>
                </a:solidFill>
              </a:rPr>
              <a:t>MIISE</a:t>
            </a:r>
          </a:p>
        </p:txBody>
      </p:sp>
      <p:cxnSp>
        <p:nvCxnSpPr>
          <p:cNvPr id="15" name="Straight Arrow Connector 14">
            <a:extLst>
              <a:ext uri="{FF2B5EF4-FFF2-40B4-BE49-F238E27FC236}">
                <a16:creationId xmlns:a16="http://schemas.microsoft.com/office/drawing/2014/main" id="{D0AD9A4F-D523-3E74-349A-40EAECFC3A5D}"/>
              </a:ext>
            </a:extLst>
          </p:cNvPr>
          <p:cNvCxnSpPr>
            <a:stCxn id="37" idx="0"/>
            <a:endCxn id="38" idx="2"/>
          </p:cNvCxnSpPr>
          <p:nvPr/>
        </p:nvCxnSpPr>
        <p:spPr>
          <a:xfrm flipH="1" flipV="1">
            <a:off x="273752" y="3632423"/>
            <a:ext cx="129956" cy="883804"/>
          </a:xfrm>
          <a:prstGeom prst="straightConnector1">
            <a:avLst/>
          </a:prstGeom>
          <a:solidFill>
            <a:srgbClr val="546E7A"/>
          </a:solidFill>
        </p:spPr>
        <p:style>
          <a:lnRef idx="2">
            <a:schemeClr val="accent1">
              <a:shade val="15000"/>
            </a:schemeClr>
          </a:lnRef>
          <a:fillRef idx="1">
            <a:schemeClr val="accent1"/>
          </a:fillRef>
          <a:effectRef idx="0">
            <a:schemeClr val="accent1"/>
          </a:effectRef>
          <a:fontRef idx="minor">
            <a:schemeClr val="lt1"/>
          </a:fontRef>
        </p:style>
      </p:cxnSp>
      <p:cxnSp>
        <p:nvCxnSpPr>
          <p:cNvPr id="16" name="Straight Arrow Connector 15">
            <a:extLst>
              <a:ext uri="{FF2B5EF4-FFF2-40B4-BE49-F238E27FC236}">
                <a16:creationId xmlns:a16="http://schemas.microsoft.com/office/drawing/2014/main" id="{C1E498B8-B2B2-04EE-CAB3-E764D1C904B2}"/>
              </a:ext>
            </a:extLst>
          </p:cNvPr>
          <p:cNvCxnSpPr>
            <a:cxnSpLocks/>
            <a:stCxn id="53" idx="0"/>
            <a:endCxn id="90" idx="1"/>
          </p:cNvCxnSpPr>
          <p:nvPr/>
        </p:nvCxnSpPr>
        <p:spPr>
          <a:xfrm flipV="1">
            <a:off x="1029479" y="3915661"/>
            <a:ext cx="101740" cy="7742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752CD482-1809-F080-EBFB-CC0D1B29C8F8}"/>
              </a:ext>
            </a:extLst>
          </p:cNvPr>
          <p:cNvCxnSpPr>
            <a:cxnSpLocks/>
            <a:stCxn id="54" idx="0"/>
            <a:endCxn id="89" idx="1"/>
          </p:cNvCxnSpPr>
          <p:nvPr/>
        </p:nvCxnSpPr>
        <p:spPr>
          <a:xfrm flipV="1">
            <a:off x="476108" y="4088247"/>
            <a:ext cx="157993" cy="93724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2779D61A-DE3C-A630-63AF-9BED27E0A315}"/>
              </a:ext>
            </a:extLst>
          </p:cNvPr>
          <p:cNvCxnSpPr>
            <a:cxnSpLocks/>
            <a:stCxn id="55" idx="0"/>
            <a:endCxn id="88" idx="2"/>
          </p:cNvCxnSpPr>
          <p:nvPr/>
        </p:nvCxnSpPr>
        <p:spPr>
          <a:xfrm flipH="1" flipV="1">
            <a:off x="695802" y="4358453"/>
            <a:ext cx="238024" cy="9359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A3B7F853-09FE-CA2D-65D4-9204A637DCB5}"/>
              </a:ext>
            </a:extLst>
          </p:cNvPr>
          <p:cNvCxnSpPr>
            <a:cxnSpLocks/>
            <a:stCxn id="56" idx="0"/>
            <a:endCxn id="91" idx="2"/>
          </p:cNvCxnSpPr>
          <p:nvPr/>
        </p:nvCxnSpPr>
        <p:spPr>
          <a:xfrm flipH="1" flipV="1">
            <a:off x="1687967" y="3649922"/>
            <a:ext cx="129594" cy="822065"/>
          </a:xfrm>
          <a:prstGeom prst="straightConnector1">
            <a:avLst/>
          </a:prstGeom>
          <a:ln>
            <a:solidFill>
              <a:srgbClr val="C62828"/>
            </a:solidFill>
            <a:tailEnd type="triangle"/>
          </a:ln>
        </p:spPr>
        <p:style>
          <a:lnRef idx="2">
            <a:schemeClr val="accent1"/>
          </a:lnRef>
          <a:fillRef idx="0">
            <a:schemeClr val="accent1"/>
          </a:fillRef>
          <a:effectRef idx="1">
            <a:schemeClr val="accent1"/>
          </a:effectRef>
          <a:fontRef idx="minor">
            <a:schemeClr val="tx1"/>
          </a:fontRef>
        </p:style>
      </p:cxnSp>
      <p:cxnSp>
        <p:nvCxnSpPr>
          <p:cNvPr id="114" name="Straight Arrow Connector 113">
            <a:extLst>
              <a:ext uri="{FF2B5EF4-FFF2-40B4-BE49-F238E27FC236}">
                <a16:creationId xmlns:a16="http://schemas.microsoft.com/office/drawing/2014/main" id="{ADE1308A-EE74-2599-5F7E-3E17B06F6CFA}"/>
              </a:ext>
            </a:extLst>
          </p:cNvPr>
          <p:cNvCxnSpPr>
            <a:cxnSpLocks/>
            <a:stCxn id="58" idx="0"/>
            <a:endCxn id="93" idx="1"/>
          </p:cNvCxnSpPr>
          <p:nvPr/>
        </p:nvCxnSpPr>
        <p:spPr>
          <a:xfrm flipV="1">
            <a:off x="2312100" y="4304948"/>
            <a:ext cx="244537" cy="908348"/>
          </a:xfrm>
          <a:prstGeom prst="straightConnector1">
            <a:avLst/>
          </a:prstGeom>
          <a:ln>
            <a:solidFill>
              <a:srgbClr val="C62828"/>
            </a:solidFill>
            <a:tailEnd type="triangle"/>
          </a:ln>
        </p:spPr>
        <p:style>
          <a:lnRef idx="2">
            <a:schemeClr val="accent1"/>
          </a:lnRef>
          <a:fillRef idx="0">
            <a:schemeClr val="accent1"/>
          </a:fillRef>
          <a:effectRef idx="1">
            <a:schemeClr val="accent1"/>
          </a:effectRef>
          <a:fontRef idx="minor">
            <a:schemeClr val="tx1"/>
          </a:fontRef>
        </p:style>
      </p:cxnSp>
      <p:cxnSp>
        <p:nvCxnSpPr>
          <p:cNvPr id="115" name="Straight Arrow Connector 114">
            <a:extLst>
              <a:ext uri="{FF2B5EF4-FFF2-40B4-BE49-F238E27FC236}">
                <a16:creationId xmlns:a16="http://schemas.microsoft.com/office/drawing/2014/main" id="{CB9CE842-7FE9-1CE9-7634-2D37A8766EE2}"/>
              </a:ext>
            </a:extLst>
          </p:cNvPr>
          <p:cNvCxnSpPr>
            <a:cxnSpLocks/>
            <a:stCxn id="57" idx="0"/>
            <a:endCxn id="92" idx="2"/>
          </p:cNvCxnSpPr>
          <p:nvPr/>
        </p:nvCxnSpPr>
        <p:spPr>
          <a:xfrm flipH="1" flipV="1">
            <a:off x="1898371" y="3958714"/>
            <a:ext cx="152992" cy="928412"/>
          </a:xfrm>
          <a:prstGeom prst="straightConnector1">
            <a:avLst/>
          </a:prstGeom>
          <a:ln>
            <a:solidFill>
              <a:srgbClr val="C62828"/>
            </a:solidFill>
            <a:tailEnd type="triangle"/>
          </a:ln>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046CE5FE-FB37-86CB-168B-860502AF1A3F}"/>
              </a:ext>
            </a:extLst>
          </p:cNvPr>
          <p:cNvCxnSpPr>
            <a:cxnSpLocks/>
            <a:stCxn id="59" idx="0"/>
            <a:endCxn id="95" idx="2"/>
          </p:cNvCxnSpPr>
          <p:nvPr/>
        </p:nvCxnSpPr>
        <p:spPr>
          <a:xfrm flipH="1" flipV="1">
            <a:off x="3047688" y="3670831"/>
            <a:ext cx="174151" cy="785632"/>
          </a:xfrm>
          <a:prstGeom prst="straightConnector1">
            <a:avLst/>
          </a:prstGeom>
          <a:ln>
            <a:solidFill>
              <a:srgbClr val="1565C0"/>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Straight Arrow Connector 125">
            <a:extLst>
              <a:ext uri="{FF2B5EF4-FFF2-40B4-BE49-F238E27FC236}">
                <a16:creationId xmlns:a16="http://schemas.microsoft.com/office/drawing/2014/main" id="{EB3DEFC3-1CD7-1F22-445A-EF906F428724}"/>
              </a:ext>
            </a:extLst>
          </p:cNvPr>
          <p:cNvCxnSpPr>
            <a:cxnSpLocks/>
            <a:stCxn id="60" idx="0"/>
            <a:endCxn id="96" idx="1"/>
          </p:cNvCxnSpPr>
          <p:nvPr/>
        </p:nvCxnSpPr>
        <p:spPr>
          <a:xfrm flipV="1">
            <a:off x="3453947" y="4009264"/>
            <a:ext cx="207789" cy="820628"/>
          </a:xfrm>
          <a:prstGeom prst="straightConnector1">
            <a:avLst/>
          </a:prstGeom>
          <a:ln>
            <a:solidFill>
              <a:srgbClr val="1565C0"/>
            </a:solidFill>
            <a:tailEnd type="triangle"/>
          </a:ln>
        </p:spPr>
        <p:style>
          <a:lnRef idx="2">
            <a:schemeClr val="accent1"/>
          </a:lnRef>
          <a:fillRef idx="0">
            <a:schemeClr val="accent1"/>
          </a:fillRef>
          <a:effectRef idx="1">
            <a:schemeClr val="accent1"/>
          </a:effectRef>
          <a:fontRef idx="minor">
            <a:schemeClr val="tx1"/>
          </a:fontRef>
        </p:style>
      </p:cxnSp>
      <p:cxnSp>
        <p:nvCxnSpPr>
          <p:cNvPr id="127" name="Straight Arrow Connector 126">
            <a:extLst>
              <a:ext uri="{FF2B5EF4-FFF2-40B4-BE49-F238E27FC236}">
                <a16:creationId xmlns:a16="http://schemas.microsoft.com/office/drawing/2014/main" id="{0B9F6494-330A-ABDD-26B4-3821603903D6}"/>
              </a:ext>
            </a:extLst>
          </p:cNvPr>
          <p:cNvCxnSpPr>
            <a:cxnSpLocks/>
            <a:stCxn id="61" idx="0"/>
            <a:endCxn id="97" idx="1"/>
          </p:cNvCxnSpPr>
          <p:nvPr/>
        </p:nvCxnSpPr>
        <p:spPr>
          <a:xfrm flipV="1">
            <a:off x="3666737" y="4357276"/>
            <a:ext cx="210576" cy="820820"/>
          </a:xfrm>
          <a:prstGeom prst="straightConnector1">
            <a:avLst/>
          </a:prstGeom>
          <a:ln>
            <a:solidFill>
              <a:srgbClr val="1565C0"/>
            </a:solidFill>
            <a:tailEnd type="triangle"/>
          </a:ln>
        </p:spPr>
        <p:style>
          <a:lnRef idx="2">
            <a:schemeClr val="accent1"/>
          </a:lnRef>
          <a:fillRef idx="0">
            <a:schemeClr val="accent1"/>
          </a:fillRef>
          <a:effectRef idx="1">
            <a:schemeClr val="accent1"/>
          </a:effectRef>
          <a:fontRef idx="minor">
            <a:schemeClr val="tx1"/>
          </a:fontRef>
        </p:style>
      </p:cxnSp>
      <p:cxnSp>
        <p:nvCxnSpPr>
          <p:cNvPr id="135" name="Straight Arrow Connector 134">
            <a:extLst>
              <a:ext uri="{FF2B5EF4-FFF2-40B4-BE49-F238E27FC236}">
                <a16:creationId xmlns:a16="http://schemas.microsoft.com/office/drawing/2014/main" id="{F70589E4-D54D-CAE9-DBED-0499128FA6FD}"/>
              </a:ext>
            </a:extLst>
          </p:cNvPr>
          <p:cNvCxnSpPr>
            <a:cxnSpLocks/>
            <a:stCxn id="62" idx="0"/>
            <a:endCxn id="98" idx="2"/>
          </p:cNvCxnSpPr>
          <p:nvPr/>
        </p:nvCxnSpPr>
        <p:spPr>
          <a:xfrm flipH="1" flipV="1">
            <a:off x="4390597" y="3662787"/>
            <a:ext cx="728141" cy="1233437"/>
          </a:xfrm>
          <a:prstGeom prst="straightConnector1">
            <a:avLst/>
          </a:prstGeom>
          <a:ln>
            <a:solidFill>
              <a:srgbClr val="00897B"/>
            </a:solidFill>
            <a:tailEnd type="triangle"/>
          </a:ln>
        </p:spPr>
        <p:style>
          <a:lnRef idx="2">
            <a:schemeClr val="accent1"/>
          </a:lnRef>
          <a:fillRef idx="0">
            <a:schemeClr val="accent1"/>
          </a:fillRef>
          <a:effectRef idx="1">
            <a:schemeClr val="accent1"/>
          </a:effectRef>
          <a:fontRef idx="minor">
            <a:schemeClr val="tx1"/>
          </a:fontRef>
        </p:style>
      </p:cxnSp>
      <p:cxnSp>
        <p:nvCxnSpPr>
          <p:cNvPr id="138" name="Straight Arrow Connector 137">
            <a:extLst>
              <a:ext uri="{FF2B5EF4-FFF2-40B4-BE49-F238E27FC236}">
                <a16:creationId xmlns:a16="http://schemas.microsoft.com/office/drawing/2014/main" id="{D990ADD8-01E1-D599-6364-3E1667014CEC}"/>
              </a:ext>
            </a:extLst>
          </p:cNvPr>
          <p:cNvCxnSpPr>
            <a:cxnSpLocks/>
            <a:stCxn id="63" idx="0"/>
            <a:endCxn id="99" idx="2"/>
          </p:cNvCxnSpPr>
          <p:nvPr/>
        </p:nvCxnSpPr>
        <p:spPr>
          <a:xfrm flipV="1">
            <a:off x="4830794" y="3900526"/>
            <a:ext cx="75356" cy="1235856"/>
          </a:xfrm>
          <a:prstGeom prst="straightConnector1">
            <a:avLst/>
          </a:prstGeom>
          <a:ln>
            <a:solidFill>
              <a:srgbClr val="00897B"/>
            </a:solidFill>
            <a:tailEnd type="triangle"/>
          </a:ln>
        </p:spPr>
        <p:style>
          <a:lnRef idx="2">
            <a:schemeClr val="accent1"/>
          </a:lnRef>
          <a:fillRef idx="0">
            <a:schemeClr val="accent1"/>
          </a:fillRef>
          <a:effectRef idx="1">
            <a:schemeClr val="accent1"/>
          </a:effectRef>
          <a:fontRef idx="minor">
            <a:schemeClr val="tx1"/>
          </a:fontRef>
        </p:style>
      </p:cxnSp>
      <p:cxnSp>
        <p:nvCxnSpPr>
          <p:cNvPr id="139" name="Straight Arrow Connector 138">
            <a:extLst>
              <a:ext uri="{FF2B5EF4-FFF2-40B4-BE49-F238E27FC236}">
                <a16:creationId xmlns:a16="http://schemas.microsoft.com/office/drawing/2014/main" id="{3C39A93E-AFB6-BB5E-018C-07268697C01E}"/>
              </a:ext>
            </a:extLst>
          </p:cNvPr>
          <p:cNvCxnSpPr>
            <a:cxnSpLocks/>
            <a:stCxn id="64" idx="0"/>
            <a:endCxn id="100" idx="1"/>
          </p:cNvCxnSpPr>
          <p:nvPr/>
        </p:nvCxnSpPr>
        <p:spPr>
          <a:xfrm flipV="1">
            <a:off x="5126911" y="4252752"/>
            <a:ext cx="332478" cy="313191"/>
          </a:xfrm>
          <a:prstGeom prst="straightConnector1">
            <a:avLst/>
          </a:prstGeom>
          <a:ln>
            <a:solidFill>
              <a:srgbClr val="00897B"/>
            </a:solidFill>
            <a:tailEnd type="triangle"/>
          </a:ln>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59A036C8-66AE-66CB-7A31-0DEF84BFBED5}"/>
              </a:ext>
            </a:extLst>
          </p:cNvPr>
          <p:cNvCxnSpPr>
            <a:cxnSpLocks/>
            <a:stCxn id="65" idx="3"/>
            <a:endCxn id="98" idx="1"/>
          </p:cNvCxnSpPr>
          <p:nvPr/>
        </p:nvCxnSpPr>
        <p:spPr>
          <a:xfrm flipV="1">
            <a:off x="4727529" y="3662787"/>
            <a:ext cx="59564" cy="1385357"/>
          </a:xfrm>
          <a:prstGeom prst="straightConnector1">
            <a:avLst/>
          </a:prstGeom>
          <a:ln>
            <a:solidFill>
              <a:srgbClr val="00897B"/>
            </a:solidFill>
            <a:tailEnd type="triangle"/>
          </a:ln>
        </p:spPr>
        <p:style>
          <a:lnRef idx="2">
            <a:schemeClr val="accent1"/>
          </a:lnRef>
          <a:fillRef idx="0">
            <a:schemeClr val="accent1"/>
          </a:fillRef>
          <a:effectRef idx="1">
            <a:schemeClr val="accent1"/>
          </a:effectRef>
          <a:fontRef idx="minor">
            <a:schemeClr val="tx1"/>
          </a:fontRef>
        </p:style>
      </p:cxnSp>
      <p:cxnSp>
        <p:nvCxnSpPr>
          <p:cNvPr id="153" name="Straight Arrow Connector 152">
            <a:extLst>
              <a:ext uri="{FF2B5EF4-FFF2-40B4-BE49-F238E27FC236}">
                <a16:creationId xmlns:a16="http://schemas.microsoft.com/office/drawing/2014/main" id="{81DB62B2-58F7-E007-ADE9-7FEC6FCA97C1}"/>
              </a:ext>
            </a:extLst>
          </p:cNvPr>
          <p:cNvCxnSpPr>
            <a:cxnSpLocks/>
            <a:stCxn id="66" idx="0"/>
            <a:endCxn id="101" idx="2"/>
          </p:cNvCxnSpPr>
          <p:nvPr/>
        </p:nvCxnSpPr>
        <p:spPr>
          <a:xfrm flipH="1" flipV="1">
            <a:off x="5770323" y="3649922"/>
            <a:ext cx="166414" cy="857862"/>
          </a:xfrm>
          <a:prstGeom prst="straightConnector1">
            <a:avLst/>
          </a:prstGeom>
          <a:ln>
            <a:solidFill>
              <a:srgbClr val="F9A825"/>
            </a:solidFill>
            <a:tailEnd type="triangle"/>
          </a:ln>
        </p:spPr>
        <p:style>
          <a:lnRef idx="2">
            <a:schemeClr val="accent1"/>
          </a:lnRef>
          <a:fillRef idx="0">
            <a:schemeClr val="accent1"/>
          </a:fillRef>
          <a:effectRef idx="1">
            <a:schemeClr val="accent1"/>
          </a:effectRef>
          <a:fontRef idx="minor">
            <a:schemeClr val="tx1"/>
          </a:fontRef>
        </p:style>
      </p:cxnSp>
      <p:cxnSp>
        <p:nvCxnSpPr>
          <p:cNvPr id="156" name="Straight Arrow Connector 155">
            <a:extLst>
              <a:ext uri="{FF2B5EF4-FFF2-40B4-BE49-F238E27FC236}">
                <a16:creationId xmlns:a16="http://schemas.microsoft.com/office/drawing/2014/main" id="{6DA8BEC4-0867-F667-6462-8F451F9A4967}"/>
              </a:ext>
            </a:extLst>
          </p:cNvPr>
          <p:cNvCxnSpPr>
            <a:cxnSpLocks/>
            <a:stCxn id="67" idx="0"/>
            <a:endCxn id="102" idx="2"/>
          </p:cNvCxnSpPr>
          <p:nvPr/>
        </p:nvCxnSpPr>
        <p:spPr>
          <a:xfrm flipH="1" flipV="1">
            <a:off x="5971484" y="3970842"/>
            <a:ext cx="245121" cy="836680"/>
          </a:xfrm>
          <a:prstGeom prst="straightConnector1">
            <a:avLst/>
          </a:prstGeom>
          <a:ln>
            <a:solidFill>
              <a:srgbClr val="F9A825"/>
            </a:solidFill>
            <a:tailEnd type="triangle"/>
          </a:ln>
        </p:spPr>
        <p:style>
          <a:lnRef idx="2">
            <a:schemeClr val="accent1"/>
          </a:lnRef>
          <a:fillRef idx="0">
            <a:schemeClr val="accent1"/>
          </a:fillRef>
          <a:effectRef idx="1">
            <a:schemeClr val="accent1"/>
          </a:effectRef>
          <a:fontRef idx="minor">
            <a:schemeClr val="tx1"/>
          </a:fontRef>
        </p:style>
      </p:cxnSp>
      <p:cxnSp>
        <p:nvCxnSpPr>
          <p:cNvPr id="159" name="Straight Arrow Connector 158">
            <a:extLst>
              <a:ext uri="{FF2B5EF4-FFF2-40B4-BE49-F238E27FC236}">
                <a16:creationId xmlns:a16="http://schemas.microsoft.com/office/drawing/2014/main" id="{3AB46F34-0491-EA22-10C4-E105A7AB72E3}"/>
              </a:ext>
            </a:extLst>
          </p:cNvPr>
          <p:cNvCxnSpPr>
            <a:cxnSpLocks/>
            <a:stCxn id="68" idx="0"/>
            <a:endCxn id="103" idx="1"/>
          </p:cNvCxnSpPr>
          <p:nvPr/>
        </p:nvCxnSpPr>
        <p:spPr>
          <a:xfrm flipV="1">
            <a:off x="6191034" y="4305296"/>
            <a:ext cx="420792" cy="865656"/>
          </a:xfrm>
          <a:prstGeom prst="straightConnector1">
            <a:avLst/>
          </a:prstGeom>
          <a:ln>
            <a:solidFill>
              <a:srgbClr val="F9A825"/>
            </a:solidFill>
            <a:tailEnd type="triangle"/>
          </a:ln>
        </p:spPr>
        <p:style>
          <a:lnRef idx="2">
            <a:schemeClr val="accent1"/>
          </a:lnRef>
          <a:fillRef idx="0">
            <a:schemeClr val="accent1"/>
          </a:fillRef>
          <a:effectRef idx="1">
            <a:schemeClr val="accent1"/>
          </a:effectRef>
          <a:fontRef idx="minor">
            <a:schemeClr val="tx1"/>
          </a:fontRef>
        </p:style>
      </p:cxnSp>
      <p:cxnSp>
        <p:nvCxnSpPr>
          <p:cNvPr id="162" name="Straight Arrow Connector 161">
            <a:extLst>
              <a:ext uri="{FF2B5EF4-FFF2-40B4-BE49-F238E27FC236}">
                <a16:creationId xmlns:a16="http://schemas.microsoft.com/office/drawing/2014/main" id="{9E39F00C-EBED-469D-B753-71CCE276FFD2}"/>
              </a:ext>
            </a:extLst>
          </p:cNvPr>
          <p:cNvCxnSpPr>
            <a:cxnSpLocks/>
            <a:stCxn id="69" idx="0"/>
          </p:cNvCxnSpPr>
          <p:nvPr/>
        </p:nvCxnSpPr>
        <p:spPr>
          <a:xfrm flipH="1" flipV="1">
            <a:off x="7160430" y="3670831"/>
            <a:ext cx="292168" cy="829289"/>
          </a:xfrm>
          <a:prstGeom prst="straightConnector1">
            <a:avLst/>
          </a:prstGeom>
          <a:ln>
            <a:solidFill>
              <a:srgbClr val="6D4C41"/>
            </a:solidFill>
            <a:tailEnd type="triangle"/>
          </a:ln>
        </p:spPr>
        <p:style>
          <a:lnRef idx="2">
            <a:schemeClr val="accent1"/>
          </a:lnRef>
          <a:fillRef idx="0">
            <a:schemeClr val="accent1"/>
          </a:fillRef>
          <a:effectRef idx="1">
            <a:schemeClr val="accent1"/>
          </a:effectRef>
          <a:fontRef idx="minor">
            <a:schemeClr val="tx1"/>
          </a:fontRef>
        </p:style>
      </p:cxnSp>
      <p:cxnSp>
        <p:nvCxnSpPr>
          <p:cNvPr id="165" name="Straight Arrow Connector 164">
            <a:extLst>
              <a:ext uri="{FF2B5EF4-FFF2-40B4-BE49-F238E27FC236}">
                <a16:creationId xmlns:a16="http://schemas.microsoft.com/office/drawing/2014/main" id="{EDFF32C1-3806-5A16-7487-76203E6D25F9}"/>
              </a:ext>
            </a:extLst>
          </p:cNvPr>
          <p:cNvCxnSpPr>
            <a:cxnSpLocks/>
            <a:stCxn id="70" idx="0"/>
            <a:endCxn id="105" idx="1"/>
          </p:cNvCxnSpPr>
          <p:nvPr/>
        </p:nvCxnSpPr>
        <p:spPr>
          <a:xfrm flipV="1">
            <a:off x="7559653" y="3988028"/>
            <a:ext cx="273977" cy="904428"/>
          </a:xfrm>
          <a:prstGeom prst="straightConnector1">
            <a:avLst/>
          </a:prstGeom>
          <a:ln>
            <a:solidFill>
              <a:srgbClr val="6D4C41"/>
            </a:solidFill>
            <a:tailEnd type="triangle"/>
          </a:ln>
        </p:spPr>
        <p:style>
          <a:lnRef idx="2">
            <a:schemeClr val="accent1"/>
          </a:lnRef>
          <a:fillRef idx="0">
            <a:schemeClr val="accent1"/>
          </a:fillRef>
          <a:effectRef idx="1">
            <a:schemeClr val="accent1"/>
          </a:effectRef>
          <a:fontRef idx="minor">
            <a:schemeClr val="tx1"/>
          </a:fontRef>
        </p:style>
      </p:cxnSp>
      <p:cxnSp>
        <p:nvCxnSpPr>
          <p:cNvPr id="166" name="Straight Arrow Connector 165">
            <a:extLst>
              <a:ext uri="{FF2B5EF4-FFF2-40B4-BE49-F238E27FC236}">
                <a16:creationId xmlns:a16="http://schemas.microsoft.com/office/drawing/2014/main" id="{017CDC95-E7A4-A76D-7817-EC8B427380D6}"/>
              </a:ext>
            </a:extLst>
          </p:cNvPr>
          <p:cNvCxnSpPr>
            <a:cxnSpLocks/>
            <a:stCxn id="71" idx="3"/>
            <a:endCxn id="106" idx="1"/>
          </p:cNvCxnSpPr>
          <p:nvPr/>
        </p:nvCxnSpPr>
        <p:spPr>
          <a:xfrm flipV="1">
            <a:off x="7980527" y="4312257"/>
            <a:ext cx="19266" cy="993306"/>
          </a:xfrm>
          <a:prstGeom prst="straightConnector1">
            <a:avLst/>
          </a:prstGeom>
          <a:ln>
            <a:solidFill>
              <a:srgbClr val="6D4C41"/>
            </a:solidFill>
            <a:tailEnd type="triangle"/>
          </a:ln>
        </p:spPr>
        <p:style>
          <a:lnRef idx="2">
            <a:schemeClr val="accent1"/>
          </a:lnRef>
          <a:fillRef idx="0">
            <a:schemeClr val="accent1"/>
          </a:fillRef>
          <a:effectRef idx="1">
            <a:schemeClr val="accent1"/>
          </a:effectRef>
          <a:fontRef idx="minor">
            <a:schemeClr val="tx1"/>
          </a:fontRef>
        </p:style>
      </p:cxnSp>
      <p:cxnSp>
        <p:nvCxnSpPr>
          <p:cNvPr id="171" name="Straight Arrow Connector 170">
            <a:extLst>
              <a:ext uri="{FF2B5EF4-FFF2-40B4-BE49-F238E27FC236}">
                <a16:creationId xmlns:a16="http://schemas.microsoft.com/office/drawing/2014/main" id="{761C59D4-A4D4-0242-EDDE-5A3AB8C945CA}"/>
              </a:ext>
            </a:extLst>
          </p:cNvPr>
          <p:cNvCxnSpPr>
            <a:cxnSpLocks/>
            <a:stCxn id="72" idx="0"/>
            <a:endCxn id="107" idx="2"/>
          </p:cNvCxnSpPr>
          <p:nvPr/>
        </p:nvCxnSpPr>
        <p:spPr>
          <a:xfrm flipH="1" flipV="1">
            <a:off x="8508698" y="3660283"/>
            <a:ext cx="193748" cy="837448"/>
          </a:xfrm>
          <a:prstGeom prst="straightConnector1">
            <a:avLst/>
          </a:prstGeom>
          <a:ln>
            <a:solidFill>
              <a:srgbClr val="2E7D32"/>
            </a:solidFill>
            <a:tailEnd type="triangle"/>
          </a:ln>
        </p:spPr>
        <p:style>
          <a:lnRef idx="2">
            <a:schemeClr val="accent1"/>
          </a:lnRef>
          <a:fillRef idx="0">
            <a:schemeClr val="accent1"/>
          </a:fillRef>
          <a:effectRef idx="1">
            <a:schemeClr val="accent1"/>
          </a:effectRef>
          <a:fontRef idx="minor">
            <a:schemeClr val="tx1"/>
          </a:fontRef>
        </p:style>
      </p:cxnSp>
      <p:cxnSp>
        <p:nvCxnSpPr>
          <p:cNvPr id="174" name="Straight Arrow Connector 173">
            <a:extLst>
              <a:ext uri="{FF2B5EF4-FFF2-40B4-BE49-F238E27FC236}">
                <a16:creationId xmlns:a16="http://schemas.microsoft.com/office/drawing/2014/main" id="{16078D8F-4284-7FF3-901B-20F2FB6AF7E2}"/>
              </a:ext>
            </a:extLst>
          </p:cNvPr>
          <p:cNvCxnSpPr>
            <a:cxnSpLocks/>
            <a:stCxn id="73" idx="3"/>
            <a:endCxn id="108" idx="1"/>
          </p:cNvCxnSpPr>
          <p:nvPr/>
        </p:nvCxnSpPr>
        <p:spPr>
          <a:xfrm flipV="1">
            <a:off x="9341276" y="3976049"/>
            <a:ext cx="85318" cy="941060"/>
          </a:xfrm>
          <a:prstGeom prst="straightConnector1">
            <a:avLst/>
          </a:prstGeom>
          <a:ln>
            <a:solidFill>
              <a:srgbClr val="2E7D32"/>
            </a:solidFill>
            <a:tailEnd type="triangle"/>
          </a:ln>
        </p:spPr>
        <p:style>
          <a:lnRef idx="2">
            <a:schemeClr val="accent1"/>
          </a:lnRef>
          <a:fillRef idx="0">
            <a:schemeClr val="accent1"/>
          </a:fillRef>
          <a:effectRef idx="1">
            <a:schemeClr val="accent1"/>
          </a:effectRef>
          <a:fontRef idx="minor">
            <a:schemeClr val="tx1"/>
          </a:fontRef>
        </p:style>
      </p:cxnSp>
      <p:cxnSp>
        <p:nvCxnSpPr>
          <p:cNvPr id="175" name="Straight Arrow Connector 174">
            <a:extLst>
              <a:ext uri="{FF2B5EF4-FFF2-40B4-BE49-F238E27FC236}">
                <a16:creationId xmlns:a16="http://schemas.microsoft.com/office/drawing/2014/main" id="{11E85DC6-148F-F674-77AE-18517880C058}"/>
              </a:ext>
            </a:extLst>
          </p:cNvPr>
          <p:cNvCxnSpPr>
            <a:cxnSpLocks/>
            <a:stCxn id="74" idx="0"/>
            <a:endCxn id="109" idx="1"/>
          </p:cNvCxnSpPr>
          <p:nvPr/>
        </p:nvCxnSpPr>
        <p:spPr>
          <a:xfrm flipV="1">
            <a:off x="8963928" y="4299003"/>
            <a:ext cx="182016" cy="837379"/>
          </a:xfrm>
          <a:prstGeom prst="straightConnector1">
            <a:avLst/>
          </a:prstGeom>
          <a:ln>
            <a:solidFill>
              <a:srgbClr val="2E7D32"/>
            </a:solidFill>
            <a:tailEnd type="triangle"/>
          </a:ln>
        </p:spPr>
        <p:style>
          <a:lnRef idx="2">
            <a:schemeClr val="accent1"/>
          </a:lnRef>
          <a:fillRef idx="0">
            <a:schemeClr val="accent1"/>
          </a:fillRef>
          <a:effectRef idx="1">
            <a:schemeClr val="accent1"/>
          </a:effectRef>
          <a:fontRef idx="minor">
            <a:schemeClr val="tx1"/>
          </a:fontRef>
        </p:style>
      </p:cxnSp>
      <p:cxnSp>
        <p:nvCxnSpPr>
          <p:cNvPr id="182" name="Straight Arrow Connector 181">
            <a:extLst>
              <a:ext uri="{FF2B5EF4-FFF2-40B4-BE49-F238E27FC236}">
                <a16:creationId xmlns:a16="http://schemas.microsoft.com/office/drawing/2014/main" id="{78950475-EC8F-538B-ABB4-C229E6E1D98A}"/>
              </a:ext>
            </a:extLst>
          </p:cNvPr>
          <p:cNvCxnSpPr>
            <a:cxnSpLocks/>
            <a:stCxn id="75" idx="0"/>
            <a:endCxn id="2" idx="2"/>
          </p:cNvCxnSpPr>
          <p:nvPr/>
        </p:nvCxnSpPr>
        <p:spPr>
          <a:xfrm flipH="1" flipV="1">
            <a:off x="9852291" y="3629990"/>
            <a:ext cx="176575" cy="1410762"/>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185" name="Straight Arrow Connector 184">
            <a:extLst>
              <a:ext uri="{FF2B5EF4-FFF2-40B4-BE49-F238E27FC236}">
                <a16:creationId xmlns:a16="http://schemas.microsoft.com/office/drawing/2014/main" id="{B275A437-1E0A-4419-DB09-16A583AB65F7}"/>
              </a:ext>
            </a:extLst>
          </p:cNvPr>
          <p:cNvCxnSpPr>
            <a:cxnSpLocks/>
            <a:stCxn id="76" idx="0"/>
            <a:endCxn id="3" idx="2"/>
          </p:cNvCxnSpPr>
          <p:nvPr/>
        </p:nvCxnSpPr>
        <p:spPr>
          <a:xfrm flipH="1" flipV="1">
            <a:off x="9994310" y="3975147"/>
            <a:ext cx="314049" cy="533416"/>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188" name="Straight Arrow Connector 187">
            <a:extLst>
              <a:ext uri="{FF2B5EF4-FFF2-40B4-BE49-F238E27FC236}">
                <a16:creationId xmlns:a16="http://schemas.microsoft.com/office/drawing/2014/main" id="{223E5B3C-E610-1A7F-BEC0-9AF34416F267}"/>
              </a:ext>
            </a:extLst>
          </p:cNvPr>
          <p:cNvCxnSpPr>
            <a:cxnSpLocks/>
            <a:stCxn id="77" idx="3"/>
            <a:endCxn id="11" idx="1"/>
          </p:cNvCxnSpPr>
          <p:nvPr/>
        </p:nvCxnSpPr>
        <p:spPr>
          <a:xfrm flipV="1">
            <a:off x="10731796" y="4324326"/>
            <a:ext cx="5867" cy="545343"/>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285" name="Straight Arrow Connector 284">
            <a:extLst>
              <a:ext uri="{FF2B5EF4-FFF2-40B4-BE49-F238E27FC236}">
                <a16:creationId xmlns:a16="http://schemas.microsoft.com/office/drawing/2014/main" id="{429EAD34-66C2-100E-2A4F-ACCC7E6FB837}"/>
              </a:ext>
            </a:extLst>
          </p:cNvPr>
          <p:cNvCxnSpPr>
            <a:cxnSpLocks/>
            <a:stCxn id="79" idx="1"/>
            <a:endCxn id="75" idx="1"/>
          </p:cNvCxnSpPr>
          <p:nvPr/>
        </p:nvCxnSpPr>
        <p:spPr>
          <a:xfrm flipH="1" flipV="1">
            <a:off x="9828354" y="5136383"/>
            <a:ext cx="182181" cy="244812"/>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288" name="Straight Arrow Connector 287">
            <a:extLst>
              <a:ext uri="{FF2B5EF4-FFF2-40B4-BE49-F238E27FC236}">
                <a16:creationId xmlns:a16="http://schemas.microsoft.com/office/drawing/2014/main" id="{7E514181-C1E1-17B0-7CDD-C8224C91C1E9}"/>
              </a:ext>
            </a:extLst>
          </p:cNvPr>
          <p:cNvCxnSpPr>
            <a:cxnSpLocks/>
            <a:stCxn id="79" idx="0"/>
            <a:endCxn id="77" idx="2"/>
          </p:cNvCxnSpPr>
          <p:nvPr/>
        </p:nvCxnSpPr>
        <p:spPr>
          <a:xfrm flipH="1" flipV="1">
            <a:off x="10282250" y="4965299"/>
            <a:ext cx="21881" cy="320265"/>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291" name="Straight Arrow Connector 290">
            <a:extLst>
              <a:ext uri="{FF2B5EF4-FFF2-40B4-BE49-F238E27FC236}">
                <a16:creationId xmlns:a16="http://schemas.microsoft.com/office/drawing/2014/main" id="{DAE3CCB8-496C-DD7C-CE5A-29440CF274AF}"/>
              </a:ext>
            </a:extLst>
          </p:cNvPr>
          <p:cNvCxnSpPr>
            <a:cxnSpLocks/>
            <a:endCxn id="76" idx="2"/>
          </p:cNvCxnSpPr>
          <p:nvPr/>
        </p:nvCxnSpPr>
        <p:spPr>
          <a:xfrm flipV="1">
            <a:off x="10278379" y="4699824"/>
            <a:ext cx="29980" cy="585740"/>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cxnSp>
        <p:nvCxnSpPr>
          <p:cNvPr id="294" name="Straight Arrow Connector 293">
            <a:extLst>
              <a:ext uri="{FF2B5EF4-FFF2-40B4-BE49-F238E27FC236}">
                <a16:creationId xmlns:a16="http://schemas.microsoft.com/office/drawing/2014/main" id="{740E9721-7A0F-D023-5741-BAA4020DBE17}"/>
              </a:ext>
            </a:extLst>
          </p:cNvPr>
          <p:cNvCxnSpPr>
            <a:cxnSpLocks/>
            <a:stCxn id="79" idx="3"/>
            <a:endCxn id="78" idx="3"/>
          </p:cNvCxnSpPr>
          <p:nvPr/>
        </p:nvCxnSpPr>
        <p:spPr>
          <a:xfrm flipV="1">
            <a:off x="10597726" y="5136383"/>
            <a:ext cx="164482" cy="244812"/>
          </a:xfrm>
          <a:prstGeom prst="straightConnector1">
            <a:avLst/>
          </a:prstGeom>
          <a:ln>
            <a:solidFill>
              <a:srgbClr val="6A1B9A"/>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583508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alpha val="60000"/>
          </a:schemeClr>
        </a:solidFill>
        <a:effectLst/>
      </p:bgPr>
    </p:bg>
    <p:spTree>
      <p:nvGrpSpPr>
        <p:cNvPr id="1" name="">
          <a:extLst>
            <a:ext uri="{FF2B5EF4-FFF2-40B4-BE49-F238E27FC236}">
              <a16:creationId xmlns:a16="http://schemas.microsoft.com/office/drawing/2014/main" id="{1F7A1F5A-D6B7-46FB-29C3-4BD46D72BC9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C123957-A5E1-CFCE-F391-751E1D386FFA}"/>
              </a:ext>
            </a:extLst>
          </p:cNvPr>
          <p:cNvSpPr>
            <a:spLocks/>
          </p:cNvSpPr>
          <p:nvPr/>
        </p:nvSpPr>
        <p:spPr>
          <a:xfrm>
            <a:off x="-9433" y="6695737"/>
            <a:ext cx="15840075" cy="1403292"/>
          </a:xfrm>
          <a:prstGeom prst="rect">
            <a:avLst/>
          </a:prstGeom>
          <a:solidFill>
            <a:srgbClr val="E8F0F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sz="1600" noProof="0" dirty="0">
                <a:solidFill>
                  <a:schemeClr val="tx1"/>
                </a:solidFill>
              </a:rPr>
              <a:t>L1- Families</a:t>
            </a:r>
          </a:p>
        </p:txBody>
      </p:sp>
      <p:sp>
        <p:nvSpPr>
          <p:cNvPr id="5" name="Rectangle 4">
            <a:extLst>
              <a:ext uri="{FF2B5EF4-FFF2-40B4-BE49-F238E27FC236}">
                <a16:creationId xmlns:a16="http://schemas.microsoft.com/office/drawing/2014/main" id="{279640F4-032A-3D24-32FF-30DC8C750EA7}"/>
              </a:ext>
            </a:extLst>
          </p:cNvPr>
          <p:cNvSpPr>
            <a:spLocks/>
          </p:cNvSpPr>
          <p:nvPr/>
        </p:nvSpPr>
        <p:spPr>
          <a:xfrm>
            <a:off x="0" y="-323"/>
            <a:ext cx="15840075" cy="1044000"/>
          </a:xfrm>
          <a:prstGeom prst="rect">
            <a:avLst/>
          </a:prstGeom>
          <a:solidFill>
            <a:srgbClr val="FFFDE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L7 – Civic UX</a:t>
            </a:r>
          </a:p>
        </p:txBody>
      </p:sp>
      <p:sp>
        <p:nvSpPr>
          <p:cNvPr id="6" name="Rectangle 5">
            <a:extLst>
              <a:ext uri="{FF2B5EF4-FFF2-40B4-BE49-F238E27FC236}">
                <a16:creationId xmlns:a16="http://schemas.microsoft.com/office/drawing/2014/main" id="{A9FCE168-FF6E-EF38-D660-E7897CD59280}"/>
              </a:ext>
            </a:extLst>
          </p:cNvPr>
          <p:cNvSpPr>
            <a:spLocks/>
          </p:cNvSpPr>
          <p:nvPr/>
        </p:nvSpPr>
        <p:spPr>
          <a:xfrm>
            <a:off x="0" y="1115687"/>
            <a:ext cx="15840075" cy="1044000"/>
          </a:xfrm>
          <a:prstGeom prst="rect">
            <a:avLst/>
          </a:prstGeom>
          <a:solidFill>
            <a:srgbClr val="EDE7F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L6 - Applications</a:t>
            </a:r>
          </a:p>
        </p:txBody>
      </p:sp>
      <p:sp>
        <p:nvSpPr>
          <p:cNvPr id="7" name="Rectangle 6">
            <a:extLst>
              <a:ext uri="{FF2B5EF4-FFF2-40B4-BE49-F238E27FC236}">
                <a16:creationId xmlns:a16="http://schemas.microsoft.com/office/drawing/2014/main" id="{3FB62A0D-362E-0624-B612-4ED2458F5E31}"/>
              </a:ext>
            </a:extLst>
          </p:cNvPr>
          <p:cNvSpPr>
            <a:spLocks/>
          </p:cNvSpPr>
          <p:nvPr/>
        </p:nvSpPr>
        <p:spPr>
          <a:xfrm>
            <a:off x="0" y="2231697"/>
            <a:ext cx="15840075" cy="1044000"/>
          </a:xfrm>
          <a:prstGeom prst="rect">
            <a:avLst/>
          </a:prstGeom>
          <a:solidFill>
            <a:srgbClr val="F3F3F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L5 - Interfaces</a:t>
            </a:r>
          </a:p>
        </p:txBody>
      </p:sp>
      <p:sp>
        <p:nvSpPr>
          <p:cNvPr id="8" name="Rectangle 7">
            <a:extLst>
              <a:ext uri="{FF2B5EF4-FFF2-40B4-BE49-F238E27FC236}">
                <a16:creationId xmlns:a16="http://schemas.microsoft.com/office/drawing/2014/main" id="{0F40D9D3-1D9F-A276-3B55-D54FFF69763B}"/>
              </a:ext>
            </a:extLst>
          </p:cNvPr>
          <p:cNvSpPr>
            <a:spLocks/>
          </p:cNvSpPr>
          <p:nvPr/>
        </p:nvSpPr>
        <p:spPr>
          <a:xfrm>
            <a:off x="0" y="3347707"/>
            <a:ext cx="15840075" cy="1044000"/>
          </a:xfrm>
          <a:prstGeom prst="rect">
            <a:avLst/>
          </a:prstGeom>
          <a:solidFill>
            <a:srgbClr val="FDECE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L4 - Instruments</a:t>
            </a:r>
          </a:p>
        </p:txBody>
      </p:sp>
      <p:sp>
        <p:nvSpPr>
          <p:cNvPr id="9" name="Rectangle 8">
            <a:extLst>
              <a:ext uri="{FF2B5EF4-FFF2-40B4-BE49-F238E27FC236}">
                <a16:creationId xmlns:a16="http://schemas.microsoft.com/office/drawing/2014/main" id="{1C26D61D-A7DB-A750-275D-22C9D1EA14B1}"/>
              </a:ext>
            </a:extLst>
          </p:cNvPr>
          <p:cNvSpPr>
            <a:spLocks/>
          </p:cNvSpPr>
          <p:nvPr/>
        </p:nvSpPr>
        <p:spPr>
          <a:xfrm>
            <a:off x="-1" y="4463717"/>
            <a:ext cx="15840075" cy="1044000"/>
          </a:xfrm>
          <a:prstGeom prst="rect">
            <a:avLst/>
          </a:prstGeom>
          <a:solidFill>
            <a:srgbClr val="FFF4E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L3 - Subsystems</a:t>
            </a:r>
          </a:p>
        </p:txBody>
      </p:sp>
      <p:sp>
        <p:nvSpPr>
          <p:cNvPr id="10" name="Rectangle 9">
            <a:extLst>
              <a:ext uri="{FF2B5EF4-FFF2-40B4-BE49-F238E27FC236}">
                <a16:creationId xmlns:a16="http://schemas.microsoft.com/office/drawing/2014/main" id="{2DC0590B-C64F-0CB0-F170-E90ABBA60254}"/>
              </a:ext>
            </a:extLst>
          </p:cNvPr>
          <p:cNvSpPr>
            <a:spLocks/>
          </p:cNvSpPr>
          <p:nvPr/>
        </p:nvSpPr>
        <p:spPr>
          <a:xfrm>
            <a:off x="-9433" y="5579729"/>
            <a:ext cx="15840075" cy="1044000"/>
          </a:xfrm>
          <a:prstGeom prst="rect">
            <a:avLst/>
          </a:prstGeom>
          <a:solidFill>
            <a:srgbClr val="EAF7E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GB" noProof="0" dirty="0">
                <a:solidFill>
                  <a:schemeClr val="tx1"/>
                </a:solidFill>
              </a:rPr>
              <a:t>L2 - Standards</a:t>
            </a:r>
          </a:p>
        </p:txBody>
      </p:sp>
      <p:sp>
        <p:nvSpPr>
          <p:cNvPr id="22" name="Rectangle 21">
            <a:extLst>
              <a:ext uri="{FF2B5EF4-FFF2-40B4-BE49-F238E27FC236}">
                <a16:creationId xmlns:a16="http://schemas.microsoft.com/office/drawing/2014/main" id="{19DC6FC2-9761-78AF-79B6-CE46F02B971C}"/>
              </a:ext>
            </a:extLst>
          </p:cNvPr>
          <p:cNvSpPr/>
          <p:nvPr/>
        </p:nvSpPr>
        <p:spPr>
          <a:xfrm>
            <a:off x="1543087" y="0"/>
            <a:ext cx="1079961" cy="8099425"/>
          </a:xfrm>
          <a:prstGeom prst="rect">
            <a:avLst/>
          </a:prstGeom>
          <a:solidFill>
            <a:srgbClr val="C62828">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2. Risk &amp; </a:t>
            </a:r>
            <a:br>
              <a:rPr lang="en-GB" sz="1600" noProof="0" dirty="0">
                <a:solidFill>
                  <a:schemeClr val="tx1"/>
                </a:solidFill>
              </a:rPr>
            </a:br>
            <a:r>
              <a:rPr lang="en-GB" sz="1600" noProof="0" dirty="0">
                <a:solidFill>
                  <a:schemeClr val="tx1"/>
                </a:solidFill>
              </a:rPr>
              <a:t>Coordination</a:t>
            </a:r>
          </a:p>
        </p:txBody>
      </p:sp>
      <p:sp>
        <p:nvSpPr>
          <p:cNvPr id="24" name="Rectangle 23">
            <a:extLst>
              <a:ext uri="{FF2B5EF4-FFF2-40B4-BE49-F238E27FC236}">
                <a16:creationId xmlns:a16="http://schemas.microsoft.com/office/drawing/2014/main" id="{D930510B-1AFC-64B1-45A5-358C543E5F16}"/>
              </a:ext>
            </a:extLst>
          </p:cNvPr>
          <p:cNvSpPr/>
          <p:nvPr/>
        </p:nvSpPr>
        <p:spPr>
          <a:xfrm>
            <a:off x="4284851" y="-397"/>
            <a:ext cx="1079961" cy="8099425"/>
          </a:xfrm>
          <a:prstGeom prst="rect">
            <a:avLst/>
          </a:prstGeom>
          <a:solidFill>
            <a:srgbClr val="00897B">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4. Civic </a:t>
            </a:r>
            <a:br>
              <a:rPr lang="en-GB" sz="1600" noProof="0" dirty="0">
                <a:solidFill>
                  <a:schemeClr val="tx1"/>
                </a:solidFill>
              </a:rPr>
            </a:br>
            <a:r>
              <a:rPr lang="en-GB" sz="1600" noProof="0" dirty="0">
                <a:solidFill>
                  <a:schemeClr val="tx1"/>
                </a:solidFill>
              </a:rPr>
              <a:t>Feedback &amp; </a:t>
            </a:r>
            <a:br>
              <a:rPr lang="en-GB" sz="1600" noProof="0" dirty="0">
                <a:solidFill>
                  <a:schemeClr val="tx1"/>
                </a:solidFill>
              </a:rPr>
            </a:br>
            <a:r>
              <a:rPr lang="en-GB" sz="1600" noProof="0" dirty="0">
                <a:solidFill>
                  <a:schemeClr val="tx1"/>
                </a:solidFill>
              </a:rPr>
              <a:t>Cultural</a:t>
            </a:r>
          </a:p>
        </p:txBody>
      </p:sp>
      <p:sp>
        <p:nvSpPr>
          <p:cNvPr id="21" name="Rectangle 20">
            <a:extLst>
              <a:ext uri="{FF2B5EF4-FFF2-40B4-BE49-F238E27FC236}">
                <a16:creationId xmlns:a16="http://schemas.microsoft.com/office/drawing/2014/main" id="{334CB831-0EC3-ADF1-CC65-E84C3C7526F6}"/>
              </a:ext>
            </a:extLst>
          </p:cNvPr>
          <p:cNvSpPr/>
          <p:nvPr/>
        </p:nvSpPr>
        <p:spPr>
          <a:xfrm>
            <a:off x="172205" y="-9"/>
            <a:ext cx="1079961" cy="8099425"/>
          </a:xfrm>
          <a:prstGeom prst="rect">
            <a:avLst/>
          </a:prstGeom>
          <a:solidFill>
            <a:srgbClr val="546E7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1. Governance</a:t>
            </a:r>
            <a:br>
              <a:rPr lang="en-GB" sz="1600" noProof="0" dirty="0">
                <a:solidFill>
                  <a:schemeClr val="tx1"/>
                </a:solidFill>
              </a:rPr>
            </a:br>
            <a:r>
              <a:rPr lang="en-GB" sz="1600" noProof="0" dirty="0">
                <a:solidFill>
                  <a:schemeClr val="tx1"/>
                </a:solidFill>
              </a:rPr>
              <a:t> &amp; Oversight</a:t>
            </a:r>
          </a:p>
        </p:txBody>
      </p:sp>
      <p:sp>
        <p:nvSpPr>
          <p:cNvPr id="23" name="Rectangle 22">
            <a:extLst>
              <a:ext uri="{FF2B5EF4-FFF2-40B4-BE49-F238E27FC236}">
                <a16:creationId xmlns:a16="http://schemas.microsoft.com/office/drawing/2014/main" id="{E69BBB27-931F-FAF3-7264-C3B253427608}"/>
              </a:ext>
            </a:extLst>
          </p:cNvPr>
          <p:cNvSpPr/>
          <p:nvPr/>
        </p:nvSpPr>
        <p:spPr>
          <a:xfrm>
            <a:off x="2913969" y="0"/>
            <a:ext cx="1079961" cy="8099425"/>
          </a:xfrm>
          <a:prstGeom prst="rect">
            <a:avLst/>
          </a:prstGeom>
          <a:solidFill>
            <a:srgbClr val="1565C0">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3. Data </a:t>
            </a:r>
            <a:br>
              <a:rPr lang="en-GB" sz="1600" noProof="0" dirty="0">
                <a:solidFill>
                  <a:schemeClr val="tx1"/>
                </a:solidFill>
              </a:rPr>
            </a:br>
            <a:r>
              <a:rPr lang="en-GB" sz="1600" noProof="0" dirty="0">
                <a:solidFill>
                  <a:schemeClr val="tx1"/>
                </a:solidFill>
              </a:rPr>
              <a:t>Integrity &amp; </a:t>
            </a:r>
            <a:br>
              <a:rPr lang="en-GB" sz="1600" noProof="0" dirty="0">
                <a:solidFill>
                  <a:schemeClr val="tx1"/>
                </a:solidFill>
              </a:rPr>
            </a:br>
            <a:r>
              <a:rPr lang="en-GB" sz="1600" noProof="0" dirty="0">
                <a:solidFill>
                  <a:schemeClr val="tx1"/>
                </a:solidFill>
              </a:rPr>
              <a:t>Audit</a:t>
            </a:r>
          </a:p>
        </p:txBody>
      </p:sp>
      <p:sp>
        <p:nvSpPr>
          <p:cNvPr id="30" name="Rectangle 29">
            <a:extLst>
              <a:ext uri="{FF2B5EF4-FFF2-40B4-BE49-F238E27FC236}">
                <a16:creationId xmlns:a16="http://schemas.microsoft.com/office/drawing/2014/main" id="{E5ABBE2E-6B9D-F13D-9BF3-139AF77156C6}"/>
              </a:ext>
            </a:extLst>
          </p:cNvPr>
          <p:cNvSpPr/>
          <p:nvPr/>
        </p:nvSpPr>
        <p:spPr>
          <a:xfrm>
            <a:off x="8397497" y="0"/>
            <a:ext cx="1079961" cy="8099425"/>
          </a:xfrm>
          <a:prstGeom prst="rect">
            <a:avLst/>
          </a:prstGeom>
          <a:solidFill>
            <a:srgbClr val="2E7D32">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7. Planetary &amp; </a:t>
            </a:r>
          </a:p>
          <a:p>
            <a:r>
              <a:rPr lang="en-GB" sz="1600" noProof="0" dirty="0">
                <a:solidFill>
                  <a:schemeClr val="tx1"/>
                </a:solidFill>
              </a:rPr>
              <a:t>Ecological</a:t>
            </a:r>
          </a:p>
        </p:txBody>
      </p:sp>
      <p:sp>
        <p:nvSpPr>
          <p:cNvPr id="31" name="Rectangle 30">
            <a:extLst>
              <a:ext uri="{FF2B5EF4-FFF2-40B4-BE49-F238E27FC236}">
                <a16:creationId xmlns:a16="http://schemas.microsoft.com/office/drawing/2014/main" id="{32015992-0C4E-32E3-790B-2323A45109EA}"/>
              </a:ext>
            </a:extLst>
          </p:cNvPr>
          <p:cNvSpPr/>
          <p:nvPr/>
        </p:nvSpPr>
        <p:spPr>
          <a:xfrm>
            <a:off x="12510139" y="5"/>
            <a:ext cx="1079961" cy="8099425"/>
          </a:xfrm>
          <a:prstGeom prst="rect">
            <a:avLst/>
          </a:prstGeom>
          <a:solidFill>
            <a:srgbClr val="455A64">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10. Standards</a:t>
            </a:r>
          </a:p>
        </p:txBody>
      </p:sp>
      <p:sp>
        <p:nvSpPr>
          <p:cNvPr id="34" name="Rectangle 33">
            <a:extLst>
              <a:ext uri="{FF2B5EF4-FFF2-40B4-BE49-F238E27FC236}">
                <a16:creationId xmlns:a16="http://schemas.microsoft.com/office/drawing/2014/main" id="{87C9F137-1EEA-6C7B-E993-C53D7A485E6D}"/>
              </a:ext>
            </a:extLst>
          </p:cNvPr>
          <p:cNvSpPr/>
          <p:nvPr/>
        </p:nvSpPr>
        <p:spPr>
          <a:xfrm>
            <a:off x="7026615" y="-396"/>
            <a:ext cx="1079961" cy="8099425"/>
          </a:xfrm>
          <a:prstGeom prst="rect">
            <a:avLst/>
          </a:prstGeom>
          <a:solidFill>
            <a:srgbClr val="6D4C41">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6. Resource &amp;</a:t>
            </a:r>
          </a:p>
          <a:p>
            <a:r>
              <a:rPr lang="en-GB" sz="1600" noProof="0" dirty="0">
                <a:solidFill>
                  <a:schemeClr val="tx1"/>
                </a:solidFill>
              </a:rPr>
              <a:t> Infrastructure</a:t>
            </a:r>
          </a:p>
        </p:txBody>
      </p:sp>
      <p:sp>
        <p:nvSpPr>
          <p:cNvPr id="35" name="Rectangle 34">
            <a:extLst>
              <a:ext uri="{FF2B5EF4-FFF2-40B4-BE49-F238E27FC236}">
                <a16:creationId xmlns:a16="http://schemas.microsoft.com/office/drawing/2014/main" id="{3E7B29F0-3A11-85F1-6FEA-484F7956B4C0}"/>
              </a:ext>
            </a:extLst>
          </p:cNvPr>
          <p:cNvSpPr/>
          <p:nvPr/>
        </p:nvSpPr>
        <p:spPr>
          <a:xfrm>
            <a:off x="9768379" y="11"/>
            <a:ext cx="1079961" cy="8099425"/>
          </a:xfrm>
          <a:prstGeom prst="rect">
            <a:avLst/>
          </a:prstGeom>
          <a:solidFill>
            <a:srgbClr val="6A1B9A">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8. Meta‑</a:t>
            </a:r>
          </a:p>
          <a:p>
            <a:r>
              <a:rPr lang="en-GB" sz="1600" noProof="0" dirty="0">
                <a:solidFill>
                  <a:schemeClr val="tx1"/>
                </a:solidFill>
              </a:rPr>
              <a:t>Integration</a:t>
            </a:r>
          </a:p>
        </p:txBody>
      </p:sp>
      <p:sp>
        <p:nvSpPr>
          <p:cNvPr id="33" name="Rectangle 32">
            <a:extLst>
              <a:ext uri="{FF2B5EF4-FFF2-40B4-BE49-F238E27FC236}">
                <a16:creationId xmlns:a16="http://schemas.microsoft.com/office/drawing/2014/main" id="{5A570668-E535-210C-EFDF-46BA53CCC6D4}"/>
              </a:ext>
            </a:extLst>
          </p:cNvPr>
          <p:cNvSpPr/>
          <p:nvPr/>
        </p:nvSpPr>
        <p:spPr>
          <a:xfrm>
            <a:off x="5655733" y="0"/>
            <a:ext cx="1079961" cy="8099425"/>
          </a:xfrm>
          <a:prstGeom prst="rect">
            <a:avLst/>
          </a:prstGeom>
          <a:solidFill>
            <a:srgbClr val="F9A825">
              <a:alpha val="40000"/>
            </a:srgbClr>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tx1"/>
                </a:solidFill>
              </a:rPr>
              <a:t>5. Incentive &amp; </a:t>
            </a:r>
          </a:p>
          <a:p>
            <a:r>
              <a:rPr lang="en-GB" sz="1600" noProof="0" dirty="0">
                <a:solidFill>
                  <a:schemeClr val="tx1"/>
                </a:solidFill>
              </a:rPr>
              <a:t>Behavioural</a:t>
            </a:r>
          </a:p>
        </p:txBody>
      </p:sp>
      <p:sp>
        <p:nvSpPr>
          <p:cNvPr id="36" name="Rectangle 35">
            <a:extLst>
              <a:ext uri="{FF2B5EF4-FFF2-40B4-BE49-F238E27FC236}">
                <a16:creationId xmlns:a16="http://schemas.microsoft.com/office/drawing/2014/main" id="{2C3EC93C-A562-DE10-9143-F9C9D981DE05}"/>
              </a:ext>
            </a:extLst>
          </p:cNvPr>
          <p:cNvSpPr/>
          <p:nvPr/>
        </p:nvSpPr>
        <p:spPr>
          <a:xfrm>
            <a:off x="11139261" y="8"/>
            <a:ext cx="1079961" cy="8099425"/>
          </a:xfrm>
          <a:prstGeom prst="rect">
            <a:avLst/>
          </a:prstGeom>
          <a:solidFill>
            <a:srgbClr val="000000"/>
          </a:solidFill>
          <a:ln w="31750"/>
        </p:spPr>
        <p:style>
          <a:lnRef idx="2">
            <a:schemeClr val="accent1">
              <a:shade val="15000"/>
            </a:schemeClr>
          </a:lnRef>
          <a:fillRef idx="1">
            <a:schemeClr val="accent1"/>
          </a:fillRef>
          <a:effectRef idx="0">
            <a:schemeClr val="accent1"/>
          </a:effectRef>
          <a:fontRef idx="minor">
            <a:schemeClr val="lt1"/>
          </a:fontRef>
        </p:style>
        <p:txBody>
          <a:bodyPr vert="vert270" rtlCol="0" anchor="ctr"/>
          <a:lstStyle/>
          <a:p>
            <a:r>
              <a:rPr lang="en-GB" sz="1600" noProof="0" dirty="0">
                <a:solidFill>
                  <a:schemeClr val="bg1"/>
                </a:solidFill>
              </a:rPr>
              <a:t>9. Minimum </a:t>
            </a:r>
          </a:p>
          <a:p>
            <a:r>
              <a:rPr lang="en-GB" sz="1600" noProof="0" dirty="0">
                <a:solidFill>
                  <a:schemeClr val="bg1"/>
                </a:solidFill>
              </a:rPr>
              <a:t>Viable </a:t>
            </a:r>
          </a:p>
          <a:p>
            <a:r>
              <a:rPr lang="en-GB" sz="1600" noProof="0" dirty="0">
                <a:solidFill>
                  <a:schemeClr val="bg1"/>
                </a:solidFill>
              </a:rPr>
              <a:t>Systems</a:t>
            </a:r>
          </a:p>
        </p:txBody>
      </p:sp>
      <p:sp>
        <p:nvSpPr>
          <p:cNvPr id="37" name="Rectangle: Rounded Corners 36">
            <a:extLst>
              <a:ext uri="{FF2B5EF4-FFF2-40B4-BE49-F238E27FC236}">
                <a16:creationId xmlns:a16="http://schemas.microsoft.com/office/drawing/2014/main" id="{20EA9E31-76FA-EBF8-FC7D-196875261ACE}"/>
              </a:ext>
            </a:extLst>
          </p:cNvPr>
          <p:cNvSpPr/>
          <p:nvPr/>
        </p:nvSpPr>
        <p:spPr>
          <a:xfrm>
            <a:off x="15983575" y="4859429"/>
            <a:ext cx="1620000" cy="5400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38" name="Hexagon 37">
            <a:extLst>
              <a:ext uri="{FF2B5EF4-FFF2-40B4-BE49-F238E27FC236}">
                <a16:creationId xmlns:a16="http://schemas.microsoft.com/office/drawing/2014/main" id="{7BA0CC42-CCDD-3457-2E53-43CE1EFED65B}"/>
              </a:ext>
            </a:extLst>
          </p:cNvPr>
          <p:cNvSpPr/>
          <p:nvPr/>
        </p:nvSpPr>
        <p:spPr>
          <a:xfrm>
            <a:off x="15864711" y="3689491"/>
            <a:ext cx="1620000" cy="540000"/>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cxnSp>
        <p:nvCxnSpPr>
          <p:cNvPr id="41" name="Straight Arrow Connector 40">
            <a:extLst>
              <a:ext uri="{FF2B5EF4-FFF2-40B4-BE49-F238E27FC236}">
                <a16:creationId xmlns:a16="http://schemas.microsoft.com/office/drawing/2014/main" id="{D24C84E5-BDA7-A497-F13C-923801F996D2}"/>
              </a:ext>
            </a:extLst>
          </p:cNvPr>
          <p:cNvCxnSpPr/>
          <p:nvPr/>
        </p:nvCxnSpPr>
        <p:spPr>
          <a:xfrm flipV="1">
            <a:off x="16793575" y="2159687"/>
            <a:ext cx="0" cy="990015"/>
          </a:xfrm>
          <a:prstGeom prst="straightConnector1">
            <a:avLst/>
          </a:prstGeom>
          <a:ln w="31750">
            <a:tailEnd type="triangle"/>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B5E4DFAA-8FD3-2A73-5FA4-A2DD4E014B62}"/>
              </a:ext>
            </a:extLst>
          </p:cNvPr>
          <p:cNvCxnSpPr/>
          <p:nvPr/>
        </p:nvCxnSpPr>
        <p:spPr>
          <a:xfrm flipH="1">
            <a:off x="16380131" y="1637687"/>
            <a:ext cx="990011" cy="0"/>
          </a:xfrm>
          <a:prstGeom prst="straightConnector1">
            <a:avLst/>
          </a:prstGeom>
          <a:ln>
            <a:prstDash val="dash"/>
            <a:tailEnd type="arrow"/>
          </a:ln>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0E1C03D6-4926-4F6D-4A3C-AD10D7CEDAAE}"/>
              </a:ext>
            </a:extLst>
          </p:cNvPr>
          <p:cNvSpPr/>
          <p:nvPr/>
        </p:nvSpPr>
        <p:spPr>
          <a:xfrm>
            <a:off x="262186"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Governance Standards</a:t>
            </a:r>
          </a:p>
        </p:txBody>
      </p:sp>
      <p:sp>
        <p:nvSpPr>
          <p:cNvPr id="11" name="Rectangle 10">
            <a:extLst>
              <a:ext uri="{FF2B5EF4-FFF2-40B4-BE49-F238E27FC236}">
                <a16:creationId xmlns:a16="http://schemas.microsoft.com/office/drawing/2014/main" id="{A5AC9A99-BF47-8EA5-9957-47B6EB7A7743}"/>
              </a:ext>
            </a:extLst>
          </p:cNvPr>
          <p:cNvSpPr/>
          <p:nvPr/>
        </p:nvSpPr>
        <p:spPr>
          <a:xfrm>
            <a:off x="1633067"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Risk Standards</a:t>
            </a:r>
          </a:p>
        </p:txBody>
      </p:sp>
      <p:sp>
        <p:nvSpPr>
          <p:cNvPr id="12" name="Rectangle 11">
            <a:extLst>
              <a:ext uri="{FF2B5EF4-FFF2-40B4-BE49-F238E27FC236}">
                <a16:creationId xmlns:a16="http://schemas.microsoft.com/office/drawing/2014/main" id="{96BD280A-1563-F237-DC7F-31F47C657522}"/>
              </a:ext>
            </a:extLst>
          </p:cNvPr>
          <p:cNvSpPr/>
          <p:nvPr/>
        </p:nvSpPr>
        <p:spPr>
          <a:xfrm>
            <a:off x="8487475" y="583176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Ecological standards</a:t>
            </a:r>
          </a:p>
        </p:txBody>
      </p:sp>
      <p:sp>
        <p:nvSpPr>
          <p:cNvPr id="13" name="Rectangle 12">
            <a:extLst>
              <a:ext uri="{FF2B5EF4-FFF2-40B4-BE49-F238E27FC236}">
                <a16:creationId xmlns:a16="http://schemas.microsoft.com/office/drawing/2014/main" id="{54663DF5-B50B-C2F6-4C7C-42D95A6D1D8A}"/>
              </a:ext>
            </a:extLst>
          </p:cNvPr>
          <p:cNvSpPr/>
          <p:nvPr/>
        </p:nvSpPr>
        <p:spPr>
          <a:xfrm>
            <a:off x="7116595" y="583176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Resource Standards</a:t>
            </a:r>
          </a:p>
        </p:txBody>
      </p:sp>
      <p:sp>
        <p:nvSpPr>
          <p:cNvPr id="14" name="Rectangle 13">
            <a:extLst>
              <a:ext uri="{FF2B5EF4-FFF2-40B4-BE49-F238E27FC236}">
                <a16:creationId xmlns:a16="http://schemas.microsoft.com/office/drawing/2014/main" id="{68772B08-64B7-A601-6347-FA187A02AEB6}"/>
              </a:ext>
            </a:extLst>
          </p:cNvPr>
          <p:cNvSpPr/>
          <p:nvPr/>
        </p:nvSpPr>
        <p:spPr>
          <a:xfrm>
            <a:off x="5745713"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Incentive Standards</a:t>
            </a:r>
          </a:p>
        </p:txBody>
      </p:sp>
      <p:sp>
        <p:nvSpPr>
          <p:cNvPr id="15" name="Rectangle 14">
            <a:extLst>
              <a:ext uri="{FF2B5EF4-FFF2-40B4-BE49-F238E27FC236}">
                <a16:creationId xmlns:a16="http://schemas.microsoft.com/office/drawing/2014/main" id="{8EAB1C26-CD22-D0F1-68B5-EEBCD7011D4F}"/>
              </a:ext>
            </a:extLst>
          </p:cNvPr>
          <p:cNvSpPr/>
          <p:nvPr/>
        </p:nvSpPr>
        <p:spPr>
          <a:xfrm>
            <a:off x="4374829"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Civic Standards</a:t>
            </a:r>
          </a:p>
        </p:txBody>
      </p:sp>
      <p:sp>
        <p:nvSpPr>
          <p:cNvPr id="16" name="Rectangle 15">
            <a:extLst>
              <a:ext uri="{FF2B5EF4-FFF2-40B4-BE49-F238E27FC236}">
                <a16:creationId xmlns:a16="http://schemas.microsoft.com/office/drawing/2014/main" id="{030511CF-FB0F-78F4-7E63-C533A3DC807F}"/>
              </a:ext>
            </a:extLst>
          </p:cNvPr>
          <p:cNvSpPr/>
          <p:nvPr/>
        </p:nvSpPr>
        <p:spPr>
          <a:xfrm>
            <a:off x="3004207" y="5814040"/>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Data Integrity Standards</a:t>
            </a:r>
          </a:p>
        </p:txBody>
      </p:sp>
      <p:sp>
        <p:nvSpPr>
          <p:cNvPr id="17" name="Rectangle 16">
            <a:extLst>
              <a:ext uri="{FF2B5EF4-FFF2-40B4-BE49-F238E27FC236}">
                <a16:creationId xmlns:a16="http://schemas.microsoft.com/office/drawing/2014/main" id="{4F3DB9CE-D508-3DA2-DB6A-D5764AE44007}"/>
              </a:ext>
            </a:extLst>
          </p:cNvPr>
          <p:cNvSpPr/>
          <p:nvPr/>
        </p:nvSpPr>
        <p:spPr>
          <a:xfrm>
            <a:off x="12600119" y="583707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Master Standards</a:t>
            </a:r>
          </a:p>
        </p:txBody>
      </p:sp>
      <p:sp>
        <p:nvSpPr>
          <p:cNvPr id="18" name="Rectangle 17">
            <a:extLst>
              <a:ext uri="{FF2B5EF4-FFF2-40B4-BE49-F238E27FC236}">
                <a16:creationId xmlns:a16="http://schemas.microsoft.com/office/drawing/2014/main" id="{55680546-3B75-9E19-C82C-0C375A948677}"/>
              </a:ext>
            </a:extLst>
          </p:cNvPr>
          <p:cNvSpPr/>
          <p:nvPr/>
        </p:nvSpPr>
        <p:spPr>
          <a:xfrm>
            <a:off x="11229241" y="5829456"/>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MVS standards</a:t>
            </a:r>
          </a:p>
        </p:txBody>
      </p:sp>
      <p:sp>
        <p:nvSpPr>
          <p:cNvPr id="19" name="Rectangle 18">
            <a:extLst>
              <a:ext uri="{FF2B5EF4-FFF2-40B4-BE49-F238E27FC236}">
                <a16:creationId xmlns:a16="http://schemas.microsoft.com/office/drawing/2014/main" id="{1C6956D0-F0C0-1BB3-010F-46704F1D9216}"/>
              </a:ext>
            </a:extLst>
          </p:cNvPr>
          <p:cNvSpPr/>
          <p:nvPr/>
        </p:nvSpPr>
        <p:spPr>
          <a:xfrm>
            <a:off x="9858359" y="5818992"/>
            <a:ext cx="900000" cy="539922"/>
          </a:xfrm>
          <a:prstGeom prst="rect">
            <a:avLst/>
          </a:prstGeom>
          <a:solidFill>
            <a:srgbClr val="78909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050" noProof="0" dirty="0"/>
              <a:t>Meta-integration Standards</a:t>
            </a:r>
          </a:p>
        </p:txBody>
      </p:sp>
      <p:sp>
        <p:nvSpPr>
          <p:cNvPr id="20" name="Rectangle 19">
            <a:extLst>
              <a:ext uri="{FF2B5EF4-FFF2-40B4-BE49-F238E27FC236}">
                <a16:creationId xmlns:a16="http://schemas.microsoft.com/office/drawing/2014/main" id="{40033DA2-5462-FE61-34DA-B1E8542647D9}"/>
              </a:ext>
            </a:extLst>
          </p:cNvPr>
          <p:cNvSpPr/>
          <p:nvPr/>
        </p:nvSpPr>
        <p:spPr>
          <a:xfrm>
            <a:off x="81023" y="3419529"/>
            <a:ext cx="1261123" cy="1979899"/>
          </a:xfrm>
          <a:prstGeom prst="rect">
            <a:avLst/>
          </a:prstGeom>
          <a:solidFill>
            <a:srgbClr val="BBC5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Governance Modules:</a:t>
            </a:r>
          </a:p>
          <a:p>
            <a:endParaRPr lang="en-GB" sz="1050" noProof="0" dirty="0">
              <a:solidFill>
                <a:schemeClr val="tx1"/>
              </a:solidFill>
            </a:endParaRPr>
          </a:p>
          <a:p>
            <a:pPr marL="171450" indent="-171450">
              <a:buFontTx/>
              <a:buChar char="-"/>
            </a:pPr>
            <a:r>
              <a:rPr lang="en-GB" sz="1000" noProof="0" dirty="0">
                <a:solidFill>
                  <a:schemeClr val="tx1"/>
                </a:solidFill>
              </a:rPr>
              <a:t>Decision Systems</a:t>
            </a:r>
          </a:p>
          <a:p>
            <a:pPr marL="171450" indent="-171450">
              <a:buFontTx/>
              <a:buChar char="-"/>
            </a:pPr>
            <a:r>
              <a:rPr lang="en-GB" sz="1000" noProof="0" dirty="0">
                <a:solidFill>
                  <a:schemeClr val="tx1"/>
                </a:solidFill>
              </a:rPr>
              <a:t>Institutional architecture</a:t>
            </a:r>
          </a:p>
          <a:p>
            <a:pPr marL="171450" indent="-171450">
              <a:buFontTx/>
              <a:buChar char="-"/>
            </a:pPr>
            <a:r>
              <a:rPr lang="en-GB" sz="1000" noProof="0" dirty="0">
                <a:solidFill>
                  <a:schemeClr val="tx1"/>
                </a:solidFill>
              </a:rPr>
              <a:t>Accountability and oversight</a:t>
            </a:r>
          </a:p>
          <a:p>
            <a:pPr marL="171450" indent="-171450">
              <a:buFontTx/>
              <a:buChar char="-"/>
            </a:pPr>
            <a:r>
              <a:rPr lang="en-GB" sz="1000" noProof="0" dirty="0">
                <a:solidFill>
                  <a:schemeClr val="tx1"/>
                </a:solidFill>
              </a:rPr>
              <a:t>Civic participation and consent</a:t>
            </a:r>
          </a:p>
        </p:txBody>
      </p:sp>
      <p:sp>
        <p:nvSpPr>
          <p:cNvPr id="25" name="Rectangle 24">
            <a:extLst>
              <a:ext uri="{FF2B5EF4-FFF2-40B4-BE49-F238E27FC236}">
                <a16:creationId xmlns:a16="http://schemas.microsoft.com/office/drawing/2014/main" id="{2D6265A1-0067-E276-DB5E-F50D2B718468}"/>
              </a:ext>
            </a:extLst>
          </p:cNvPr>
          <p:cNvSpPr/>
          <p:nvPr/>
        </p:nvSpPr>
        <p:spPr>
          <a:xfrm>
            <a:off x="1452504" y="3423694"/>
            <a:ext cx="1261123" cy="1979899"/>
          </a:xfrm>
          <a:prstGeom prst="rect">
            <a:avLst/>
          </a:prstGeom>
          <a:solidFill>
            <a:srgbClr val="E8A9A9">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Risk &amp; Co-ord. Modules:</a:t>
            </a:r>
          </a:p>
          <a:p>
            <a:endParaRPr lang="en-GB" sz="1050" noProof="0" dirty="0">
              <a:solidFill>
                <a:schemeClr val="tx1"/>
              </a:solidFill>
            </a:endParaRPr>
          </a:p>
          <a:p>
            <a:pPr marL="171450" indent="-171450">
              <a:buFontTx/>
              <a:buChar char="-"/>
            </a:pPr>
            <a:r>
              <a:rPr lang="en-GB" sz="1000" noProof="0" dirty="0">
                <a:solidFill>
                  <a:schemeClr val="tx1"/>
                </a:solidFill>
              </a:rPr>
              <a:t>Hazard Monitoring</a:t>
            </a:r>
          </a:p>
          <a:p>
            <a:pPr marL="171450" indent="-171450">
              <a:buFontTx/>
              <a:buChar char="-"/>
            </a:pPr>
            <a:r>
              <a:rPr lang="en-GB" sz="1000" noProof="0" dirty="0">
                <a:solidFill>
                  <a:schemeClr val="tx1"/>
                </a:solidFill>
              </a:rPr>
              <a:t>Crisis Response</a:t>
            </a:r>
          </a:p>
          <a:p>
            <a:pPr marL="171450" indent="-171450">
              <a:buFontTx/>
              <a:buChar char="-"/>
            </a:pPr>
            <a:r>
              <a:rPr lang="en-GB" sz="1000" noProof="0" dirty="0">
                <a:solidFill>
                  <a:schemeClr val="tx1"/>
                </a:solidFill>
              </a:rPr>
              <a:t>Resilience Systems</a:t>
            </a:r>
          </a:p>
          <a:p>
            <a:pPr marL="171450" indent="-171450">
              <a:buFontTx/>
              <a:buChar char="-"/>
            </a:pPr>
            <a:r>
              <a:rPr lang="en-GB" sz="1000" noProof="0" dirty="0">
                <a:solidFill>
                  <a:schemeClr val="tx1"/>
                </a:solidFill>
              </a:rPr>
              <a:t>Coordination &amp; Continuity</a:t>
            </a:r>
          </a:p>
          <a:p>
            <a:endParaRPr lang="en-GB" sz="1050" noProof="0" dirty="0">
              <a:solidFill>
                <a:schemeClr val="tx1"/>
              </a:solidFill>
            </a:endParaRPr>
          </a:p>
        </p:txBody>
      </p:sp>
      <p:sp>
        <p:nvSpPr>
          <p:cNvPr id="26" name="Rectangle 25">
            <a:extLst>
              <a:ext uri="{FF2B5EF4-FFF2-40B4-BE49-F238E27FC236}">
                <a16:creationId xmlns:a16="http://schemas.microsoft.com/office/drawing/2014/main" id="{A7B830A5-666F-31D7-09DB-E7E88FE5D96B}"/>
              </a:ext>
            </a:extLst>
          </p:cNvPr>
          <p:cNvSpPr/>
          <p:nvPr/>
        </p:nvSpPr>
        <p:spPr>
          <a:xfrm>
            <a:off x="2820234" y="3421912"/>
            <a:ext cx="1261123" cy="1979899"/>
          </a:xfrm>
          <a:prstGeom prst="rect">
            <a:avLst/>
          </a:prstGeom>
          <a:solidFill>
            <a:srgbClr val="A1C1E6">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Data Integrity &amp; Audit Modules:</a:t>
            </a:r>
          </a:p>
          <a:p>
            <a:endParaRPr lang="en-GB" sz="1050" noProof="0" dirty="0">
              <a:solidFill>
                <a:schemeClr val="tx1"/>
              </a:solidFill>
            </a:endParaRPr>
          </a:p>
          <a:p>
            <a:pPr marL="171450" indent="-171450">
              <a:buFontTx/>
              <a:buChar char="-"/>
            </a:pPr>
            <a:r>
              <a:rPr lang="en-GB" sz="1000" noProof="0" dirty="0">
                <a:solidFill>
                  <a:schemeClr val="tx1"/>
                </a:solidFill>
              </a:rPr>
              <a:t>Data Quality &amp; Validation</a:t>
            </a:r>
          </a:p>
          <a:p>
            <a:pPr marL="171450" indent="-171450">
              <a:buFontTx/>
              <a:buChar char="-"/>
            </a:pPr>
            <a:r>
              <a:rPr lang="en-GB" sz="1000" noProof="0" dirty="0">
                <a:solidFill>
                  <a:schemeClr val="tx1"/>
                </a:solidFill>
              </a:rPr>
              <a:t>Audit &amp; Verification</a:t>
            </a:r>
          </a:p>
          <a:p>
            <a:pPr marL="171450" indent="-171450">
              <a:buFontTx/>
              <a:buChar char="-"/>
            </a:pPr>
            <a:r>
              <a:rPr lang="en-GB" sz="1000" noProof="0" dirty="0">
                <a:solidFill>
                  <a:schemeClr val="tx1"/>
                </a:solidFill>
              </a:rPr>
              <a:t>Integrity Monitoring</a:t>
            </a:r>
          </a:p>
          <a:p>
            <a:pPr marL="171450" indent="-171450">
              <a:buFontTx/>
              <a:buChar char="-"/>
            </a:pPr>
            <a:r>
              <a:rPr lang="en-GB" sz="1000" noProof="0" dirty="0">
                <a:solidFill>
                  <a:schemeClr val="tx1"/>
                </a:solidFill>
              </a:rPr>
              <a:t>Traceability &amp; Provenance</a:t>
            </a:r>
          </a:p>
          <a:p>
            <a:endParaRPr lang="en-GB" sz="1050" noProof="0" dirty="0">
              <a:solidFill>
                <a:schemeClr val="tx1"/>
              </a:solidFill>
            </a:endParaRPr>
          </a:p>
        </p:txBody>
      </p:sp>
      <p:sp>
        <p:nvSpPr>
          <p:cNvPr id="27" name="Rectangle 26">
            <a:extLst>
              <a:ext uri="{FF2B5EF4-FFF2-40B4-BE49-F238E27FC236}">
                <a16:creationId xmlns:a16="http://schemas.microsoft.com/office/drawing/2014/main" id="{7A4243DF-7469-3107-D9CE-7D88A18B9443}"/>
              </a:ext>
            </a:extLst>
          </p:cNvPr>
          <p:cNvSpPr/>
          <p:nvPr/>
        </p:nvSpPr>
        <p:spPr>
          <a:xfrm>
            <a:off x="4194267" y="3420621"/>
            <a:ext cx="1261123" cy="1979899"/>
          </a:xfrm>
          <a:prstGeom prst="rect">
            <a:avLst/>
          </a:prstGeom>
          <a:solidFill>
            <a:srgbClr val="99D0CA">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Data Integrity &amp; Audit Modules:</a:t>
            </a:r>
          </a:p>
          <a:p>
            <a:endParaRPr lang="en-GB" sz="1050" noProof="0" dirty="0">
              <a:solidFill>
                <a:schemeClr val="tx1"/>
              </a:solidFill>
            </a:endParaRPr>
          </a:p>
          <a:p>
            <a:pPr marL="171450" indent="-171450">
              <a:buFontTx/>
              <a:buChar char="-"/>
            </a:pPr>
            <a:r>
              <a:rPr lang="en-GB" sz="1000" noProof="0" dirty="0">
                <a:solidFill>
                  <a:schemeClr val="tx1"/>
                </a:solidFill>
              </a:rPr>
              <a:t>Values &amp; Norms</a:t>
            </a:r>
          </a:p>
          <a:p>
            <a:pPr marL="171450" indent="-171450">
              <a:buFontTx/>
              <a:buChar char="-"/>
            </a:pPr>
            <a:r>
              <a:rPr lang="en-GB" sz="1000" noProof="0" dirty="0">
                <a:solidFill>
                  <a:schemeClr val="tx1"/>
                </a:solidFill>
              </a:rPr>
              <a:t>Identity &amp; Cohesion</a:t>
            </a:r>
          </a:p>
          <a:p>
            <a:pPr marL="171450" indent="-171450">
              <a:buFontTx/>
              <a:buChar char="-"/>
            </a:pPr>
            <a:r>
              <a:rPr lang="en-GB" sz="1000" noProof="0" dirty="0">
                <a:solidFill>
                  <a:schemeClr val="tx1"/>
                </a:solidFill>
              </a:rPr>
              <a:t>Narratives &amp; Meaning</a:t>
            </a:r>
          </a:p>
          <a:p>
            <a:pPr marL="171450" indent="-171450">
              <a:buFontTx/>
              <a:buChar char="-"/>
            </a:pPr>
            <a:r>
              <a:rPr lang="en-GB" sz="1000" noProof="0" dirty="0">
                <a:solidFill>
                  <a:schemeClr val="tx1"/>
                </a:solidFill>
              </a:rPr>
              <a:t>Civic Feedback Channels</a:t>
            </a:r>
          </a:p>
          <a:p>
            <a:endParaRPr lang="en-GB" sz="1050" noProof="0" dirty="0">
              <a:solidFill>
                <a:schemeClr val="tx1"/>
              </a:solidFill>
            </a:endParaRPr>
          </a:p>
        </p:txBody>
      </p:sp>
      <p:sp>
        <p:nvSpPr>
          <p:cNvPr id="28" name="Rectangle 27">
            <a:extLst>
              <a:ext uri="{FF2B5EF4-FFF2-40B4-BE49-F238E27FC236}">
                <a16:creationId xmlns:a16="http://schemas.microsoft.com/office/drawing/2014/main" id="{C31B2A24-CD5E-EEC2-A7E6-50E367D4B7B3}"/>
              </a:ext>
            </a:extLst>
          </p:cNvPr>
          <p:cNvSpPr/>
          <p:nvPr/>
        </p:nvSpPr>
        <p:spPr>
          <a:xfrm>
            <a:off x="5565151" y="3419528"/>
            <a:ext cx="1261123" cy="1979899"/>
          </a:xfrm>
          <a:prstGeom prst="rect">
            <a:avLst/>
          </a:prstGeom>
          <a:solidFill>
            <a:srgbClr val="FDDCA8">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Incentive &amp; Behavioural Modules:</a:t>
            </a:r>
          </a:p>
          <a:p>
            <a:endParaRPr lang="en-GB" sz="1050" noProof="0" dirty="0">
              <a:solidFill>
                <a:schemeClr val="tx1"/>
              </a:solidFill>
            </a:endParaRPr>
          </a:p>
          <a:p>
            <a:pPr marL="171450" indent="-171450">
              <a:buFontTx/>
              <a:buChar char="-"/>
            </a:pPr>
            <a:r>
              <a:rPr lang="en-GB" sz="1000" noProof="0" dirty="0">
                <a:solidFill>
                  <a:schemeClr val="tx1"/>
                </a:solidFill>
              </a:rPr>
              <a:t>Behavioural Dynamics</a:t>
            </a:r>
          </a:p>
          <a:p>
            <a:pPr marL="171450" indent="-171450">
              <a:buFontTx/>
              <a:buChar char="-"/>
            </a:pPr>
            <a:r>
              <a:rPr lang="en-GB" sz="1000" noProof="0" dirty="0">
                <a:solidFill>
                  <a:schemeClr val="tx1"/>
                </a:solidFill>
              </a:rPr>
              <a:t>Incentive Structures</a:t>
            </a:r>
          </a:p>
          <a:p>
            <a:pPr marL="171450" indent="-171450">
              <a:buFontTx/>
              <a:buChar char="-"/>
            </a:pPr>
            <a:r>
              <a:rPr lang="en-GB" sz="1000" noProof="0" dirty="0">
                <a:solidFill>
                  <a:schemeClr val="tx1"/>
                </a:solidFill>
              </a:rPr>
              <a:t>Social Influence &amp; Signals</a:t>
            </a:r>
          </a:p>
          <a:p>
            <a:pPr marL="171450" indent="-171450">
              <a:buFontTx/>
              <a:buChar char="-"/>
            </a:pPr>
            <a:r>
              <a:rPr lang="en-GB" sz="1000" noProof="0" dirty="0">
                <a:solidFill>
                  <a:schemeClr val="tx1"/>
                </a:solidFill>
              </a:rPr>
              <a:t>Behavioural Feedback Loops</a:t>
            </a:r>
          </a:p>
          <a:p>
            <a:endParaRPr lang="en-GB" sz="1050" noProof="0" dirty="0">
              <a:solidFill>
                <a:schemeClr val="tx1"/>
              </a:solidFill>
            </a:endParaRPr>
          </a:p>
        </p:txBody>
      </p:sp>
      <p:sp>
        <p:nvSpPr>
          <p:cNvPr id="29" name="Rectangle 28">
            <a:extLst>
              <a:ext uri="{FF2B5EF4-FFF2-40B4-BE49-F238E27FC236}">
                <a16:creationId xmlns:a16="http://schemas.microsoft.com/office/drawing/2014/main" id="{BCE47F0B-39F5-1DFB-1C25-67097D7BC55E}"/>
              </a:ext>
            </a:extLst>
          </p:cNvPr>
          <p:cNvSpPr/>
          <p:nvPr/>
        </p:nvSpPr>
        <p:spPr>
          <a:xfrm>
            <a:off x="6936032" y="3419527"/>
            <a:ext cx="1261123" cy="1979899"/>
          </a:xfrm>
          <a:prstGeom prst="rect">
            <a:avLst/>
          </a:prstGeom>
          <a:solidFill>
            <a:srgbClr val="C5B7B3">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Resource &amp; Infrastructure Modules:</a:t>
            </a:r>
          </a:p>
          <a:p>
            <a:endParaRPr lang="en-GB" sz="1050" noProof="0" dirty="0">
              <a:solidFill>
                <a:schemeClr val="tx1"/>
              </a:solidFill>
            </a:endParaRPr>
          </a:p>
          <a:p>
            <a:pPr marL="171450" indent="-171450">
              <a:buFontTx/>
              <a:buChar char="-"/>
            </a:pPr>
            <a:r>
              <a:rPr lang="en-GB" sz="1000" noProof="0" dirty="0">
                <a:solidFill>
                  <a:schemeClr val="tx1"/>
                </a:solidFill>
              </a:rPr>
              <a:t>Energy Systems</a:t>
            </a:r>
          </a:p>
          <a:p>
            <a:pPr marL="171450" indent="-171450">
              <a:buFontTx/>
              <a:buChar char="-"/>
            </a:pPr>
            <a:r>
              <a:rPr lang="en-GB" sz="1000" noProof="0" dirty="0">
                <a:solidFill>
                  <a:schemeClr val="tx1"/>
                </a:solidFill>
              </a:rPr>
              <a:t>Water Systems</a:t>
            </a:r>
          </a:p>
          <a:p>
            <a:pPr marL="171450" indent="-171450">
              <a:buFontTx/>
              <a:buChar char="-"/>
            </a:pPr>
            <a:r>
              <a:rPr lang="en-GB" sz="1000" noProof="0" dirty="0">
                <a:solidFill>
                  <a:schemeClr val="tx1"/>
                </a:solidFill>
              </a:rPr>
              <a:t>Material Systems</a:t>
            </a:r>
          </a:p>
          <a:p>
            <a:pPr marL="171450" indent="-171450">
              <a:buFontTx/>
              <a:buChar char="-"/>
            </a:pPr>
            <a:r>
              <a:rPr lang="en-GB" sz="1000" noProof="0" dirty="0">
                <a:solidFill>
                  <a:schemeClr val="tx1"/>
                </a:solidFill>
              </a:rPr>
              <a:t>Transport &amp; Logistics</a:t>
            </a:r>
          </a:p>
          <a:p>
            <a:pPr marL="171450" indent="-171450">
              <a:buFontTx/>
              <a:buChar char="-"/>
            </a:pPr>
            <a:r>
              <a:rPr lang="en-GB" sz="1000" noProof="0" dirty="0">
                <a:solidFill>
                  <a:schemeClr val="tx1"/>
                </a:solidFill>
              </a:rPr>
              <a:t>Digital Networks</a:t>
            </a:r>
          </a:p>
          <a:p>
            <a:pPr marL="171450" indent="-171450">
              <a:buFontTx/>
              <a:buChar char="-"/>
            </a:pPr>
            <a:r>
              <a:rPr lang="en-GB" sz="1000" noProof="0" dirty="0">
                <a:solidFill>
                  <a:schemeClr val="tx1"/>
                </a:solidFill>
              </a:rPr>
              <a:t>Utilities &amp; Grids</a:t>
            </a:r>
          </a:p>
          <a:p>
            <a:endParaRPr lang="en-GB" sz="1050" noProof="0" dirty="0">
              <a:solidFill>
                <a:schemeClr val="tx1"/>
              </a:solidFill>
            </a:endParaRPr>
          </a:p>
        </p:txBody>
      </p:sp>
      <p:sp>
        <p:nvSpPr>
          <p:cNvPr id="40" name="Rectangle 39">
            <a:extLst>
              <a:ext uri="{FF2B5EF4-FFF2-40B4-BE49-F238E27FC236}">
                <a16:creationId xmlns:a16="http://schemas.microsoft.com/office/drawing/2014/main" id="{2E140A66-F8D5-09BF-2EA4-7BB88C870234}"/>
              </a:ext>
            </a:extLst>
          </p:cNvPr>
          <p:cNvSpPr/>
          <p:nvPr/>
        </p:nvSpPr>
        <p:spPr>
          <a:xfrm>
            <a:off x="8305433" y="3419526"/>
            <a:ext cx="1261123" cy="1979899"/>
          </a:xfrm>
          <a:prstGeom prst="rect">
            <a:avLst/>
          </a:prstGeom>
          <a:solidFill>
            <a:srgbClr val="ABCBAD">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Planetary &amp; Ecological Modules:</a:t>
            </a:r>
          </a:p>
          <a:p>
            <a:endParaRPr lang="en-GB" sz="1050" noProof="0" dirty="0">
              <a:solidFill>
                <a:schemeClr val="tx1"/>
              </a:solidFill>
            </a:endParaRPr>
          </a:p>
          <a:p>
            <a:pPr marL="171450" indent="-171450">
              <a:buFontTx/>
              <a:buChar char="-"/>
            </a:pPr>
            <a:r>
              <a:rPr lang="en-GB" sz="1000" noProof="0" dirty="0">
                <a:solidFill>
                  <a:schemeClr val="tx1"/>
                </a:solidFill>
              </a:rPr>
              <a:t>Climate Systems</a:t>
            </a:r>
          </a:p>
          <a:p>
            <a:pPr marL="171450" indent="-171450">
              <a:buFontTx/>
              <a:buChar char="-"/>
            </a:pPr>
            <a:r>
              <a:rPr lang="en-GB" sz="1000" noProof="0" dirty="0">
                <a:solidFill>
                  <a:schemeClr val="tx1"/>
                </a:solidFill>
              </a:rPr>
              <a:t>Land &amp; Biodiversity</a:t>
            </a:r>
          </a:p>
          <a:p>
            <a:pPr marL="171450" indent="-171450">
              <a:buFontTx/>
              <a:buChar char="-"/>
            </a:pPr>
            <a:r>
              <a:rPr lang="en-GB" sz="1000" noProof="0" dirty="0">
                <a:solidFill>
                  <a:schemeClr val="tx1"/>
                </a:solidFill>
              </a:rPr>
              <a:t>Ecosystem Services</a:t>
            </a:r>
          </a:p>
          <a:p>
            <a:pPr marL="171450" indent="-171450">
              <a:buFontTx/>
              <a:buChar char="-"/>
            </a:pPr>
            <a:r>
              <a:rPr lang="en-GB" sz="1000" noProof="0" dirty="0">
                <a:solidFill>
                  <a:schemeClr val="tx1"/>
                </a:solidFill>
              </a:rPr>
              <a:t>Planetary Boundaries</a:t>
            </a:r>
          </a:p>
          <a:p>
            <a:endParaRPr lang="en-GB" sz="1050" noProof="0" dirty="0">
              <a:solidFill>
                <a:schemeClr val="tx1"/>
              </a:solidFill>
            </a:endParaRPr>
          </a:p>
        </p:txBody>
      </p:sp>
      <p:sp>
        <p:nvSpPr>
          <p:cNvPr id="42" name="Rectangle 41">
            <a:extLst>
              <a:ext uri="{FF2B5EF4-FFF2-40B4-BE49-F238E27FC236}">
                <a16:creationId xmlns:a16="http://schemas.microsoft.com/office/drawing/2014/main" id="{52837456-47B0-9FA4-1F72-5C88E0796F84}"/>
              </a:ext>
            </a:extLst>
          </p:cNvPr>
          <p:cNvSpPr/>
          <p:nvPr/>
        </p:nvSpPr>
        <p:spPr>
          <a:xfrm>
            <a:off x="9668563" y="3419525"/>
            <a:ext cx="1261123" cy="1979899"/>
          </a:xfrm>
          <a:prstGeom prst="rect">
            <a:avLst/>
          </a:prstGeom>
          <a:solidFill>
            <a:srgbClr val="C3A4D7">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Meta-Integration Modules:</a:t>
            </a:r>
          </a:p>
          <a:p>
            <a:pPr algn="ctr"/>
            <a:endParaRPr lang="en-GB" sz="1050" noProof="0" dirty="0">
              <a:solidFill>
                <a:schemeClr val="tx1"/>
              </a:solidFill>
            </a:endParaRPr>
          </a:p>
          <a:p>
            <a:pPr marL="84138" indent="-73025">
              <a:buFontTx/>
              <a:buChar char="-"/>
            </a:pPr>
            <a:r>
              <a:rPr lang="en-GB" sz="1000" noProof="0" dirty="0">
                <a:solidFill>
                  <a:schemeClr val="tx1"/>
                </a:solidFill>
              </a:rPr>
              <a:t>Cross‑System Integration</a:t>
            </a:r>
          </a:p>
          <a:p>
            <a:pPr marL="84138" indent="-73025">
              <a:buFontTx/>
              <a:buChar char="-"/>
            </a:pPr>
            <a:r>
              <a:rPr lang="en-GB" sz="1000" noProof="0" dirty="0">
                <a:solidFill>
                  <a:schemeClr val="tx1"/>
                </a:solidFill>
              </a:rPr>
              <a:t>Dependency Mapping</a:t>
            </a:r>
          </a:p>
          <a:p>
            <a:pPr marL="84138" indent="-73025">
              <a:buFontTx/>
              <a:buChar char="-"/>
            </a:pPr>
            <a:r>
              <a:rPr lang="en-GB" sz="1000" noProof="0" dirty="0">
                <a:solidFill>
                  <a:schemeClr val="tx1"/>
                </a:solidFill>
              </a:rPr>
              <a:t>Feedback Systems</a:t>
            </a:r>
          </a:p>
          <a:p>
            <a:pPr marL="84138" indent="-73025">
              <a:buFontTx/>
              <a:buChar char="-"/>
            </a:pPr>
            <a:r>
              <a:rPr lang="en-GB" sz="1000" noProof="0" dirty="0" err="1">
                <a:solidFill>
                  <a:schemeClr val="tx1"/>
                </a:solidFill>
              </a:rPr>
              <a:t>CivOS</a:t>
            </a:r>
            <a:r>
              <a:rPr lang="en-GB" sz="1000" noProof="0" dirty="0">
                <a:solidFill>
                  <a:schemeClr val="tx1"/>
                </a:solidFill>
              </a:rPr>
              <a:t> Self‑Governance</a:t>
            </a:r>
          </a:p>
          <a:p>
            <a:endParaRPr lang="en-GB" sz="1050" noProof="0" dirty="0">
              <a:solidFill>
                <a:schemeClr val="tx1"/>
              </a:solidFill>
            </a:endParaRPr>
          </a:p>
        </p:txBody>
      </p:sp>
      <p:sp>
        <p:nvSpPr>
          <p:cNvPr id="44" name="Rectangle 43">
            <a:extLst>
              <a:ext uri="{FF2B5EF4-FFF2-40B4-BE49-F238E27FC236}">
                <a16:creationId xmlns:a16="http://schemas.microsoft.com/office/drawing/2014/main" id="{87867E6B-8C85-85CE-813E-E3AA6AEED5F4}"/>
              </a:ext>
            </a:extLst>
          </p:cNvPr>
          <p:cNvSpPr/>
          <p:nvPr/>
        </p:nvSpPr>
        <p:spPr>
          <a:xfrm>
            <a:off x="11048678" y="3406532"/>
            <a:ext cx="1261123" cy="1979899"/>
          </a:xfrm>
          <a:prstGeom prst="rect">
            <a:avLst/>
          </a:prstGeom>
          <a:solidFill>
            <a:srgbClr val="00000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bg1"/>
                </a:solidFill>
              </a:rPr>
              <a:t>Minimum Viable Systems Modules:</a:t>
            </a:r>
          </a:p>
          <a:p>
            <a:pPr algn="ctr"/>
            <a:endParaRPr lang="en-GB" sz="1050" noProof="0" dirty="0">
              <a:solidFill>
                <a:schemeClr val="bg1"/>
              </a:solidFill>
            </a:endParaRPr>
          </a:p>
          <a:p>
            <a:pPr marL="84138" indent="-73025">
              <a:buFontTx/>
              <a:buChar char="-"/>
            </a:pPr>
            <a:r>
              <a:rPr lang="en-GB" sz="1000" noProof="0" dirty="0">
                <a:solidFill>
                  <a:schemeClr val="bg1"/>
                </a:solidFill>
              </a:rPr>
              <a:t>(MVGS)</a:t>
            </a:r>
          </a:p>
          <a:p>
            <a:pPr marL="84138" indent="-73025">
              <a:buFontTx/>
              <a:buChar char="-"/>
            </a:pPr>
            <a:r>
              <a:rPr lang="en-GB" sz="1000" noProof="0" dirty="0">
                <a:solidFill>
                  <a:schemeClr val="bg1"/>
                </a:solidFill>
              </a:rPr>
              <a:t>(MVES)</a:t>
            </a:r>
          </a:p>
          <a:p>
            <a:pPr marL="84138" indent="-73025">
              <a:buFontTx/>
              <a:buChar char="-"/>
            </a:pPr>
            <a:r>
              <a:rPr lang="en-GB" sz="1000" noProof="0" dirty="0">
                <a:solidFill>
                  <a:schemeClr val="bg1"/>
                </a:solidFill>
              </a:rPr>
              <a:t>(MVCS)</a:t>
            </a:r>
          </a:p>
          <a:p>
            <a:pPr marL="84138" indent="-73025">
              <a:buFontTx/>
              <a:buChar char="-"/>
            </a:pPr>
            <a:r>
              <a:rPr lang="en-GB" sz="1000" noProof="0" dirty="0">
                <a:solidFill>
                  <a:schemeClr val="bg1"/>
                </a:solidFill>
              </a:rPr>
              <a:t>(MVRS)</a:t>
            </a:r>
          </a:p>
          <a:p>
            <a:pPr marL="84138" indent="-73025">
              <a:buFontTx/>
              <a:buChar char="-"/>
            </a:pPr>
            <a:r>
              <a:rPr lang="en-GB" sz="1000" noProof="0" dirty="0">
                <a:solidFill>
                  <a:schemeClr val="bg1"/>
                </a:solidFill>
              </a:rPr>
              <a:t>(MVES‑Eco)</a:t>
            </a:r>
          </a:p>
          <a:p>
            <a:endParaRPr lang="en-GB" sz="1050" noProof="0" dirty="0">
              <a:solidFill>
                <a:schemeClr val="bg1"/>
              </a:solidFill>
            </a:endParaRPr>
          </a:p>
        </p:txBody>
      </p:sp>
      <p:sp>
        <p:nvSpPr>
          <p:cNvPr id="45" name="Rectangle 44">
            <a:extLst>
              <a:ext uri="{FF2B5EF4-FFF2-40B4-BE49-F238E27FC236}">
                <a16:creationId xmlns:a16="http://schemas.microsoft.com/office/drawing/2014/main" id="{E6BE3366-FD77-9C6A-77A1-3D6A57F85B76}"/>
              </a:ext>
            </a:extLst>
          </p:cNvPr>
          <p:cNvSpPr/>
          <p:nvPr/>
        </p:nvSpPr>
        <p:spPr>
          <a:xfrm>
            <a:off x="12415296" y="3401755"/>
            <a:ext cx="1261123" cy="1979899"/>
          </a:xfrm>
          <a:prstGeom prst="rect">
            <a:avLst/>
          </a:prstGeom>
          <a:solidFill>
            <a:srgbClr val="B5BDC1">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sz="1050" noProof="0" dirty="0">
                <a:solidFill>
                  <a:schemeClr val="tx1"/>
                </a:solidFill>
              </a:rPr>
              <a:t>Standards Modules:</a:t>
            </a:r>
          </a:p>
          <a:p>
            <a:pPr algn="ctr"/>
            <a:endParaRPr lang="en-GB" sz="1050" noProof="0" dirty="0">
              <a:solidFill>
                <a:schemeClr val="tx1"/>
              </a:solidFill>
            </a:endParaRPr>
          </a:p>
          <a:p>
            <a:pPr marL="84138" indent="-73025">
              <a:buFontTx/>
              <a:buChar char="-"/>
            </a:pPr>
            <a:r>
              <a:rPr lang="en-GB" sz="1000" noProof="0" dirty="0">
                <a:solidFill>
                  <a:schemeClr val="tx1"/>
                </a:solidFill>
              </a:rPr>
              <a:t>Technical Standards</a:t>
            </a:r>
          </a:p>
          <a:p>
            <a:pPr marL="84138" indent="-73025">
              <a:buFontTx/>
              <a:buChar char="-"/>
            </a:pPr>
            <a:r>
              <a:rPr lang="en-GB" sz="1000" noProof="0" dirty="0">
                <a:solidFill>
                  <a:schemeClr val="tx1"/>
                </a:solidFill>
              </a:rPr>
              <a:t>Data Standards</a:t>
            </a:r>
          </a:p>
          <a:p>
            <a:pPr marL="84138" indent="-73025">
              <a:buFontTx/>
              <a:buChar char="-"/>
            </a:pPr>
            <a:r>
              <a:rPr lang="en-GB" sz="1000" noProof="0" dirty="0">
                <a:solidFill>
                  <a:schemeClr val="tx1"/>
                </a:solidFill>
              </a:rPr>
              <a:t>Governance Standards</a:t>
            </a:r>
          </a:p>
          <a:p>
            <a:pPr marL="84138" indent="-73025">
              <a:buFontTx/>
              <a:buChar char="-"/>
            </a:pPr>
            <a:r>
              <a:rPr lang="en-GB" sz="1000" noProof="0" dirty="0">
                <a:solidFill>
                  <a:schemeClr val="tx1"/>
                </a:solidFill>
              </a:rPr>
              <a:t>Interoperability Standards</a:t>
            </a:r>
          </a:p>
          <a:p>
            <a:pPr marL="84138" indent="-73025">
              <a:buFontTx/>
              <a:buChar char="-"/>
            </a:pPr>
            <a:r>
              <a:rPr lang="en-GB" sz="1000" noProof="0" dirty="0" err="1">
                <a:solidFill>
                  <a:schemeClr val="tx1"/>
                </a:solidFill>
              </a:rPr>
              <a:t>CivOS</a:t>
            </a:r>
            <a:r>
              <a:rPr lang="en-GB" sz="1000" noProof="0" dirty="0">
                <a:solidFill>
                  <a:schemeClr val="tx1"/>
                </a:solidFill>
              </a:rPr>
              <a:t> Design Principles</a:t>
            </a:r>
          </a:p>
          <a:p>
            <a:endParaRPr lang="en-GB" sz="1050" noProof="0" dirty="0">
              <a:solidFill>
                <a:schemeClr val="tx1"/>
              </a:solidFill>
            </a:endParaRPr>
          </a:p>
        </p:txBody>
      </p:sp>
    </p:spTree>
    <p:extLst>
      <p:ext uri="{BB962C8B-B14F-4D97-AF65-F5344CB8AC3E}">
        <p14:creationId xmlns:p14="http://schemas.microsoft.com/office/powerpoint/2010/main" val="4943232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506</TotalTime>
  <Words>10063</Words>
  <Application>Microsoft Office PowerPoint</Application>
  <PresentationFormat>Custom</PresentationFormat>
  <Paragraphs>2943</Paragraphs>
  <Slides>44</Slides>
  <Notes>12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Aptos Display</vt:lpstr>
      <vt:lpstr>Aptos Narrow</vt:lpstr>
      <vt:lpstr>Arial</vt:lpstr>
      <vt:lpstr>Calibri</vt:lpstr>
      <vt:lpstr>Office Theme</vt:lpstr>
      <vt:lpstr>PowerPoint Presentation</vt:lpstr>
      <vt:lpstr>What Level 1 Families do:</vt:lpstr>
      <vt:lpstr>L2 — Universal Standards Layer</vt:lpstr>
      <vt:lpstr>1. Governance &amp; Oversight</vt:lpstr>
      <vt:lpstr>2. Risk &amp; Coordination</vt:lpstr>
      <vt:lpstr>3. Data Integrity and Audit</vt:lpstr>
      <vt:lpstr>4. Civic Feedback &amp; Cultural </vt:lpstr>
      <vt:lpstr>5. Incentive &amp; Behavioural</vt:lpstr>
      <vt:lpstr>6. Resource &amp; Infrastructure</vt:lpstr>
      <vt:lpstr>7. Planetary &amp; Ecological</vt:lpstr>
      <vt:lpstr>8. Meta-integration</vt:lpstr>
      <vt:lpstr>8. Minimum Viable Systems</vt:lpstr>
      <vt:lpstr>10. Standards</vt:lpstr>
      <vt:lpstr>PowerPoint Presentation</vt:lpstr>
      <vt:lpstr>Dependencies</vt:lpstr>
      <vt:lpstr> Layer 5 Overview - Cross Family Interfaces</vt:lpstr>
      <vt:lpstr> Layer 6 - Overview </vt:lpstr>
      <vt:lpstr> Layer 6 - Governance &amp; Oversight Applications (Decision, Institutional, Oversight, Participation) </vt:lpstr>
      <vt:lpstr> Layer 6 - Risk &amp; Coordination Applications (Hazard, Coordination, Resilience, Emergency Response) </vt:lpstr>
      <vt:lpstr> Layer 6 - Data Integrity &amp; Audit Applications  (Provenance, Validation, Audit, Quality)  </vt:lpstr>
      <vt:lpstr> Layer 6 - Civic Feedback &amp; Cultural Applications (Sentiment, Narrative, Culture, Participation Signals)  </vt:lpstr>
      <vt:lpstr> Layer 6 - Incentives &amp; Behavioural App.  (Behavioural Dynamics, Incentive Design, Influence Mapping, Impact Analysis)   </vt:lpstr>
      <vt:lpstr> Layer 6 - Resource &amp; Infrastructure Applications  (Resource Flows, Infrastructure Health, Continuity, Capacity Management)</vt:lpstr>
      <vt:lpstr> Layer 6 - Planetary &amp; Ecological Applications  (Boundaries, Biodiversity, Climate, Regeneration) </vt:lpstr>
      <vt:lpstr> Layer 6 - Meta‑Integration Applications  (Dependencies, Integration Health, Cross‑Family Feedback, System Mapping)  </vt:lpstr>
      <vt:lpstr> Layer 6 - Minimum Viable Systems Applications (Identity, Ledger, Messaging, Core Protocols)</vt:lpstr>
      <vt:lpstr> Layer 6 - Standards Applications  (Schemas, Protocols, Compliance, Registries) </vt:lpstr>
      <vt:lpstr> Layer 7 - Governance &amp; Oversight Civic UX (Public Decisions, Institutional Transparency, Public Oversight, Participation)  </vt:lpstr>
      <vt:lpstr> Layer 7 - Risk &amp; Coordination Civic UX (Hazard Visibility, Public Alerts, Resilience Status, Emergency Guidance)  </vt:lpstr>
      <vt:lpstr> Layer 7 - Data Integrity &amp; Audit Civic UX(Provenance Visibility, Data Quality Status, Public Audit Trails, Integrity Reports)   </vt:lpstr>
      <vt:lpstr> Layer 7 - Civic Feedback &amp; Cultural Civic UX (Sentiment Insights, Narrative Trends, Cultural Signals, Participation Patterns)   </vt:lpstr>
      <vt:lpstr> Layer 7 - Incentives &amp; Behavioural Civic UX (Behaviour Insights, Incentive Effects, Influence Maps, Impact Summaries)  </vt:lpstr>
      <vt:lpstr> Layer 7 - Resource &amp; Infrastructure Civic UX (Resource Status, Infrastructure Health, Continuity Indicators, Capacity Insights) </vt:lpstr>
      <vt:lpstr> Layer 7 - Planetary &amp; Ecological Civic UX (Boundary Status, Biodiversity Health, Climate Indicators, Regeneration Progress)  </vt:lpstr>
      <vt:lpstr>Layer 7 - Meta‑Integration Civic UX (System Maps, Dependency Views, Cross‑Family Effects, Integration Health)   </vt:lpstr>
      <vt:lpstr> Layer 7 - Minimum Viable Systems Civic UX (Identity Status, Core Records, Messaging Health, Protocol Transparency) </vt:lpstr>
      <vt:lpstr> Layer 7 - Standards Civic UX (Schemas, Protocols, Compliance Status, Public Registries)  </vt:lpstr>
      <vt:lpstr>PowerPoint Presentation</vt:lpstr>
      <vt:lpstr>Profession Map</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Coe</dc:creator>
  <cp:lastModifiedBy>Steve Coe</cp:lastModifiedBy>
  <cp:revision>1</cp:revision>
  <dcterms:created xsi:type="dcterms:W3CDTF">2026-05-20T18:44:15Z</dcterms:created>
  <dcterms:modified xsi:type="dcterms:W3CDTF">2026-06-08T18:54:47Z</dcterms:modified>
</cp:coreProperties>
</file>